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9"/>
  </p:notesMasterIdLst>
  <p:sldIdLst>
    <p:sldId id="256" r:id="rId2"/>
    <p:sldId id="259" r:id="rId3"/>
    <p:sldId id="258" r:id="rId4"/>
    <p:sldId id="266" r:id="rId5"/>
    <p:sldId id="267" r:id="rId6"/>
    <p:sldId id="317" r:id="rId7"/>
    <p:sldId id="261" r:id="rId8"/>
    <p:sldId id="318" r:id="rId9"/>
    <p:sldId id="319" r:id="rId10"/>
    <p:sldId id="320" r:id="rId11"/>
    <p:sldId id="321" r:id="rId12"/>
    <p:sldId id="286" r:id="rId13"/>
    <p:sldId id="322" r:id="rId14"/>
    <p:sldId id="324" r:id="rId15"/>
    <p:sldId id="323" r:id="rId16"/>
    <p:sldId id="325" r:id="rId17"/>
    <p:sldId id="326" r:id="rId1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0"/>
    </p:embeddedFont>
    <p:embeddedFont>
      <p:font typeface="Manrope" panose="020B0604020202020204" charset="0"/>
      <p:regular r:id="rId21"/>
      <p:bold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A2DB67-E180-407B-A5CC-E39228F00F6A}">
  <a:tblStyle styleId="{13A2DB67-E180-407B-A5CC-E39228F00F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6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3" name="Google Shape;297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g148fe6e6272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1" name="Google Shape;3021;g148fe6e6272_2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Google Shape;2990;g148fe6e6272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1" name="Google Shape;2991;g148fe6e6272_2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g148fe6e6272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9" name="Google Shape;3139;g148fe6e6272_2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g148fe6e6272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8" name="Google Shape;3148;g148fe6e6272_2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6">
          <a:extLst>
            <a:ext uri="{FF2B5EF4-FFF2-40B4-BE49-F238E27FC236}">
              <a16:creationId xmlns:a16="http://schemas.microsoft.com/office/drawing/2014/main" id="{4A94E591-E1DA-B51E-1562-E6CE53D5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g148fe6e6272_2_146:notes">
            <a:extLst>
              <a:ext uri="{FF2B5EF4-FFF2-40B4-BE49-F238E27FC236}">
                <a16:creationId xmlns:a16="http://schemas.microsoft.com/office/drawing/2014/main" id="{2D0A95B0-6CF9-2038-D9E0-58DF47E2C4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8" name="Google Shape;3148;g148fe6e6272_2_146:notes">
            <a:extLst>
              <a:ext uri="{FF2B5EF4-FFF2-40B4-BE49-F238E27FC236}">
                <a16:creationId xmlns:a16="http://schemas.microsoft.com/office/drawing/2014/main" id="{42AC18DB-F303-2184-3926-A5377BB9B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171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g149aaf339c6_0_2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0" name="Google Shape;3040;g149aaf339c6_0_2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g149053e718c_0_2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6" name="Google Shape;3816;g149053e718c_0_26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81700" y="741725"/>
            <a:ext cx="8363100" cy="2238300"/>
          </a:xfrm>
          <a:prstGeom prst="rect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36488" y="881375"/>
            <a:ext cx="6133200" cy="19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36488" y="3013050"/>
            <a:ext cx="61332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10425" y="3818866"/>
            <a:ext cx="9144000" cy="1719461"/>
            <a:chOff x="-10425" y="3818866"/>
            <a:chExt cx="9144000" cy="1719461"/>
          </a:xfrm>
        </p:grpSpPr>
        <p:sp>
          <p:nvSpPr>
            <p:cNvPr id="14" name="Google Shape;14;p2"/>
            <p:cNvSpPr/>
            <p:nvPr/>
          </p:nvSpPr>
          <p:spPr>
            <a:xfrm>
              <a:off x="3168405" y="3823253"/>
              <a:ext cx="3359348" cy="1147303"/>
            </a:xfrm>
            <a:custGeom>
              <a:avLst/>
              <a:gdLst/>
              <a:ahLst/>
              <a:cxnLst/>
              <a:rect l="l" t="t" r="r" b="b"/>
              <a:pathLst>
                <a:path w="142466" h="47601" extrusionOk="0">
                  <a:moveTo>
                    <a:pt x="43315" y="27144"/>
                  </a:moveTo>
                  <a:lnTo>
                    <a:pt x="43345" y="27175"/>
                  </a:lnTo>
                  <a:cubicBezTo>
                    <a:pt x="43315" y="27175"/>
                    <a:pt x="43315" y="27205"/>
                    <a:pt x="43254" y="27205"/>
                  </a:cubicBezTo>
                  <a:cubicBezTo>
                    <a:pt x="43254" y="27175"/>
                    <a:pt x="43315" y="27175"/>
                    <a:pt x="43315" y="27144"/>
                  </a:cubicBezTo>
                  <a:close/>
                  <a:moveTo>
                    <a:pt x="44895" y="28998"/>
                  </a:moveTo>
                  <a:lnTo>
                    <a:pt x="44895" y="29029"/>
                  </a:lnTo>
                  <a:lnTo>
                    <a:pt x="44865" y="28998"/>
                  </a:lnTo>
                  <a:close/>
                  <a:moveTo>
                    <a:pt x="46050" y="31096"/>
                  </a:moveTo>
                  <a:lnTo>
                    <a:pt x="46081" y="31126"/>
                  </a:lnTo>
                  <a:lnTo>
                    <a:pt x="46050" y="31126"/>
                  </a:lnTo>
                  <a:lnTo>
                    <a:pt x="46050" y="31096"/>
                  </a:lnTo>
                  <a:close/>
                  <a:moveTo>
                    <a:pt x="25138" y="40366"/>
                  </a:moveTo>
                  <a:cubicBezTo>
                    <a:pt x="25168" y="40397"/>
                    <a:pt x="25168" y="40397"/>
                    <a:pt x="25229" y="40397"/>
                  </a:cubicBezTo>
                  <a:cubicBezTo>
                    <a:pt x="25229" y="40397"/>
                    <a:pt x="25229" y="40427"/>
                    <a:pt x="25168" y="40457"/>
                  </a:cubicBezTo>
                  <a:lnTo>
                    <a:pt x="25108" y="40457"/>
                  </a:lnTo>
                  <a:cubicBezTo>
                    <a:pt x="25138" y="40427"/>
                    <a:pt x="25138" y="40397"/>
                    <a:pt x="25138" y="40366"/>
                  </a:cubicBezTo>
                  <a:close/>
                  <a:moveTo>
                    <a:pt x="45746" y="40397"/>
                  </a:moveTo>
                  <a:cubicBezTo>
                    <a:pt x="45807" y="40427"/>
                    <a:pt x="45898" y="40427"/>
                    <a:pt x="45959" y="40457"/>
                  </a:cubicBezTo>
                  <a:lnTo>
                    <a:pt x="45898" y="40549"/>
                  </a:lnTo>
                  <a:lnTo>
                    <a:pt x="45746" y="40397"/>
                  </a:lnTo>
                  <a:close/>
                  <a:moveTo>
                    <a:pt x="39971" y="41643"/>
                  </a:moveTo>
                  <a:cubicBezTo>
                    <a:pt x="39982" y="41653"/>
                    <a:pt x="39993" y="41663"/>
                    <a:pt x="40005" y="41673"/>
                  </a:cubicBezTo>
                  <a:lnTo>
                    <a:pt x="40005" y="41673"/>
                  </a:lnTo>
                  <a:cubicBezTo>
                    <a:pt x="40004" y="41663"/>
                    <a:pt x="40003" y="41653"/>
                    <a:pt x="40002" y="41643"/>
                  </a:cubicBezTo>
                  <a:close/>
                  <a:moveTo>
                    <a:pt x="26506" y="42251"/>
                  </a:moveTo>
                  <a:lnTo>
                    <a:pt x="26506" y="42372"/>
                  </a:lnTo>
                  <a:lnTo>
                    <a:pt x="26354" y="42372"/>
                  </a:lnTo>
                  <a:lnTo>
                    <a:pt x="26354" y="42494"/>
                  </a:lnTo>
                  <a:cubicBezTo>
                    <a:pt x="26323" y="42494"/>
                    <a:pt x="26323" y="42433"/>
                    <a:pt x="26323" y="42433"/>
                  </a:cubicBezTo>
                  <a:cubicBezTo>
                    <a:pt x="26323" y="42403"/>
                    <a:pt x="26354" y="42403"/>
                    <a:pt x="26354" y="42372"/>
                  </a:cubicBezTo>
                  <a:cubicBezTo>
                    <a:pt x="26445" y="42342"/>
                    <a:pt x="26475" y="42281"/>
                    <a:pt x="26506" y="42251"/>
                  </a:cubicBezTo>
                  <a:close/>
                  <a:moveTo>
                    <a:pt x="41339" y="45716"/>
                  </a:moveTo>
                  <a:lnTo>
                    <a:pt x="41309" y="45746"/>
                  </a:lnTo>
                  <a:lnTo>
                    <a:pt x="41309" y="45716"/>
                  </a:lnTo>
                  <a:close/>
                  <a:moveTo>
                    <a:pt x="66263" y="1"/>
                  </a:moveTo>
                  <a:cubicBezTo>
                    <a:pt x="66476" y="123"/>
                    <a:pt x="66750" y="244"/>
                    <a:pt x="67023" y="305"/>
                  </a:cubicBezTo>
                  <a:cubicBezTo>
                    <a:pt x="69607" y="1186"/>
                    <a:pt x="71218" y="3466"/>
                    <a:pt x="71157" y="6110"/>
                  </a:cubicBezTo>
                  <a:cubicBezTo>
                    <a:pt x="71127" y="8694"/>
                    <a:pt x="69425" y="10913"/>
                    <a:pt x="66841" y="11703"/>
                  </a:cubicBezTo>
                  <a:cubicBezTo>
                    <a:pt x="66628" y="11734"/>
                    <a:pt x="66415" y="11825"/>
                    <a:pt x="66203" y="11886"/>
                  </a:cubicBezTo>
                  <a:cubicBezTo>
                    <a:pt x="67327" y="12190"/>
                    <a:pt x="68361" y="12585"/>
                    <a:pt x="69181" y="13345"/>
                  </a:cubicBezTo>
                  <a:cubicBezTo>
                    <a:pt x="71005" y="15016"/>
                    <a:pt x="71613" y="17114"/>
                    <a:pt x="70975" y="19454"/>
                  </a:cubicBezTo>
                  <a:cubicBezTo>
                    <a:pt x="70367" y="21734"/>
                    <a:pt x="68756" y="23193"/>
                    <a:pt x="66476" y="23649"/>
                  </a:cubicBezTo>
                  <a:cubicBezTo>
                    <a:pt x="66025" y="23735"/>
                    <a:pt x="65592" y="23776"/>
                    <a:pt x="65178" y="23776"/>
                  </a:cubicBezTo>
                  <a:cubicBezTo>
                    <a:pt x="62239" y="23776"/>
                    <a:pt x="60242" y="21741"/>
                    <a:pt x="59576" y="19637"/>
                  </a:cubicBezTo>
                  <a:cubicBezTo>
                    <a:pt x="59455" y="19333"/>
                    <a:pt x="59364" y="19029"/>
                    <a:pt x="59272" y="18725"/>
                  </a:cubicBezTo>
                  <a:cubicBezTo>
                    <a:pt x="58908" y="20244"/>
                    <a:pt x="58239" y="21582"/>
                    <a:pt x="56932" y="22524"/>
                  </a:cubicBezTo>
                  <a:cubicBezTo>
                    <a:pt x="55840" y="23357"/>
                    <a:pt x="54579" y="23747"/>
                    <a:pt x="53337" y="23747"/>
                  </a:cubicBezTo>
                  <a:cubicBezTo>
                    <a:pt x="51088" y="23747"/>
                    <a:pt x="48903" y="22466"/>
                    <a:pt x="47904" y="20214"/>
                  </a:cubicBezTo>
                  <a:cubicBezTo>
                    <a:pt x="47813" y="20001"/>
                    <a:pt x="47722" y="19728"/>
                    <a:pt x="47448" y="19485"/>
                  </a:cubicBezTo>
                  <a:lnTo>
                    <a:pt x="47448" y="23710"/>
                  </a:lnTo>
                  <a:cubicBezTo>
                    <a:pt x="39454" y="23740"/>
                    <a:pt x="31612" y="23740"/>
                    <a:pt x="23740" y="23740"/>
                  </a:cubicBezTo>
                  <a:cubicBezTo>
                    <a:pt x="23740" y="26476"/>
                    <a:pt x="23740" y="29272"/>
                    <a:pt x="23709" y="32008"/>
                  </a:cubicBezTo>
                  <a:cubicBezTo>
                    <a:pt x="23709" y="32342"/>
                    <a:pt x="23861" y="32707"/>
                    <a:pt x="23436" y="33071"/>
                  </a:cubicBezTo>
                  <a:cubicBezTo>
                    <a:pt x="23314" y="32707"/>
                    <a:pt x="23193" y="32463"/>
                    <a:pt x="23132" y="32159"/>
                  </a:cubicBezTo>
                  <a:cubicBezTo>
                    <a:pt x="21529" y="27148"/>
                    <a:pt x="16910" y="23812"/>
                    <a:pt x="11845" y="23812"/>
                  </a:cubicBezTo>
                  <a:cubicBezTo>
                    <a:pt x="11626" y="23812"/>
                    <a:pt x="11407" y="23819"/>
                    <a:pt x="11186" y="23831"/>
                  </a:cubicBezTo>
                  <a:cubicBezTo>
                    <a:pt x="5624" y="24165"/>
                    <a:pt x="1217" y="28086"/>
                    <a:pt x="153" y="33588"/>
                  </a:cubicBezTo>
                  <a:cubicBezTo>
                    <a:pt x="92" y="33740"/>
                    <a:pt x="31" y="33892"/>
                    <a:pt x="1" y="34044"/>
                  </a:cubicBezTo>
                  <a:lnTo>
                    <a:pt x="1" y="37327"/>
                  </a:lnTo>
                  <a:lnTo>
                    <a:pt x="335" y="38573"/>
                  </a:lnTo>
                  <a:cubicBezTo>
                    <a:pt x="1673" y="43649"/>
                    <a:pt x="6110" y="47236"/>
                    <a:pt x="11399" y="47448"/>
                  </a:cubicBezTo>
                  <a:cubicBezTo>
                    <a:pt x="11490" y="47448"/>
                    <a:pt x="11642" y="47509"/>
                    <a:pt x="11764" y="47509"/>
                  </a:cubicBezTo>
                  <a:cubicBezTo>
                    <a:pt x="11779" y="47479"/>
                    <a:pt x="11809" y="47464"/>
                    <a:pt x="11840" y="47464"/>
                  </a:cubicBezTo>
                  <a:cubicBezTo>
                    <a:pt x="11870" y="47464"/>
                    <a:pt x="11901" y="47479"/>
                    <a:pt x="11916" y="47509"/>
                  </a:cubicBezTo>
                  <a:cubicBezTo>
                    <a:pt x="16566" y="47296"/>
                    <a:pt x="20001" y="45230"/>
                    <a:pt x="22250" y="41187"/>
                  </a:cubicBezTo>
                  <a:cubicBezTo>
                    <a:pt x="22737" y="40275"/>
                    <a:pt x="22980" y="39242"/>
                    <a:pt x="23345" y="38269"/>
                  </a:cubicBezTo>
                  <a:cubicBezTo>
                    <a:pt x="23588" y="36719"/>
                    <a:pt x="23770" y="35138"/>
                    <a:pt x="23436" y="33588"/>
                  </a:cubicBezTo>
                  <a:lnTo>
                    <a:pt x="23436" y="33132"/>
                  </a:lnTo>
                  <a:cubicBezTo>
                    <a:pt x="23436" y="33102"/>
                    <a:pt x="23497" y="33071"/>
                    <a:pt x="23588" y="32950"/>
                  </a:cubicBezTo>
                  <a:lnTo>
                    <a:pt x="23588" y="32950"/>
                  </a:lnTo>
                  <a:cubicBezTo>
                    <a:pt x="24044" y="33740"/>
                    <a:pt x="23497" y="34622"/>
                    <a:pt x="23801" y="35442"/>
                  </a:cubicBezTo>
                  <a:lnTo>
                    <a:pt x="24621" y="35564"/>
                  </a:lnTo>
                  <a:cubicBezTo>
                    <a:pt x="25837" y="35412"/>
                    <a:pt x="26992" y="35229"/>
                    <a:pt x="28208" y="35077"/>
                  </a:cubicBezTo>
                  <a:cubicBezTo>
                    <a:pt x="28269" y="35047"/>
                    <a:pt x="28269" y="34956"/>
                    <a:pt x="28269" y="34895"/>
                  </a:cubicBezTo>
                  <a:cubicBezTo>
                    <a:pt x="26962" y="34378"/>
                    <a:pt x="25716" y="33922"/>
                    <a:pt x="24409" y="33436"/>
                  </a:cubicBezTo>
                  <a:cubicBezTo>
                    <a:pt x="24469" y="33406"/>
                    <a:pt x="24469" y="33315"/>
                    <a:pt x="24469" y="33284"/>
                  </a:cubicBezTo>
                  <a:cubicBezTo>
                    <a:pt x="25868" y="33375"/>
                    <a:pt x="27235" y="33436"/>
                    <a:pt x="28725" y="33558"/>
                  </a:cubicBezTo>
                  <a:cubicBezTo>
                    <a:pt x="28269" y="32950"/>
                    <a:pt x="27570" y="32767"/>
                    <a:pt x="27053" y="32372"/>
                  </a:cubicBezTo>
                  <a:cubicBezTo>
                    <a:pt x="26506" y="32008"/>
                    <a:pt x="25898" y="31643"/>
                    <a:pt x="25320" y="31308"/>
                  </a:cubicBezTo>
                  <a:cubicBezTo>
                    <a:pt x="25381" y="31248"/>
                    <a:pt x="25381" y="31187"/>
                    <a:pt x="25412" y="31126"/>
                  </a:cubicBezTo>
                  <a:cubicBezTo>
                    <a:pt x="26658" y="31460"/>
                    <a:pt x="27904" y="31764"/>
                    <a:pt x="29181" y="32099"/>
                  </a:cubicBezTo>
                  <a:cubicBezTo>
                    <a:pt x="29211" y="32068"/>
                    <a:pt x="29211" y="32038"/>
                    <a:pt x="29241" y="32008"/>
                  </a:cubicBezTo>
                  <a:cubicBezTo>
                    <a:pt x="28330" y="31096"/>
                    <a:pt x="27448" y="30184"/>
                    <a:pt x="26597" y="29272"/>
                  </a:cubicBezTo>
                  <a:cubicBezTo>
                    <a:pt x="26536" y="29211"/>
                    <a:pt x="26506" y="29150"/>
                    <a:pt x="26475" y="29120"/>
                  </a:cubicBezTo>
                  <a:cubicBezTo>
                    <a:pt x="26536" y="29120"/>
                    <a:pt x="26627" y="29150"/>
                    <a:pt x="26688" y="29150"/>
                  </a:cubicBezTo>
                  <a:cubicBezTo>
                    <a:pt x="27539" y="29606"/>
                    <a:pt x="28360" y="30062"/>
                    <a:pt x="29241" y="30488"/>
                  </a:cubicBezTo>
                  <a:cubicBezTo>
                    <a:pt x="29485" y="30579"/>
                    <a:pt x="29728" y="30670"/>
                    <a:pt x="30001" y="30792"/>
                  </a:cubicBezTo>
                  <a:cubicBezTo>
                    <a:pt x="30032" y="30792"/>
                    <a:pt x="30032" y="30731"/>
                    <a:pt x="30093" y="30701"/>
                  </a:cubicBezTo>
                  <a:cubicBezTo>
                    <a:pt x="29424" y="29728"/>
                    <a:pt x="28785" y="28694"/>
                    <a:pt x="28056" y="27600"/>
                  </a:cubicBezTo>
                  <a:lnTo>
                    <a:pt x="28056" y="27600"/>
                  </a:lnTo>
                  <a:cubicBezTo>
                    <a:pt x="28299" y="27631"/>
                    <a:pt x="28482" y="27631"/>
                    <a:pt x="28603" y="27691"/>
                  </a:cubicBezTo>
                  <a:cubicBezTo>
                    <a:pt x="29272" y="28238"/>
                    <a:pt x="29941" y="28816"/>
                    <a:pt x="30579" y="29333"/>
                  </a:cubicBezTo>
                  <a:cubicBezTo>
                    <a:pt x="30761" y="29515"/>
                    <a:pt x="31004" y="29667"/>
                    <a:pt x="31339" y="29758"/>
                  </a:cubicBezTo>
                  <a:cubicBezTo>
                    <a:pt x="30883" y="28664"/>
                    <a:pt x="30427" y="27509"/>
                    <a:pt x="29971" y="26384"/>
                  </a:cubicBezTo>
                  <a:cubicBezTo>
                    <a:pt x="29941" y="26232"/>
                    <a:pt x="29849" y="26080"/>
                    <a:pt x="29819" y="25928"/>
                  </a:cubicBezTo>
                  <a:cubicBezTo>
                    <a:pt x="29849" y="25928"/>
                    <a:pt x="29880" y="25868"/>
                    <a:pt x="29941" y="25868"/>
                  </a:cubicBezTo>
                  <a:cubicBezTo>
                    <a:pt x="30032" y="26020"/>
                    <a:pt x="30184" y="26232"/>
                    <a:pt x="30305" y="26384"/>
                  </a:cubicBezTo>
                  <a:lnTo>
                    <a:pt x="32463" y="29120"/>
                  </a:lnTo>
                  <a:cubicBezTo>
                    <a:pt x="32555" y="29059"/>
                    <a:pt x="32585" y="29059"/>
                    <a:pt x="32676" y="29029"/>
                  </a:cubicBezTo>
                  <a:lnTo>
                    <a:pt x="31977" y="24925"/>
                  </a:lnTo>
                  <a:cubicBezTo>
                    <a:pt x="32007" y="24895"/>
                    <a:pt x="32068" y="24895"/>
                    <a:pt x="32099" y="24865"/>
                  </a:cubicBezTo>
                  <a:cubicBezTo>
                    <a:pt x="32737" y="26111"/>
                    <a:pt x="33345" y="27327"/>
                    <a:pt x="33953" y="28573"/>
                  </a:cubicBezTo>
                  <a:cubicBezTo>
                    <a:pt x="34044" y="28542"/>
                    <a:pt x="34074" y="28542"/>
                    <a:pt x="34135" y="28542"/>
                  </a:cubicBezTo>
                  <a:cubicBezTo>
                    <a:pt x="34196" y="27205"/>
                    <a:pt x="34257" y="25928"/>
                    <a:pt x="34287" y="24591"/>
                  </a:cubicBezTo>
                  <a:lnTo>
                    <a:pt x="34530" y="24591"/>
                  </a:lnTo>
                  <a:cubicBezTo>
                    <a:pt x="34834" y="25868"/>
                    <a:pt x="35169" y="27175"/>
                    <a:pt x="35503" y="28451"/>
                  </a:cubicBezTo>
                  <a:lnTo>
                    <a:pt x="35655" y="28451"/>
                  </a:lnTo>
                  <a:cubicBezTo>
                    <a:pt x="36020" y="27083"/>
                    <a:pt x="36354" y="25776"/>
                    <a:pt x="36688" y="24409"/>
                  </a:cubicBezTo>
                  <a:cubicBezTo>
                    <a:pt x="36719" y="24439"/>
                    <a:pt x="36780" y="24439"/>
                    <a:pt x="36810" y="24439"/>
                  </a:cubicBezTo>
                  <a:cubicBezTo>
                    <a:pt x="36840" y="25776"/>
                    <a:pt x="36932" y="27144"/>
                    <a:pt x="36992" y="28512"/>
                  </a:cubicBezTo>
                  <a:cubicBezTo>
                    <a:pt x="37084" y="28512"/>
                    <a:pt x="37114" y="28542"/>
                    <a:pt x="37175" y="28542"/>
                  </a:cubicBezTo>
                  <a:cubicBezTo>
                    <a:pt x="37722" y="27479"/>
                    <a:pt x="38208" y="26415"/>
                    <a:pt x="38755" y="25351"/>
                  </a:cubicBezTo>
                  <a:cubicBezTo>
                    <a:pt x="38846" y="25108"/>
                    <a:pt x="38938" y="24895"/>
                    <a:pt x="39059" y="24652"/>
                  </a:cubicBezTo>
                  <a:cubicBezTo>
                    <a:pt x="39090" y="24713"/>
                    <a:pt x="39150" y="24713"/>
                    <a:pt x="39211" y="24743"/>
                  </a:cubicBezTo>
                  <a:cubicBezTo>
                    <a:pt x="39150" y="24956"/>
                    <a:pt x="39090" y="25199"/>
                    <a:pt x="39059" y="25412"/>
                  </a:cubicBezTo>
                  <a:cubicBezTo>
                    <a:pt x="38907" y="26324"/>
                    <a:pt x="38694" y="27296"/>
                    <a:pt x="38543" y="28208"/>
                  </a:cubicBezTo>
                  <a:cubicBezTo>
                    <a:pt x="38482" y="28512"/>
                    <a:pt x="38543" y="28846"/>
                    <a:pt x="38603" y="29181"/>
                  </a:cubicBezTo>
                  <a:cubicBezTo>
                    <a:pt x="39302" y="28269"/>
                    <a:pt x="40002" y="27327"/>
                    <a:pt x="40731" y="26415"/>
                  </a:cubicBezTo>
                  <a:cubicBezTo>
                    <a:pt x="40783" y="26389"/>
                    <a:pt x="40878" y="26341"/>
                    <a:pt x="41036" y="26290"/>
                  </a:cubicBezTo>
                  <a:lnTo>
                    <a:pt x="41036" y="26290"/>
                  </a:lnTo>
                  <a:cubicBezTo>
                    <a:pt x="41036" y="26291"/>
                    <a:pt x="41035" y="26292"/>
                    <a:pt x="41035" y="26293"/>
                  </a:cubicBezTo>
                  <a:cubicBezTo>
                    <a:pt x="41054" y="26312"/>
                    <a:pt x="41072" y="26319"/>
                    <a:pt x="41098" y="26336"/>
                  </a:cubicBezTo>
                  <a:lnTo>
                    <a:pt x="41098" y="26336"/>
                  </a:lnTo>
                  <a:cubicBezTo>
                    <a:pt x="41107" y="26311"/>
                    <a:pt x="41117" y="26287"/>
                    <a:pt x="41126" y="26263"/>
                  </a:cubicBezTo>
                  <a:lnTo>
                    <a:pt x="41126" y="26263"/>
                  </a:lnTo>
                  <a:cubicBezTo>
                    <a:pt x="41094" y="26272"/>
                    <a:pt x="41064" y="26281"/>
                    <a:pt x="41036" y="26290"/>
                  </a:cubicBezTo>
                  <a:lnTo>
                    <a:pt x="41036" y="26290"/>
                  </a:lnTo>
                  <a:cubicBezTo>
                    <a:pt x="41097" y="26139"/>
                    <a:pt x="41187" y="25958"/>
                    <a:pt x="41248" y="25807"/>
                  </a:cubicBezTo>
                  <a:cubicBezTo>
                    <a:pt x="41309" y="25837"/>
                    <a:pt x="41369" y="25868"/>
                    <a:pt x="41400" y="25898"/>
                  </a:cubicBezTo>
                  <a:cubicBezTo>
                    <a:pt x="41309" y="26020"/>
                    <a:pt x="41217" y="26172"/>
                    <a:pt x="41157" y="26384"/>
                  </a:cubicBezTo>
                  <a:cubicBezTo>
                    <a:pt x="41133" y="26361"/>
                    <a:pt x="41114" y="26346"/>
                    <a:pt x="41098" y="26336"/>
                  </a:cubicBezTo>
                  <a:lnTo>
                    <a:pt x="41098" y="26336"/>
                  </a:lnTo>
                  <a:cubicBezTo>
                    <a:pt x="40623" y="27552"/>
                    <a:pt x="40207" y="28626"/>
                    <a:pt x="39819" y="29758"/>
                  </a:cubicBezTo>
                  <a:cubicBezTo>
                    <a:pt x="39850" y="29789"/>
                    <a:pt x="39910" y="29819"/>
                    <a:pt x="39971" y="29880"/>
                  </a:cubicBezTo>
                  <a:cubicBezTo>
                    <a:pt x="40913" y="29120"/>
                    <a:pt x="41825" y="28299"/>
                    <a:pt x="42768" y="27539"/>
                  </a:cubicBezTo>
                  <a:cubicBezTo>
                    <a:pt x="42919" y="27448"/>
                    <a:pt x="43102" y="27327"/>
                    <a:pt x="43254" y="27205"/>
                  </a:cubicBezTo>
                  <a:lnTo>
                    <a:pt x="43254" y="27205"/>
                  </a:lnTo>
                  <a:cubicBezTo>
                    <a:pt x="43163" y="27387"/>
                    <a:pt x="43071" y="27539"/>
                    <a:pt x="42950" y="27752"/>
                  </a:cubicBezTo>
                  <a:cubicBezTo>
                    <a:pt x="42342" y="28694"/>
                    <a:pt x="41704" y="29637"/>
                    <a:pt x="41096" y="30579"/>
                  </a:cubicBezTo>
                  <a:cubicBezTo>
                    <a:pt x="41126" y="30670"/>
                    <a:pt x="41217" y="30731"/>
                    <a:pt x="41248" y="30822"/>
                  </a:cubicBezTo>
                  <a:cubicBezTo>
                    <a:pt x="42342" y="30275"/>
                    <a:pt x="43406" y="29728"/>
                    <a:pt x="44530" y="29150"/>
                  </a:cubicBezTo>
                  <a:lnTo>
                    <a:pt x="44530" y="29150"/>
                  </a:lnTo>
                  <a:cubicBezTo>
                    <a:pt x="44743" y="29272"/>
                    <a:pt x="44743" y="29272"/>
                    <a:pt x="44470" y="29485"/>
                  </a:cubicBezTo>
                  <a:cubicBezTo>
                    <a:pt x="43649" y="30366"/>
                    <a:pt x="42798" y="31278"/>
                    <a:pt x="41977" y="32190"/>
                  </a:cubicBezTo>
                  <a:cubicBezTo>
                    <a:pt x="43193" y="31886"/>
                    <a:pt x="44409" y="31552"/>
                    <a:pt x="45655" y="31187"/>
                  </a:cubicBezTo>
                  <a:cubicBezTo>
                    <a:pt x="45655" y="31278"/>
                    <a:pt x="45686" y="31308"/>
                    <a:pt x="45746" y="31400"/>
                  </a:cubicBezTo>
                  <a:cubicBezTo>
                    <a:pt x="44622" y="32068"/>
                    <a:pt x="43527" y="32798"/>
                    <a:pt x="42433" y="33467"/>
                  </a:cubicBezTo>
                  <a:cubicBezTo>
                    <a:pt x="42433" y="33527"/>
                    <a:pt x="42464" y="33588"/>
                    <a:pt x="42464" y="33618"/>
                  </a:cubicBezTo>
                  <a:cubicBezTo>
                    <a:pt x="43862" y="33558"/>
                    <a:pt x="45230" y="33436"/>
                    <a:pt x="46597" y="33375"/>
                  </a:cubicBezTo>
                  <a:cubicBezTo>
                    <a:pt x="46597" y="33406"/>
                    <a:pt x="46658" y="33467"/>
                    <a:pt x="46658" y="33527"/>
                  </a:cubicBezTo>
                  <a:cubicBezTo>
                    <a:pt x="45382" y="33983"/>
                    <a:pt x="44105" y="34470"/>
                    <a:pt x="42859" y="34925"/>
                  </a:cubicBezTo>
                  <a:cubicBezTo>
                    <a:pt x="42889" y="34986"/>
                    <a:pt x="42889" y="35077"/>
                    <a:pt x="42889" y="35138"/>
                  </a:cubicBezTo>
                  <a:lnTo>
                    <a:pt x="46202" y="35594"/>
                  </a:lnTo>
                  <a:cubicBezTo>
                    <a:pt x="46506" y="35655"/>
                    <a:pt x="46749" y="35655"/>
                    <a:pt x="47053" y="35685"/>
                  </a:cubicBezTo>
                  <a:lnTo>
                    <a:pt x="47053" y="35898"/>
                  </a:lnTo>
                  <a:cubicBezTo>
                    <a:pt x="46841" y="35959"/>
                    <a:pt x="46597" y="35959"/>
                    <a:pt x="46385" y="35989"/>
                  </a:cubicBezTo>
                  <a:cubicBezTo>
                    <a:pt x="45199" y="36141"/>
                    <a:pt x="44014" y="36324"/>
                    <a:pt x="42859" y="36476"/>
                  </a:cubicBezTo>
                  <a:cubicBezTo>
                    <a:pt x="42798" y="36567"/>
                    <a:pt x="42798" y="36597"/>
                    <a:pt x="42798" y="36658"/>
                  </a:cubicBezTo>
                  <a:cubicBezTo>
                    <a:pt x="44075" y="37114"/>
                    <a:pt x="45351" y="37631"/>
                    <a:pt x="46597" y="38087"/>
                  </a:cubicBezTo>
                  <a:cubicBezTo>
                    <a:pt x="46567" y="38117"/>
                    <a:pt x="46567" y="38178"/>
                    <a:pt x="46567" y="38239"/>
                  </a:cubicBezTo>
                  <a:cubicBezTo>
                    <a:pt x="45230" y="38147"/>
                    <a:pt x="43953" y="38087"/>
                    <a:pt x="42616" y="37995"/>
                  </a:cubicBezTo>
                  <a:cubicBezTo>
                    <a:pt x="42616" y="38087"/>
                    <a:pt x="42585" y="38117"/>
                    <a:pt x="42555" y="38178"/>
                  </a:cubicBezTo>
                  <a:cubicBezTo>
                    <a:pt x="42859" y="38421"/>
                    <a:pt x="43102" y="38603"/>
                    <a:pt x="43406" y="38786"/>
                  </a:cubicBezTo>
                  <a:cubicBezTo>
                    <a:pt x="44227" y="39333"/>
                    <a:pt x="44986" y="39850"/>
                    <a:pt x="45746" y="40397"/>
                  </a:cubicBezTo>
                  <a:cubicBezTo>
                    <a:pt x="45351" y="40366"/>
                    <a:pt x="44926" y="40306"/>
                    <a:pt x="44561" y="40214"/>
                  </a:cubicBezTo>
                  <a:cubicBezTo>
                    <a:pt x="43679" y="39971"/>
                    <a:pt x="42828" y="39698"/>
                    <a:pt x="41825" y="39606"/>
                  </a:cubicBezTo>
                  <a:lnTo>
                    <a:pt x="41825" y="39606"/>
                  </a:lnTo>
                  <a:cubicBezTo>
                    <a:pt x="42707" y="40457"/>
                    <a:pt x="43558" y="41309"/>
                    <a:pt x="44439" y="42190"/>
                  </a:cubicBezTo>
                  <a:cubicBezTo>
                    <a:pt x="44614" y="42336"/>
                    <a:pt x="44761" y="42509"/>
                    <a:pt x="44960" y="42657"/>
                  </a:cubicBezTo>
                  <a:lnTo>
                    <a:pt x="44960" y="42657"/>
                  </a:lnTo>
                  <a:cubicBezTo>
                    <a:pt x="44713" y="42572"/>
                    <a:pt x="44513" y="42488"/>
                    <a:pt x="44287" y="42403"/>
                  </a:cubicBezTo>
                  <a:cubicBezTo>
                    <a:pt x="43254" y="41825"/>
                    <a:pt x="42220" y="41309"/>
                    <a:pt x="41035" y="40670"/>
                  </a:cubicBezTo>
                  <a:lnTo>
                    <a:pt x="41035" y="40670"/>
                  </a:lnTo>
                  <a:cubicBezTo>
                    <a:pt x="41187" y="41369"/>
                    <a:pt x="41582" y="41795"/>
                    <a:pt x="41886" y="42251"/>
                  </a:cubicBezTo>
                  <a:cubicBezTo>
                    <a:pt x="42220" y="42737"/>
                    <a:pt x="42555" y="43193"/>
                    <a:pt x="42859" y="43649"/>
                  </a:cubicBezTo>
                  <a:cubicBezTo>
                    <a:pt x="43011" y="43892"/>
                    <a:pt x="43163" y="44166"/>
                    <a:pt x="43315" y="44379"/>
                  </a:cubicBezTo>
                  <a:lnTo>
                    <a:pt x="43375" y="44470"/>
                  </a:lnTo>
                  <a:lnTo>
                    <a:pt x="43254" y="44470"/>
                  </a:lnTo>
                  <a:cubicBezTo>
                    <a:pt x="43041" y="44318"/>
                    <a:pt x="42798" y="44105"/>
                    <a:pt x="42585" y="43953"/>
                  </a:cubicBezTo>
                  <a:cubicBezTo>
                    <a:pt x="41715" y="43173"/>
                    <a:pt x="40845" y="42423"/>
                    <a:pt x="40005" y="41673"/>
                  </a:cubicBezTo>
                  <a:lnTo>
                    <a:pt x="40005" y="41673"/>
                  </a:lnTo>
                  <a:cubicBezTo>
                    <a:pt x="40030" y="41938"/>
                    <a:pt x="40004" y="42228"/>
                    <a:pt x="40062" y="42433"/>
                  </a:cubicBezTo>
                  <a:cubicBezTo>
                    <a:pt x="40336" y="43193"/>
                    <a:pt x="40670" y="43953"/>
                    <a:pt x="40974" y="44713"/>
                  </a:cubicBezTo>
                  <a:cubicBezTo>
                    <a:pt x="41096" y="44986"/>
                    <a:pt x="41126" y="45260"/>
                    <a:pt x="41096" y="45594"/>
                  </a:cubicBezTo>
                  <a:cubicBezTo>
                    <a:pt x="40305" y="44622"/>
                    <a:pt x="39546" y="43649"/>
                    <a:pt x="38755" y="42676"/>
                  </a:cubicBezTo>
                  <a:lnTo>
                    <a:pt x="38755" y="42676"/>
                  </a:lnTo>
                  <a:cubicBezTo>
                    <a:pt x="38603" y="44044"/>
                    <a:pt x="39059" y="45290"/>
                    <a:pt x="38998" y="46658"/>
                  </a:cubicBezTo>
                  <a:cubicBezTo>
                    <a:pt x="38391" y="45442"/>
                    <a:pt x="37843" y="44227"/>
                    <a:pt x="37114" y="42828"/>
                  </a:cubicBezTo>
                  <a:cubicBezTo>
                    <a:pt x="36871" y="44379"/>
                    <a:pt x="36932" y="45746"/>
                    <a:pt x="36810" y="47114"/>
                  </a:cubicBezTo>
                  <a:cubicBezTo>
                    <a:pt x="36263" y="45868"/>
                    <a:pt x="36141" y="44470"/>
                    <a:pt x="35503" y="43163"/>
                  </a:cubicBezTo>
                  <a:cubicBezTo>
                    <a:pt x="35199" y="44470"/>
                    <a:pt x="34865" y="45746"/>
                    <a:pt x="34530" y="47053"/>
                  </a:cubicBezTo>
                  <a:lnTo>
                    <a:pt x="34348" y="47053"/>
                  </a:lnTo>
                  <a:cubicBezTo>
                    <a:pt x="34257" y="45716"/>
                    <a:pt x="34226" y="44379"/>
                    <a:pt x="34196" y="43041"/>
                  </a:cubicBezTo>
                  <a:cubicBezTo>
                    <a:pt x="33284" y="44227"/>
                    <a:pt x="32828" y="45594"/>
                    <a:pt x="31947" y="46962"/>
                  </a:cubicBezTo>
                  <a:cubicBezTo>
                    <a:pt x="32220" y="45382"/>
                    <a:pt x="32463" y="43953"/>
                    <a:pt x="32707" y="42585"/>
                  </a:cubicBezTo>
                  <a:cubicBezTo>
                    <a:pt x="32646" y="42585"/>
                    <a:pt x="32585" y="42555"/>
                    <a:pt x="32524" y="42524"/>
                  </a:cubicBezTo>
                  <a:cubicBezTo>
                    <a:pt x="31795" y="43436"/>
                    <a:pt x="31096" y="44348"/>
                    <a:pt x="30396" y="45260"/>
                  </a:cubicBezTo>
                  <a:cubicBezTo>
                    <a:pt x="30275" y="45412"/>
                    <a:pt x="30123" y="45564"/>
                    <a:pt x="30001" y="45716"/>
                  </a:cubicBezTo>
                  <a:cubicBezTo>
                    <a:pt x="29941" y="45686"/>
                    <a:pt x="29880" y="45686"/>
                    <a:pt x="29819" y="45625"/>
                  </a:cubicBezTo>
                  <a:cubicBezTo>
                    <a:pt x="29880" y="45442"/>
                    <a:pt x="30001" y="45230"/>
                    <a:pt x="30093" y="44986"/>
                  </a:cubicBezTo>
                  <a:cubicBezTo>
                    <a:pt x="30457" y="44014"/>
                    <a:pt x="30883" y="42980"/>
                    <a:pt x="31248" y="41977"/>
                  </a:cubicBezTo>
                  <a:lnTo>
                    <a:pt x="31126" y="41825"/>
                  </a:lnTo>
                  <a:cubicBezTo>
                    <a:pt x="30123" y="42585"/>
                    <a:pt x="29150" y="43406"/>
                    <a:pt x="28086" y="44227"/>
                  </a:cubicBezTo>
                  <a:cubicBezTo>
                    <a:pt x="27995" y="43619"/>
                    <a:pt x="28451" y="43436"/>
                    <a:pt x="28634" y="43102"/>
                  </a:cubicBezTo>
                  <a:cubicBezTo>
                    <a:pt x="28846" y="42707"/>
                    <a:pt x="29120" y="42372"/>
                    <a:pt x="29363" y="41977"/>
                  </a:cubicBezTo>
                  <a:cubicBezTo>
                    <a:pt x="29637" y="41643"/>
                    <a:pt x="29849" y="41278"/>
                    <a:pt x="30184" y="40731"/>
                  </a:cubicBezTo>
                  <a:lnTo>
                    <a:pt x="30184" y="40731"/>
                  </a:lnTo>
                  <a:cubicBezTo>
                    <a:pt x="28846" y="41065"/>
                    <a:pt x="27904" y="41977"/>
                    <a:pt x="26627" y="42190"/>
                  </a:cubicBezTo>
                  <a:cubicBezTo>
                    <a:pt x="27448" y="41309"/>
                    <a:pt x="28269" y="40457"/>
                    <a:pt x="29089" y="39637"/>
                  </a:cubicBezTo>
                  <a:cubicBezTo>
                    <a:pt x="29029" y="39606"/>
                    <a:pt x="28998" y="39515"/>
                    <a:pt x="28937" y="39485"/>
                  </a:cubicBezTo>
                  <a:cubicBezTo>
                    <a:pt x="27813" y="39819"/>
                    <a:pt x="26627" y="40123"/>
                    <a:pt x="25503" y="40427"/>
                  </a:cubicBezTo>
                  <a:cubicBezTo>
                    <a:pt x="25442" y="40366"/>
                    <a:pt x="25412" y="40306"/>
                    <a:pt x="25381" y="40245"/>
                  </a:cubicBezTo>
                  <a:cubicBezTo>
                    <a:pt x="26415" y="39546"/>
                    <a:pt x="27418" y="38907"/>
                    <a:pt x="28451" y="38239"/>
                  </a:cubicBezTo>
                  <a:cubicBezTo>
                    <a:pt x="28421" y="38147"/>
                    <a:pt x="28421" y="38087"/>
                    <a:pt x="28390" y="37995"/>
                  </a:cubicBezTo>
                  <a:lnTo>
                    <a:pt x="24378" y="38239"/>
                  </a:lnTo>
                  <a:cubicBezTo>
                    <a:pt x="24378" y="38147"/>
                    <a:pt x="24348" y="38117"/>
                    <a:pt x="24348" y="38087"/>
                  </a:cubicBezTo>
                  <a:cubicBezTo>
                    <a:pt x="25594" y="37570"/>
                    <a:pt x="26901" y="37114"/>
                    <a:pt x="28178" y="36628"/>
                  </a:cubicBezTo>
                  <a:lnTo>
                    <a:pt x="28178" y="36445"/>
                  </a:lnTo>
                  <a:cubicBezTo>
                    <a:pt x="26931" y="36263"/>
                    <a:pt x="25655" y="36111"/>
                    <a:pt x="24378" y="35898"/>
                  </a:cubicBezTo>
                  <a:cubicBezTo>
                    <a:pt x="23679" y="36050"/>
                    <a:pt x="23679" y="36050"/>
                    <a:pt x="23679" y="36719"/>
                  </a:cubicBezTo>
                  <a:lnTo>
                    <a:pt x="23679" y="38482"/>
                  </a:lnTo>
                  <a:lnTo>
                    <a:pt x="23679" y="47540"/>
                  </a:lnTo>
                  <a:cubicBezTo>
                    <a:pt x="27083" y="47570"/>
                    <a:pt x="30518" y="47570"/>
                    <a:pt x="33922" y="47570"/>
                  </a:cubicBezTo>
                  <a:cubicBezTo>
                    <a:pt x="34409" y="47570"/>
                    <a:pt x="34956" y="47600"/>
                    <a:pt x="35442" y="47600"/>
                  </a:cubicBezTo>
                  <a:lnTo>
                    <a:pt x="47418" y="47600"/>
                  </a:lnTo>
                  <a:cubicBezTo>
                    <a:pt x="47935" y="47570"/>
                    <a:pt x="48482" y="47570"/>
                    <a:pt x="48999" y="47540"/>
                  </a:cubicBezTo>
                  <a:cubicBezTo>
                    <a:pt x="47479" y="46749"/>
                    <a:pt x="47114" y="45777"/>
                    <a:pt x="47570" y="43771"/>
                  </a:cubicBezTo>
                  <a:cubicBezTo>
                    <a:pt x="47844" y="42707"/>
                    <a:pt x="48391" y="41673"/>
                    <a:pt x="48968" y="40761"/>
                  </a:cubicBezTo>
                  <a:cubicBezTo>
                    <a:pt x="50032" y="39029"/>
                    <a:pt x="51521" y="37661"/>
                    <a:pt x="53072" y="36324"/>
                  </a:cubicBezTo>
                  <a:cubicBezTo>
                    <a:pt x="53254" y="36141"/>
                    <a:pt x="53497" y="35959"/>
                    <a:pt x="53771" y="35716"/>
                  </a:cubicBezTo>
                  <a:cubicBezTo>
                    <a:pt x="53528" y="35533"/>
                    <a:pt x="53345" y="35351"/>
                    <a:pt x="53163" y="35138"/>
                  </a:cubicBezTo>
                  <a:cubicBezTo>
                    <a:pt x="51977" y="33983"/>
                    <a:pt x="50762" y="32828"/>
                    <a:pt x="49667" y="31582"/>
                  </a:cubicBezTo>
                  <a:cubicBezTo>
                    <a:pt x="48938" y="30792"/>
                    <a:pt x="48452" y="29789"/>
                    <a:pt x="47935" y="28846"/>
                  </a:cubicBezTo>
                  <a:cubicBezTo>
                    <a:pt x="47540" y="28056"/>
                    <a:pt x="47388" y="27175"/>
                    <a:pt x="47418" y="26263"/>
                  </a:cubicBezTo>
                  <a:cubicBezTo>
                    <a:pt x="47448" y="24865"/>
                    <a:pt x="48330" y="23862"/>
                    <a:pt x="49759" y="23862"/>
                  </a:cubicBezTo>
                  <a:cubicBezTo>
                    <a:pt x="50579" y="23862"/>
                    <a:pt x="51400" y="24044"/>
                    <a:pt x="52160" y="24317"/>
                  </a:cubicBezTo>
                  <a:cubicBezTo>
                    <a:pt x="53710" y="24895"/>
                    <a:pt x="55017" y="25868"/>
                    <a:pt x="56202" y="26992"/>
                  </a:cubicBezTo>
                  <a:cubicBezTo>
                    <a:pt x="57023" y="27783"/>
                    <a:pt x="57813" y="28664"/>
                    <a:pt x="58634" y="29485"/>
                  </a:cubicBezTo>
                  <a:cubicBezTo>
                    <a:pt x="58816" y="29728"/>
                    <a:pt x="59029" y="29971"/>
                    <a:pt x="59272" y="30245"/>
                  </a:cubicBezTo>
                  <a:cubicBezTo>
                    <a:pt x="59637" y="29819"/>
                    <a:pt x="59941" y="29454"/>
                    <a:pt x="60306" y="29059"/>
                  </a:cubicBezTo>
                  <a:cubicBezTo>
                    <a:pt x="61522" y="27661"/>
                    <a:pt x="62798" y="26415"/>
                    <a:pt x="64348" y="25381"/>
                  </a:cubicBezTo>
                  <a:cubicBezTo>
                    <a:pt x="65412" y="24713"/>
                    <a:pt x="66537" y="24135"/>
                    <a:pt x="67814" y="23892"/>
                  </a:cubicBezTo>
                  <a:cubicBezTo>
                    <a:pt x="68077" y="23852"/>
                    <a:pt x="68324" y="23832"/>
                    <a:pt x="68555" y="23832"/>
                  </a:cubicBezTo>
                  <a:cubicBezTo>
                    <a:pt x="69741" y="23832"/>
                    <a:pt x="70522" y="24363"/>
                    <a:pt x="71005" y="25533"/>
                  </a:cubicBezTo>
                  <a:cubicBezTo>
                    <a:pt x="71096" y="25017"/>
                    <a:pt x="71157" y="24500"/>
                    <a:pt x="71248" y="23862"/>
                  </a:cubicBezTo>
                  <a:cubicBezTo>
                    <a:pt x="73528" y="23862"/>
                    <a:pt x="75838" y="23831"/>
                    <a:pt x="78118" y="23831"/>
                  </a:cubicBezTo>
                  <a:cubicBezTo>
                    <a:pt x="78179" y="21551"/>
                    <a:pt x="78270" y="19241"/>
                    <a:pt x="78330" y="16840"/>
                  </a:cubicBezTo>
                  <a:cubicBezTo>
                    <a:pt x="77864" y="16809"/>
                    <a:pt x="77399" y="16797"/>
                    <a:pt x="76935" y="16797"/>
                  </a:cubicBezTo>
                  <a:cubicBezTo>
                    <a:pt x="75214" y="16797"/>
                    <a:pt x="73495" y="16964"/>
                    <a:pt x="71664" y="16964"/>
                  </a:cubicBezTo>
                  <a:cubicBezTo>
                    <a:pt x="71546" y="16964"/>
                    <a:pt x="71428" y="16963"/>
                    <a:pt x="71309" y="16962"/>
                  </a:cubicBezTo>
                  <a:cubicBezTo>
                    <a:pt x="72160" y="15959"/>
                    <a:pt x="73042" y="15229"/>
                    <a:pt x="73862" y="14439"/>
                  </a:cubicBezTo>
                  <a:cubicBezTo>
                    <a:pt x="74653" y="13649"/>
                    <a:pt x="75504" y="12889"/>
                    <a:pt x="76355" y="12038"/>
                  </a:cubicBezTo>
                  <a:cubicBezTo>
                    <a:pt x="74653" y="10457"/>
                    <a:pt x="72981" y="8907"/>
                    <a:pt x="71339" y="7326"/>
                  </a:cubicBezTo>
                  <a:cubicBezTo>
                    <a:pt x="71400" y="7266"/>
                    <a:pt x="71400" y="7235"/>
                    <a:pt x="71431" y="7144"/>
                  </a:cubicBezTo>
                  <a:cubicBezTo>
                    <a:pt x="73710" y="7235"/>
                    <a:pt x="75960" y="7266"/>
                    <a:pt x="78300" y="7326"/>
                  </a:cubicBezTo>
                  <a:cubicBezTo>
                    <a:pt x="78239" y="5016"/>
                    <a:pt x="78148" y="2737"/>
                    <a:pt x="78118" y="487"/>
                  </a:cubicBezTo>
                  <a:cubicBezTo>
                    <a:pt x="78179" y="487"/>
                    <a:pt x="78239" y="457"/>
                    <a:pt x="78300" y="427"/>
                  </a:cubicBezTo>
                  <a:cubicBezTo>
                    <a:pt x="79850" y="2098"/>
                    <a:pt x="81400" y="3740"/>
                    <a:pt x="83011" y="5442"/>
                  </a:cubicBezTo>
                  <a:cubicBezTo>
                    <a:pt x="84653" y="3740"/>
                    <a:pt x="86173" y="2068"/>
                    <a:pt x="87875" y="275"/>
                  </a:cubicBezTo>
                  <a:lnTo>
                    <a:pt x="87875" y="275"/>
                  </a:lnTo>
                  <a:cubicBezTo>
                    <a:pt x="87996" y="2737"/>
                    <a:pt x="87692" y="4986"/>
                    <a:pt x="87753" y="7326"/>
                  </a:cubicBezTo>
                  <a:cubicBezTo>
                    <a:pt x="90094" y="7326"/>
                    <a:pt x="92313" y="7266"/>
                    <a:pt x="94653" y="7235"/>
                  </a:cubicBezTo>
                  <a:lnTo>
                    <a:pt x="94653" y="7235"/>
                  </a:lnTo>
                  <a:cubicBezTo>
                    <a:pt x="93923" y="8086"/>
                    <a:pt x="93042" y="8846"/>
                    <a:pt x="92221" y="9667"/>
                  </a:cubicBezTo>
                  <a:cubicBezTo>
                    <a:pt x="91370" y="10427"/>
                    <a:pt x="90519" y="11217"/>
                    <a:pt x="89668" y="12038"/>
                  </a:cubicBezTo>
                  <a:cubicBezTo>
                    <a:pt x="91370" y="13649"/>
                    <a:pt x="93042" y="15199"/>
                    <a:pt x="94683" y="16749"/>
                  </a:cubicBezTo>
                  <a:cubicBezTo>
                    <a:pt x="94653" y="16840"/>
                    <a:pt x="94653" y="16871"/>
                    <a:pt x="94592" y="16962"/>
                  </a:cubicBezTo>
                  <a:cubicBezTo>
                    <a:pt x="92313" y="16871"/>
                    <a:pt x="90094" y="16810"/>
                    <a:pt x="87753" y="16719"/>
                  </a:cubicBezTo>
                  <a:lnTo>
                    <a:pt x="87753" y="19545"/>
                  </a:lnTo>
                  <a:cubicBezTo>
                    <a:pt x="87784" y="20944"/>
                    <a:pt x="87844" y="22372"/>
                    <a:pt x="87875" y="23801"/>
                  </a:cubicBezTo>
                  <a:cubicBezTo>
                    <a:pt x="90306" y="23801"/>
                    <a:pt x="92738" y="23831"/>
                    <a:pt x="95170" y="23831"/>
                  </a:cubicBezTo>
                  <a:cubicBezTo>
                    <a:pt x="106568" y="23831"/>
                    <a:pt x="116599" y="32463"/>
                    <a:pt x="118362" y="43710"/>
                  </a:cubicBezTo>
                  <a:cubicBezTo>
                    <a:pt x="118422" y="44348"/>
                    <a:pt x="118544" y="44986"/>
                    <a:pt x="118635" y="45625"/>
                  </a:cubicBezTo>
                  <a:cubicBezTo>
                    <a:pt x="119152" y="41278"/>
                    <a:pt x="120520" y="37205"/>
                    <a:pt x="123164" y="33618"/>
                  </a:cubicBezTo>
                  <a:cubicBezTo>
                    <a:pt x="127420" y="27935"/>
                    <a:pt x="133043" y="24652"/>
                    <a:pt x="140125" y="23953"/>
                  </a:cubicBezTo>
                  <a:cubicBezTo>
                    <a:pt x="140885" y="23862"/>
                    <a:pt x="141645" y="23831"/>
                    <a:pt x="142405" y="23801"/>
                  </a:cubicBezTo>
                  <a:lnTo>
                    <a:pt x="142465" y="23801"/>
                  </a:lnTo>
                  <a:cubicBezTo>
                    <a:pt x="142435" y="23527"/>
                    <a:pt x="142435" y="23284"/>
                    <a:pt x="142435" y="23041"/>
                  </a:cubicBezTo>
                  <a:lnTo>
                    <a:pt x="142435" y="487"/>
                  </a:lnTo>
                  <a:cubicBezTo>
                    <a:pt x="142435" y="335"/>
                    <a:pt x="142465" y="183"/>
                    <a:pt x="142465" y="31"/>
                  </a:cubicBezTo>
                  <a:lnTo>
                    <a:pt x="142101" y="31"/>
                  </a:lnTo>
                  <a:cubicBezTo>
                    <a:pt x="141402" y="123"/>
                    <a:pt x="140733" y="153"/>
                    <a:pt x="140095" y="244"/>
                  </a:cubicBezTo>
                  <a:cubicBezTo>
                    <a:pt x="132496" y="1095"/>
                    <a:pt x="126599" y="4743"/>
                    <a:pt x="122404" y="11095"/>
                  </a:cubicBezTo>
                  <a:cubicBezTo>
                    <a:pt x="122222" y="11369"/>
                    <a:pt x="122131" y="11673"/>
                    <a:pt x="121979" y="11946"/>
                  </a:cubicBezTo>
                  <a:cubicBezTo>
                    <a:pt x="127815" y="11946"/>
                    <a:pt x="133651" y="11977"/>
                    <a:pt x="139456" y="11977"/>
                  </a:cubicBezTo>
                  <a:cubicBezTo>
                    <a:pt x="139547" y="11977"/>
                    <a:pt x="139608" y="12007"/>
                    <a:pt x="139851" y="12098"/>
                  </a:cubicBezTo>
                  <a:cubicBezTo>
                    <a:pt x="134076" y="12798"/>
                    <a:pt x="129243" y="15168"/>
                    <a:pt x="125292" y="19272"/>
                  </a:cubicBezTo>
                  <a:cubicBezTo>
                    <a:pt x="121371" y="23345"/>
                    <a:pt x="119243" y="28238"/>
                    <a:pt x="118726" y="33862"/>
                  </a:cubicBezTo>
                  <a:cubicBezTo>
                    <a:pt x="118331" y="32068"/>
                    <a:pt x="117997" y="30336"/>
                    <a:pt x="117541" y="28573"/>
                  </a:cubicBezTo>
                  <a:cubicBezTo>
                    <a:pt x="117055" y="26779"/>
                    <a:pt x="116264" y="25169"/>
                    <a:pt x="115292" y="23558"/>
                  </a:cubicBezTo>
                  <a:cubicBezTo>
                    <a:pt x="114349" y="21977"/>
                    <a:pt x="113255" y="20518"/>
                    <a:pt x="111948" y="19181"/>
                  </a:cubicBezTo>
                  <a:cubicBezTo>
                    <a:pt x="110702" y="17904"/>
                    <a:pt x="109304" y="16749"/>
                    <a:pt x="107784" y="15776"/>
                  </a:cubicBezTo>
                  <a:cubicBezTo>
                    <a:pt x="106234" y="14773"/>
                    <a:pt x="104592" y="13953"/>
                    <a:pt x="102829" y="13345"/>
                  </a:cubicBezTo>
                  <a:cubicBezTo>
                    <a:pt x="101127" y="12737"/>
                    <a:pt x="99334" y="12311"/>
                    <a:pt x="97510" y="11977"/>
                  </a:cubicBezTo>
                  <a:lnTo>
                    <a:pt x="115261" y="11977"/>
                  </a:lnTo>
                  <a:cubicBezTo>
                    <a:pt x="115170" y="11703"/>
                    <a:pt x="115049" y="11399"/>
                    <a:pt x="114897" y="11126"/>
                  </a:cubicBezTo>
                  <a:cubicBezTo>
                    <a:pt x="110672" y="4712"/>
                    <a:pt x="104775" y="1065"/>
                    <a:pt x="97145" y="183"/>
                  </a:cubicBezTo>
                  <a:cubicBezTo>
                    <a:pt x="96416" y="123"/>
                    <a:pt x="95656" y="92"/>
                    <a:pt x="94957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65213" y="3818866"/>
              <a:ext cx="2803143" cy="1147303"/>
            </a:xfrm>
            <a:custGeom>
              <a:avLst/>
              <a:gdLst/>
              <a:ahLst/>
              <a:cxnLst/>
              <a:rect l="l" t="t" r="r" b="b"/>
              <a:pathLst>
                <a:path w="118878" h="47601" extrusionOk="0">
                  <a:moveTo>
                    <a:pt x="17569" y="25989"/>
                  </a:moveTo>
                  <a:cubicBezTo>
                    <a:pt x="17630" y="26019"/>
                    <a:pt x="17690" y="26019"/>
                    <a:pt x="17782" y="26050"/>
                  </a:cubicBezTo>
                  <a:cubicBezTo>
                    <a:pt x="17721" y="26202"/>
                    <a:pt x="17660" y="26354"/>
                    <a:pt x="17569" y="26475"/>
                  </a:cubicBezTo>
                  <a:cubicBezTo>
                    <a:pt x="17538" y="26475"/>
                    <a:pt x="17478" y="26445"/>
                    <a:pt x="17417" y="26445"/>
                  </a:cubicBezTo>
                  <a:cubicBezTo>
                    <a:pt x="17478" y="26293"/>
                    <a:pt x="17538" y="26141"/>
                    <a:pt x="17569" y="25989"/>
                  </a:cubicBezTo>
                  <a:close/>
                  <a:moveTo>
                    <a:pt x="21308" y="29180"/>
                  </a:moveTo>
                  <a:lnTo>
                    <a:pt x="21308" y="29211"/>
                  </a:lnTo>
                  <a:lnTo>
                    <a:pt x="21277" y="29180"/>
                  </a:lnTo>
                  <a:close/>
                  <a:moveTo>
                    <a:pt x="22493" y="31278"/>
                  </a:moveTo>
                  <a:lnTo>
                    <a:pt x="22432" y="31308"/>
                  </a:lnTo>
                  <a:lnTo>
                    <a:pt x="22432" y="31278"/>
                  </a:lnTo>
                  <a:close/>
                  <a:moveTo>
                    <a:pt x="18906" y="38208"/>
                  </a:moveTo>
                  <a:cubicBezTo>
                    <a:pt x="18917" y="38209"/>
                    <a:pt x="18929" y="38209"/>
                    <a:pt x="18940" y="38210"/>
                  </a:cubicBezTo>
                  <a:lnTo>
                    <a:pt x="18940" y="38210"/>
                  </a:lnTo>
                  <a:cubicBezTo>
                    <a:pt x="18939" y="38209"/>
                    <a:pt x="18938" y="38209"/>
                    <a:pt x="18937" y="38208"/>
                  </a:cubicBezTo>
                  <a:close/>
                  <a:moveTo>
                    <a:pt x="17721" y="45898"/>
                  </a:moveTo>
                  <a:lnTo>
                    <a:pt x="17721" y="45928"/>
                  </a:lnTo>
                  <a:lnTo>
                    <a:pt x="17690" y="45898"/>
                  </a:lnTo>
                  <a:close/>
                  <a:moveTo>
                    <a:pt x="13070" y="24469"/>
                  </a:moveTo>
                  <a:cubicBezTo>
                    <a:pt x="13101" y="24499"/>
                    <a:pt x="13131" y="24499"/>
                    <a:pt x="13162" y="24499"/>
                  </a:cubicBezTo>
                  <a:cubicBezTo>
                    <a:pt x="13253" y="25867"/>
                    <a:pt x="13283" y="27235"/>
                    <a:pt x="13344" y="28603"/>
                  </a:cubicBezTo>
                  <a:cubicBezTo>
                    <a:pt x="13435" y="28603"/>
                    <a:pt x="13465" y="28633"/>
                    <a:pt x="13557" y="28633"/>
                  </a:cubicBezTo>
                  <a:cubicBezTo>
                    <a:pt x="14043" y="27569"/>
                    <a:pt x="14590" y="26506"/>
                    <a:pt x="15107" y="25442"/>
                  </a:cubicBezTo>
                  <a:cubicBezTo>
                    <a:pt x="15228" y="25229"/>
                    <a:pt x="15289" y="24986"/>
                    <a:pt x="15411" y="24773"/>
                  </a:cubicBezTo>
                  <a:cubicBezTo>
                    <a:pt x="15441" y="24803"/>
                    <a:pt x="15532" y="24803"/>
                    <a:pt x="15563" y="24834"/>
                  </a:cubicBezTo>
                  <a:cubicBezTo>
                    <a:pt x="15532" y="25077"/>
                    <a:pt x="15441" y="25290"/>
                    <a:pt x="15411" y="25533"/>
                  </a:cubicBezTo>
                  <a:cubicBezTo>
                    <a:pt x="15228" y="26718"/>
                    <a:pt x="14985" y="27873"/>
                    <a:pt x="14803" y="29059"/>
                  </a:cubicBezTo>
                  <a:cubicBezTo>
                    <a:pt x="14864" y="29059"/>
                    <a:pt x="14924" y="29089"/>
                    <a:pt x="14985" y="29150"/>
                  </a:cubicBezTo>
                  <a:cubicBezTo>
                    <a:pt x="15745" y="28238"/>
                    <a:pt x="16505" y="27265"/>
                    <a:pt x="17265" y="26354"/>
                  </a:cubicBezTo>
                  <a:cubicBezTo>
                    <a:pt x="17356" y="26414"/>
                    <a:pt x="17387" y="26445"/>
                    <a:pt x="17447" y="26475"/>
                  </a:cubicBezTo>
                  <a:cubicBezTo>
                    <a:pt x="17052" y="27630"/>
                    <a:pt x="16627" y="28724"/>
                    <a:pt x="16201" y="29849"/>
                  </a:cubicBezTo>
                  <a:cubicBezTo>
                    <a:pt x="16262" y="29910"/>
                    <a:pt x="16323" y="29940"/>
                    <a:pt x="16353" y="29971"/>
                  </a:cubicBezTo>
                  <a:cubicBezTo>
                    <a:pt x="17326" y="29211"/>
                    <a:pt x="18207" y="28420"/>
                    <a:pt x="19180" y="27661"/>
                  </a:cubicBezTo>
                  <a:cubicBezTo>
                    <a:pt x="19332" y="27539"/>
                    <a:pt x="19453" y="27417"/>
                    <a:pt x="19545" y="27326"/>
                  </a:cubicBezTo>
                  <a:cubicBezTo>
                    <a:pt x="19575" y="27326"/>
                    <a:pt x="19636" y="27357"/>
                    <a:pt x="19666" y="27387"/>
                  </a:cubicBezTo>
                  <a:cubicBezTo>
                    <a:pt x="19575" y="27539"/>
                    <a:pt x="19484" y="27691"/>
                    <a:pt x="19393" y="27843"/>
                  </a:cubicBezTo>
                  <a:cubicBezTo>
                    <a:pt x="18754" y="28785"/>
                    <a:pt x="18146" y="29758"/>
                    <a:pt x="17538" y="30700"/>
                  </a:cubicBezTo>
                  <a:cubicBezTo>
                    <a:pt x="17569" y="30761"/>
                    <a:pt x="17660" y="30852"/>
                    <a:pt x="17690" y="30913"/>
                  </a:cubicBezTo>
                  <a:cubicBezTo>
                    <a:pt x="18785" y="30396"/>
                    <a:pt x="19849" y="29819"/>
                    <a:pt x="20943" y="29241"/>
                  </a:cubicBezTo>
                  <a:lnTo>
                    <a:pt x="20943" y="29241"/>
                  </a:lnTo>
                  <a:cubicBezTo>
                    <a:pt x="21186" y="29363"/>
                    <a:pt x="21186" y="29363"/>
                    <a:pt x="20912" y="29606"/>
                  </a:cubicBezTo>
                  <a:cubicBezTo>
                    <a:pt x="20031" y="30427"/>
                    <a:pt x="19119" y="31308"/>
                    <a:pt x="18268" y="32129"/>
                  </a:cubicBezTo>
                  <a:cubicBezTo>
                    <a:pt x="18298" y="32220"/>
                    <a:pt x="18298" y="32250"/>
                    <a:pt x="18329" y="32341"/>
                  </a:cubicBezTo>
                  <a:cubicBezTo>
                    <a:pt x="19575" y="31977"/>
                    <a:pt x="20791" y="31642"/>
                    <a:pt x="22067" y="31308"/>
                  </a:cubicBezTo>
                  <a:cubicBezTo>
                    <a:pt x="22098" y="31369"/>
                    <a:pt x="22098" y="31430"/>
                    <a:pt x="22128" y="31490"/>
                  </a:cubicBezTo>
                  <a:cubicBezTo>
                    <a:pt x="21034" y="32190"/>
                    <a:pt x="19940" y="32889"/>
                    <a:pt x="18846" y="33588"/>
                  </a:cubicBezTo>
                  <a:cubicBezTo>
                    <a:pt x="18846" y="33618"/>
                    <a:pt x="18876" y="33709"/>
                    <a:pt x="18876" y="33740"/>
                  </a:cubicBezTo>
                  <a:cubicBezTo>
                    <a:pt x="20244" y="33649"/>
                    <a:pt x="21612" y="33557"/>
                    <a:pt x="22979" y="33466"/>
                  </a:cubicBezTo>
                  <a:cubicBezTo>
                    <a:pt x="22979" y="33497"/>
                    <a:pt x="23010" y="33588"/>
                    <a:pt x="23010" y="33618"/>
                  </a:cubicBezTo>
                  <a:cubicBezTo>
                    <a:pt x="21763" y="34074"/>
                    <a:pt x="20487" y="34560"/>
                    <a:pt x="19241" y="35016"/>
                  </a:cubicBezTo>
                  <a:cubicBezTo>
                    <a:pt x="20548" y="35533"/>
                    <a:pt x="21915" y="35533"/>
                    <a:pt x="23192" y="35989"/>
                  </a:cubicBezTo>
                  <a:cubicBezTo>
                    <a:pt x="21885" y="36171"/>
                    <a:pt x="20548" y="36384"/>
                    <a:pt x="19210" y="36597"/>
                  </a:cubicBezTo>
                  <a:lnTo>
                    <a:pt x="19210" y="36779"/>
                  </a:lnTo>
                  <a:cubicBezTo>
                    <a:pt x="20456" y="37235"/>
                    <a:pt x="21763" y="37722"/>
                    <a:pt x="23010" y="38177"/>
                  </a:cubicBezTo>
                  <a:cubicBezTo>
                    <a:pt x="22745" y="38291"/>
                    <a:pt x="22469" y="38322"/>
                    <a:pt x="22202" y="38322"/>
                  </a:cubicBezTo>
                  <a:cubicBezTo>
                    <a:pt x="22040" y="38322"/>
                    <a:pt x="21882" y="38311"/>
                    <a:pt x="21733" y="38299"/>
                  </a:cubicBezTo>
                  <a:cubicBezTo>
                    <a:pt x="20832" y="38269"/>
                    <a:pt x="19872" y="38269"/>
                    <a:pt x="18940" y="38210"/>
                  </a:cubicBezTo>
                  <a:lnTo>
                    <a:pt x="18940" y="38210"/>
                  </a:lnTo>
                  <a:cubicBezTo>
                    <a:pt x="19668" y="38726"/>
                    <a:pt x="20427" y="39242"/>
                    <a:pt x="21186" y="39728"/>
                  </a:cubicBezTo>
                  <a:cubicBezTo>
                    <a:pt x="21520" y="39940"/>
                    <a:pt x="21824" y="40153"/>
                    <a:pt x="22128" y="40336"/>
                  </a:cubicBezTo>
                  <a:cubicBezTo>
                    <a:pt x="22098" y="40427"/>
                    <a:pt x="22098" y="40457"/>
                    <a:pt x="22067" y="40548"/>
                  </a:cubicBezTo>
                  <a:lnTo>
                    <a:pt x="20244" y="40092"/>
                  </a:lnTo>
                  <a:cubicBezTo>
                    <a:pt x="19605" y="39940"/>
                    <a:pt x="18997" y="39728"/>
                    <a:pt x="18238" y="39697"/>
                  </a:cubicBezTo>
                  <a:lnTo>
                    <a:pt x="18238" y="39697"/>
                  </a:lnTo>
                  <a:cubicBezTo>
                    <a:pt x="19089" y="40579"/>
                    <a:pt x="19970" y="41399"/>
                    <a:pt x="20852" y="42281"/>
                  </a:cubicBezTo>
                  <a:cubicBezTo>
                    <a:pt x="21004" y="42402"/>
                    <a:pt x="21156" y="42554"/>
                    <a:pt x="21308" y="42676"/>
                  </a:cubicBezTo>
                  <a:cubicBezTo>
                    <a:pt x="21308" y="42706"/>
                    <a:pt x="21277" y="42767"/>
                    <a:pt x="21216" y="42828"/>
                  </a:cubicBezTo>
                  <a:cubicBezTo>
                    <a:pt x="21034" y="42706"/>
                    <a:pt x="20852" y="42615"/>
                    <a:pt x="20669" y="42524"/>
                  </a:cubicBezTo>
                  <a:cubicBezTo>
                    <a:pt x="19636" y="41946"/>
                    <a:pt x="18572" y="41399"/>
                    <a:pt x="17538" y="40852"/>
                  </a:cubicBezTo>
                  <a:cubicBezTo>
                    <a:pt x="17508" y="40883"/>
                    <a:pt x="17417" y="40913"/>
                    <a:pt x="17387" y="40943"/>
                  </a:cubicBezTo>
                  <a:cubicBezTo>
                    <a:pt x="17934" y="41946"/>
                    <a:pt x="18633" y="42828"/>
                    <a:pt x="19241" y="43770"/>
                  </a:cubicBezTo>
                  <a:cubicBezTo>
                    <a:pt x="19362" y="43953"/>
                    <a:pt x="19453" y="44105"/>
                    <a:pt x="19545" y="44257"/>
                  </a:cubicBezTo>
                  <a:cubicBezTo>
                    <a:pt x="19605" y="44348"/>
                    <a:pt x="19666" y="44409"/>
                    <a:pt x="19697" y="44500"/>
                  </a:cubicBezTo>
                  <a:cubicBezTo>
                    <a:pt x="19757" y="44500"/>
                    <a:pt x="19757" y="44530"/>
                    <a:pt x="19818" y="44561"/>
                  </a:cubicBezTo>
                  <a:lnTo>
                    <a:pt x="19697" y="44561"/>
                  </a:lnTo>
                  <a:cubicBezTo>
                    <a:pt x="19666" y="44500"/>
                    <a:pt x="19605" y="44439"/>
                    <a:pt x="19514" y="44378"/>
                  </a:cubicBezTo>
                  <a:lnTo>
                    <a:pt x="19058" y="44044"/>
                  </a:lnTo>
                  <a:cubicBezTo>
                    <a:pt x="18177" y="43223"/>
                    <a:pt x="17326" y="42463"/>
                    <a:pt x="16444" y="41703"/>
                  </a:cubicBezTo>
                  <a:lnTo>
                    <a:pt x="16444" y="41703"/>
                  </a:lnTo>
                  <a:cubicBezTo>
                    <a:pt x="16475" y="42007"/>
                    <a:pt x="16444" y="42311"/>
                    <a:pt x="16566" y="42585"/>
                  </a:cubicBezTo>
                  <a:cubicBezTo>
                    <a:pt x="16809" y="43345"/>
                    <a:pt x="17113" y="44074"/>
                    <a:pt x="17417" y="44804"/>
                  </a:cubicBezTo>
                  <a:cubicBezTo>
                    <a:pt x="17508" y="45047"/>
                    <a:pt x="17569" y="45320"/>
                    <a:pt x="17538" y="45655"/>
                  </a:cubicBezTo>
                  <a:lnTo>
                    <a:pt x="15137" y="42706"/>
                  </a:lnTo>
                  <a:cubicBezTo>
                    <a:pt x="15107" y="42706"/>
                    <a:pt x="15046" y="42737"/>
                    <a:pt x="14955" y="42767"/>
                  </a:cubicBezTo>
                  <a:cubicBezTo>
                    <a:pt x="15198" y="44044"/>
                    <a:pt x="15380" y="45320"/>
                    <a:pt x="15593" y="46627"/>
                  </a:cubicBezTo>
                  <a:cubicBezTo>
                    <a:pt x="15563" y="46658"/>
                    <a:pt x="15502" y="46658"/>
                    <a:pt x="15441" y="46688"/>
                  </a:cubicBezTo>
                  <a:cubicBezTo>
                    <a:pt x="14833" y="45503"/>
                    <a:pt x="14286" y="44287"/>
                    <a:pt x="13678" y="43071"/>
                  </a:cubicBezTo>
                  <a:cubicBezTo>
                    <a:pt x="13587" y="43071"/>
                    <a:pt x="13557" y="43132"/>
                    <a:pt x="13465" y="43132"/>
                  </a:cubicBezTo>
                  <a:cubicBezTo>
                    <a:pt x="13405" y="44500"/>
                    <a:pt x="13374" y="45807"/>
                    <a:pt x="13283" y="47175"/>
                  </a:cubicBezTo>
                  <a:cubicBezTo>
                    <a:pt x="13222" y="47235"/>
                    <a:pt x="13162" y="47235"/>
                    <a:pt x="13131" y="47235"/>
                  </a:cubicBezTo>
                  <a:lnTo>
                    <a:pt x="12098" y="43223"/>
                  </a:lnTo>
                  <a:cubicBezTo>
                    <a:pt x="12037" y="43193"/>
                    <a:pt x="12006" y="43193"/>
                    <a:pt x="11915" y="43193"/>
                  </a:cubicBezTo>
                  <a:cubicBezTo>
                    <a:pt x="11581" y="44530"/>
                    <a:pt x="11277" y="45807"/>
                    <a:pt x="10943" y="47114"/>
                  </a:cubicBezTo>
                  <a:cubicBezTo>
                    <a:pt x="10639" y="45776"/>
                    <a:pt x="10669" y="44439"/>
                    <a:pt x="10578" y="43010"/>
                  </a:cubicBezTo>
                  <a:cubicBezTo>
                    <a:pt x="9970" y="43588"/>
                    <a:pt x="9818" y="44287"/>
                    <a:pt x="9484" y="44895"/>
                  </a:cubicBezTo>
                  <a:cubicBezTo>
                    <a:pt x="9180" y="45472"/>
                    <a:pt x="8876" y="46111"/>
                    <a:pt x="8420" y="46688"/>
                  </a:cubicBezTo>
                  <a:cubicBezTo>
                    <a:pt x="8663" y="45351"/>
                    <a:pt x="8876" y="43983"/>
                    <a:pt x="9119" y="42676"/>
                  </a:cubicBezTo>
                  <a:cubicBezTo>
                    <a:pt x="9028" y="42676"/>
                    <a:pt x="8997" y="42615"/>
                    <a:pt x="8906" y="42585"/>
                  </a:cubicBezTo>
                  <a:cubicBezTo>
                    <a:pt x="8207" y="43497"/>
                    <a:pt x="7508" y="44409"/>
                    <a:pt x="6778" y="45320"/>
                  </a:cubicBezTo>
                  <a:cubicBezTo>
                    <a:pt x="6687" y="45503"/>
                    <a:pt x="6535" y="45655"/>
                    <a:pt x="6414" y="45807"/>
                  </a:cubicBezTo>
                  <a:cubicBezTo>
                    <a:pt x="6322" y="45776"/>
                    <a:pt x="6292" y="45776"/>
                    <a:pt x="6231" y="45746"/>
                  </a:cubicBezTo>
                  <a:cubicBezTo>
                    <a:pt x="6292" y="45503"/>
                    <a:pt x="6414" y="45290"/>
                    <a:pt x="6474" y="45047"/>
                  </a:cubicBezTo>
                  <a:cubicBezTo>
                    <a:pt x="6870" y="44044"/>
                    <a:pt x="7295" y="43041"/>
                    <a:pt x="7660" y="42068"/>
                  </a:cubicBezTo>
                  <a:lnTo>
                    <a:pt x="7538" y="41946"/>
                  </a:lnTo>
                  <a:cubicBezTo>
                    <a:pt x="6870" y="42463"/>
                    <a:pt x="6170" y="43041"/>
                    <a:pt x="5502" y="43588"/>
                  </a:cubicBezTo>
                  <a:cubicBezTo>
                    <a:pt x="5167" y="43831"/>
                    <a:pt x="4863" y="44074"/>
                    <a:pt x="4560" y="44287"/>
                  </a:cubicBezTo>
                  <a:cubicBezTo>
                    <a:pt x="4468" y="44257"/>
                    <a:pt x="4438" y="44226"/>
                    <a:pt x="4408" y="44196"/>
                  </a:cubicBezTo>
                  <a:cubicBezTo>
                    <a:pt x="5107" y="43071"/>
                    <a:pt x="5867" y="42007"/>
                    <a:pt x="6596" y="40913"/>
                  </a:cubicBezTo>
                  <a:cubicBezTo>
                    <a:pt x="6566" y="40883"/>
                    <a:pt x="6535" y="40791"/>
                    <a:pt x="6474" y="40761"/>
                  </a:cubicBezTo>
                  <a:cubicBezTo>
                    <a:pt x="5563" y="41247"/>
                    <a:pt x="4712" y="41764"/>
                    <a:pt x="3800" y="42220"/>
                  </a:cubicBezTo>
                  <a:cubicBezTo>
                    <a:pt x="3523" y="42358"/>
                    <a:pt x="3172" y="42421"/>
                    <a:pt x="2859" y="42523"/>
                  </a:cubicBezTo>
                  <a:lnTo>
                    <a:pt x="2859" y="42523"/>
                  </a:lnTo>
                  <a:cubicBezTo>
                    <a:pt x="3750" y="41630"/>
                    <a:pt x="4641" y="40710"/>
                    <a:pt x="5532" y="39819"/>
                  </a:cubicBezTo>
                  <a:cubicBezTo>
                    <a:pt x="5471" y="39788"/>
                    <a:pt x="5411" y="39697"/>
                    <a:pt x="5380" y="39667"/>
                  </a:cubicBezTo>
                  <a:cubicBezTo>
                    <a:pt x="4225" y="39874"/>
                    <a:pt x="3128" y="40428"/>
                    <a:pt x="1863" y="40428"/>
                  </a:cubicBezTo>
                  <a:cubicBezTo>
                    <a:pt x="1830" y="40428"/>
                    <a:pt x="1796" y="40427"/>
                    <a:pt x="1763" y="40427"/>
                  </a:cubicBezTo>
                  <a:cubicBezTo>
                    <a:pt x="2827" y="39728"/>
                    <a:pt x="3860" y="39089"/>
                    <a:pt x="4924" y="38451"/>
                  </a:cubicBezTo>
                  <a:cubicBezTo>
                    <a:pt x="4425" y="38329"/>
                    <a:pt x="3929" y="38296"/>
                    <a:pt x="3435" y="38296"/>
                  </a:cubicBezTo>
                  <a:cubicBezTo>
                    <a:pt x="2856" y="38296"/>
                    <a:pt x="2279" y="38341"/>
                    <a:pt x="1698" y="38341"/>
                  </a:cubicBezTo>
                  <a:cubicBezTo>
                    <a:pt x="1417" y="38341"/>
                    <a:pt x="1135" y="38331"/>
                    <a:pt x="851" y="38299"/>
                  </a:cubicBezTo>
                  <a:cubicBezTo>
                    <a:pt x="2128" y="37843"/>
                    <a:pt x="3404" y="37357"/>
                    <a:pt x="4651" y="36901"/>
                  </a:cubicBezTo>
                  <a:cubicBezTo>
                    <a:pt x="3374" y="36384"/>
                    <a:pt x="2037" y="36354"/>
                    <a:pt x="760" y="36019"/>
                  </a:cubicBezTo>
                  <a:cubicBezTo>
                    <a:pt x="2006" y="35624"/>
                    <a:pt x="3344" y="35594"/>
                    <a:pt x="4651" y="35259"/>
                  </a:cubicBezTo>
                  <a:cubicBezTo>
                    <a:pt x="3435" y="34560"/>
                    <a:pt x="2067" y="34256"/>
                    <a:pt x="851" y="33557"/>
                  </a:cubicBezTo>
                  <a:lnTo>
                    <a:pt x="851" y="33557"/>
                  </a:lnTo>
                  <a:cubicBezTo>
                    <a:pt x="2280" y="33649"/>
                    <a:pt x="3678" y="33740"/>
                    <a:pt x="5076" y="33861"/>
                  </a:cubicBezTo>
                  <a:cubicBezTo>
                    <a:pt x="5107" y="33770"/>
                    <a:pt x="5107" y="33740"/>
                    <a:pt x="5167" y="33709"/>
                  </a:cubicBezTo>
                  <a:cubicBezTo>
                    <a:pt x="4104" y="33010"/>
                    <a:pt x="2979" y="32341"/>
                    <a:pt x="1915" y="31642"/>
                  </a:cubicBezTo>
                  <a:cubicBezTo>
                    <a:pt x="1763" y="31521"/>
                    <a:pt x="1611" y="31460"/>
                    <a:pt x="1459" y="31369"/>
                  </a:cubicBezTo>
                  <a:cubicBezTo>
                    <a:pt x="1459" y="31338"/>
                    <a:pt x="1520" y="31278"/>
                    <a:pt x="1520" y="31217"/>
                  </a:cubicBezTo>
                  <a:cubicBezTo>
                    <a:pt x="1702" y="31278"/>
                    <a:pt x="1854" y="31338"/>
                    <a:pt x="2037" y="31369"/>
                  </a:cubicBezTo>
                  <a:cubicBezTo>
                    <a:pt x="3222" y="31673"/>
                    <a:pt x="4438" y="32038"/>
                    <a:pt x="5623" y="32372"/>
                  </a:cubicBezTo>
                  <a:cubicBezTo>
                    <a:pt x="5654" y="32281"/>
                    <a:pt x="5654" y="32250"/>
                    <a:pt x="5684" y="32220"/>
                  </a:cubicBezTo>
                  <a:cubicBezTo>
                    <a:pt x="4803" y="31308"/>
                    <a:pt x="3891" y="30396"/>
                    <a:pt x="3040" y="29484"/>
                  </a:cubicBezTo>
                  <a:cubicBezTo>
                    <a:pt x="2979" y="29454"/>
                    <a:pt x="2949" y="29363"/>
                    <a:pt x="2918" y="29332"/>
                  </a:cubicBezTo>
                  <a:cubicBezTo>
                    <a:pt x="2979" y="29332"/>
                    <a:pt x="3070" y="29363"/>
                    <a:pt x="3131" y="29363"/>
                  </a:cubicBezTo>
                  <a:cubicBezTo>
                    <a:pt x="3982" y="29819"/>
                    <a:pt x="4803" y="30275"/>
                    <a:pt x="5684" y="30700"/>
                  </a:cubicBezTo>
                  <a:cubicBezTo>
                    <a:pt x="5927" y="30822"/>
                    <a:pt x="6170" y="30883"/>
                    <a:pt x="6444" y="31004"/>
                  </a:cubicBezTo>
                  <a:cubicBezTo>
                    <a:pt x="6474" y="31004"/>
                    <a:pt x="6474" y="30943"/>
                    <a:pt x="6535" y="30913"/>
                  </a:cubicBezTo>
                  <a:cubicBezTo>
                    <a:pt x="5836" y="29879"/>
                    <a:pt x="5198" y="28907"/>
                    <a:pt x="4560" y="27873"/>
                  </a:cubicBezTo>
                  <a:cubicBezTo>
                    <a:pt x="4590" y="27843"/>
                    <a:pt x="4620" y="27752"/>
                    <a:pt x="4651" y="27721"/>
                  </a:cubicBezTo>
                  <a:cubicBezTo>
                    <a:pt x="5715" y="28360"/>
                    <a:pt x="6566" y="29363"/>
                    <a:pt x="7751" y="29971"/>
                  </a:cubicBezTo>
                  <a:cubicBezTo>
                    <a:pt x="7326" y="28907"/>
                    <a:pt x="6870" y="27843"/>
                    <a:pt x="6444" y="26779"/>
                  </a:cubicBezTo>
                  <a:cubicBezTo>
                    <a:pt x="6322" y="26597"/>
                    <a:pt x="6262" y="26354"/>
                    <a:pt x="6170" y="26171"/>
                  </a:cubicBezTo>
                  <a:cubicBezTo>
                    <a:pt x="6231" y="26141"/>
                    <a:pt x="6292" y="26080"/>
                    <a:pt x="6322" y="26050"/>
                  </a:cubicBezTo>
                  <a:cubicBezTo>
                    <a:pt x="6444" y="26202"/>
                    <a:pt x="6596" y="26384"/>
                    <a:pt x="6718" y="26566"/>
                  </a:cubicBezTo>
                  <a:lnTo>
                    <a:pt x="8876" y="29302"/>
                  </a:lnTo>
                  <a:cubicBezTo>
                    <a:pt x="8967" y="29302"/>
                    <a:pt x="8997" y="29241"/>
                    <a:pt x="9028" y="29150"/>
                  </a:cubicBezTo>
                  <a:lnTo>
                    <a:pt x="8359" y="25047"/>
                  </a:lnTo>
                  <a:cubicBezTo>
                    <a:pt x="8420" y="24986"/>
                    <a:pt x="8450" y="24986"/>
                    <a:pt x="8511" y="24955"/>
                  </a:cubicBezTo>
                  <a:cubicBezTo>
                    <a:pt x="9119" y="26171"/>
                    <a:pt x="9727" y="27417"/>
                    <a:pt x="10426" y="28876"/>
                  </a:cubicBezTo>
                  <a:cubicBezTo>
                    <a:pt x="10730" y="27357"/>
                    <a:pt x="10456" y="25989"/>
                    <a:pt x="10882" y="24682"/>
                  </a:cubicBezTo>
                  <a:cubicBezTo>
                    <a:pt x="11186" y="25989"/>
                    <a:pt x="11551" y="27265"/>
                    <a:pt x="11885" y="28572"/>
                  </a:cubicBezTo>
                  <a:cubicBezTo>
                    <a:pt x="11946" y="28542"/>
                    <a:pt x="11976" y="28542"/>
                    <a:pt x="12037" y="28542"/>
                  </a:cubicBezTo>
                  <a:cubicBezTo>
                    <a:pt x="12371" y="27174"/>
                    <a:pt x="12706" y="25837"/>
                    <a:pt x="13070" y="24469"/>
                  </a:cubicBezTo>
                  <a:close/>
                  <a:moveTo>
                    <a:pt x="42645" y="1"/>
                  </a:moveTo>
                  <a:cubicBezTo>
                    <a:pt x="42919" y="122"/>
                    <a:pt x="43192" y="213"/>
                    <a:pt x="43466" y="305"/>
                  </a:cubicBezTo>
                  <a:cubicBezTo>
                    <a:pt x="46080" y="1216"/>
                    <a:pt x="47721" y="3557"/>
                    <a:pt x="47600" y="6262"/>
                  </a:cubicBezTo>
                  <a:cubicBezTo>
                    <a:pt x="47478" y="8876"/>
                    <a:pt x="45624" y="11095"/>
                    <a:pt x="43010" y="11764"/>
                  </a:cubicBezTo>
                  <a:cubicBezTo>
                    <a:pt x="42858" y="11855"/>
                    <a:pt x="42706" y="11885"/>
                    <a:pt x="42554" y="11916"/>
                  </a:cubicBezTo>
                  <a:cubicBezTo>
                    <a:pt x="43375" y="12280"/>
                    <a:pt x="44256" y="12463"/>
                    <a:pt x="44986" y="12949"/>
                  </a:cubicBezTo>
                  <a:cubicBezTo>
                    <a:pt x="47296" y="14469"/>
                    <a:pt x="48056" y="17053"/>
                    <a:pt x="47296" y="19667"/>
                  </a:cubicBezTo>
                  <a:cubicBezTo>
                    <a:pt x="46536" y="22341"/>
                    <a:pt x="43922" y="23831"/>
                    <a:pt x="41642" y="23831"/>
                  </a:cubicBezTo>
                  <a:cubicBezTo>
                    <a:pt x="39454" y="23831"/>
                    <a:pt x="36718" y="22493"/>
                    <a:pt x="35867" y="19454"/>
                  </a:cubicBezTo>
                  <a:cubicBezTo>
                    <a:pt x="35806" y="19271"/>
                    <a:pt x="35746" y="19028"/>
                    <a:pt x="35654" y="18846"/>
                  </a:cubicBezTo>
                  <a:cubicBezTo>
                    <a:pt x="35624" y="19059"/>
                    <a:pt x="35563" y="19332"/>
                    <a:pt x="35472" y="19575"/>
                  </a:cubicBezTo>
                  <a:cubicBezTo>
                    <a:pt x="34712" y="22007"/>
                    <a:pt x="32676" y="23679"/>
                    <a:pt x="30305" y="23831"/>
                  </a:cubicBezTo>
                  <a:cubicBezTo>
                    <a:pt x="30144" y="23841"/>
                    <a:pt x="29986" y="23847"/>
                    <a:pt x="29831" y="23847"/>
                  </a:cubicBezTo>
                  <a:cubicBezTo>
                    <a:pt x="26880" y="23847"/>
                    <a:pt x="24978" y="21974"/>
                    <a:pt x="24256" y="20183"/>
                  </a:cubicBezTo>
                  <a:cubicBezTo>
                    <a:pt x="24165" y="19970"/>
                    <a:pt x="24074" y="19758"/>
                    <a:pt x="23861" y="19575"/>
                  </a:cubicBezTo>
                  <a:lnTo>
                    <a:pt x="23861" y="23740"/>
                  </a:lnTo>
                  <a:cubicBezTo>
                    <a:pt x="23466" y="23770"/>
                    <a:pt x="23162" y="23831"/>
                    <a:pt x="22888" y="23831"/>
                  </a:cubicBezTo>
                  <a:lnTo>
                    <a:pt x="456" y="23831"/>
                  </a:lnTo>
                  <a:cubicBezTo>
                    <a:pt x="304" y="23831"/>
                    <a:pt x="152" y="23770"/>
                    <a:pt x="0" y="23770"/>
                  </a:cubicBezTo>
                  <a:lnTo>
                    <a:pt x="0" y="47539"/>
                  </a:lnTo>
                  <a:cubicBezTo>
                    <a:pt x="3496" y="47539"/>
                    <a:pt x="6930" y="47570"/>
                    <a:pt x="10426" y="47570"/>
                  </a:cubicBezTo>
                  <a:cubicBezTo>
                    <a:pt x="10943" y="47570"/>
                    <a:pt x="11459" y="47600"/>
                    <a:pt x="11946" y="47600"/>
                  </a:cubicBezTo>
                  <a:lnTo>
                    <a:pt x="12310" y="47600"/>
                  </a:lnTo>
                  <a:cubicBezTo>
                    <a:pt x="13101" y="47600"/>
                    <a:pt x="13921" y="47570"/>
                    <a:pt x="14742" y="47570"/>
                  </a:cubicBezTo>
                  <a:cubicBezTo>
                    <a:pt x="17812" y="47570"/>
                    <a:pt x="20852" y="47600"/>
                    <a:pt x="23891" y="47600"/>
                  </a:cubicBezTo>
                  <a:cubicBezTo>
                    <a:pt x="24408" y="47600"/>
                    <a:pt x="24955" y="47570"/>
                    <a:pt x="25472" y="47539"/>
                  </a:cubicBezTo>
                  <a:cubicBezTo>
                    <a:pt x="23891" y="46688"/>
                    <a:pt x="23709" y="45624"/>
                    <a:pt x="24013" y="43831"/>
                  </a:cubicBezTo>
                  <a:cubicBezTo>
                    <a:pt x="24195" y="42676"/>
                    <a:pt x="24833" y="41612"/>
                    <a:pt x="25533" y="40609"/>
                  </a:cubicBezTo>
                  <a:cubicBezTo>
                    <a:pt x="26627" y="39029"/>
                    <a:pt x="27995" y="37661"/>
                    <a:pt x="29484" y="36384"/>
                  </a:cubicBezTo>
                  <a:cubicBezTo>
                    <a:pt x="29697" y="36171"/>
                    <a:pt x="29940" y="35989"/>
                    <a:pt x="30244" y="35715"/>
                  </a:cubicBezTo>
                  <a:cubicBezTo>
                    <a:pt x="30001" y="35533"/>
                    <a:pt x="29818" y="35320"/>
                    <a:pt x="29636" y="35138"/>
                  </a:cubicBezTo>
                  <a:cubicBezTo>
                    <a:pt x="28116" y="33892"/>
                    <a:pt x="26688" y="32524"/>
                    <a:pt x="25593" y="30883"/>
                  </a:cubicBezTo>
                  <a:cubicBezTo>
                    <a:pt x="25137" y="30214"/>
                    <a:pt x="24712" y="29484"/>
                    <a:pt x="24378" y="28755"/>
                  </a:cubicBezTo>
                  <a:cubicBezTo>
                    <a:pt x="24013" y="27995"/>
                    <a:pt x="23861" y="27174"/>
                    <a:pt x="23891" y="26293"/>
                  </a:cubicBezTo>
                  <a:cubicBezTo>
                    <a:pt x="23922" y="24895"/>
                    <a:pt x="24803" y="23892"/>
                    <a:pt x="26232" y="23892"/>
                  </a:cubicBezTo>
                  <a:cubicBezTo>
                    <a:pt x="27052" y="23892"/>
                    <a:pt x="27873" y="24074"/>
                    <a:pt x="28633" y="24347"/>
                  </a:cubicBezTo>
                  <a:cubicBezTo>
                    <a:pt x="30183" y="24925"/>
                    <a:pt x="31490" y="25898"/>
                    <a:pt x="32676" y="27022"/>
                  </a:cubicBezTo>
                  <a:cubicBezTo>
                    <a:pt x="33496" y="27843"/>
                    <a:pt x="34287" y="28724"/>
                    <a:pt x="35107" y="29545"/>
                  </a:cubicBezTo>
                  <a:cubicBezTo>
                    <a:pt x="35290" y="29788"/>
                    <a:pt x="35502" y="30001"/>
                    <a:pt x="35746" y="30275"/>
                  </a:cubicBezTo>
                  <a:cubicBezTo>
                    <a:pt x="36171" y="29819"/>
                    <a:pt x="36505" y="29454"/>
                    <a:pt x="36840" y="29028"/>
                  </a:cubicBezTo>
                  <a:cubicBezTo>
                    <a:pt x="38025" y="27661"/>
                    <a:pt x="39271" y="26445"/>
                    <a:pt x="40761" y="25442"/>
                  </a:cubicBezTo>
                  <a:cubicBezTo>
                    <a:pt x="41825" y="24743"/>
                    <a:pt x="43010" y="24165"/>
                    <a:pt x="44287" y="23922"/>
                  </a:cubicBezTo>
                  <a:cubicBezTo>
                    <a:pt x="44541" y="23884"/>
                    <a:pt x="44781" y="23864"/>
                    <a:pt x="45006" y="23864"/>
                  </a:cubicBezTo>
                  <a:cubicBezTo>
                    <a:pt x="46204" y="23864"/>
                    <a:pt x="46992" y="24416"/>
                    <a:pt x="47478" y="25594"/>
                  </a:cubicBezTo>
                  <a:cubicBezTo>
                    <a:pt x="47569" y="25107"/>
                    <a:pt x="47630" y="24591"/>
                    <a:pt x="47721" y="23922"/>
                  </a:cubicBezTo>
                  <a:cubicBezTo>
                    <a:pt x="50001" y="23922"/>
                    <a:pt x="52311" y="23892"/>
                    <a:pt x="54591" y="23892"/>
                  </a:cubicBezTo>
                  <a:cubicBezTo>
                    <a:pt x="54652" y="21612"/>
                    <a:pt x="54743" y="19302"/>
                    <a:pt x="54804" y="16901"/>
                  </a:cubicBezTo>
                  <a:cubicBezTo>
                    <a:pt x="54384" y="16878"/>
                    <a:pt x="53966" y="16869"/>
                    <a:pt x="53548" y="16869"/>
                  </a:cubicBezTo>
                  <a:cubicBezTo>
                    <a:pt x="51669" y="16869"/>
                    <a:pt x="49797" y="17053"/>
                    <a:pt x="47782" y="17053"/>
                  </a:cubicBezTo>
                  <a:cubicBezTo>
                    <a:pt x="48633" y="16080"/>
                    <a:pt x="49545" y="15350"/>
                    <a:pt x="50335" y="14560"/>
                  </a:cubicBezTo>
                  <a:cubicBezTo>
                    <a:pt x="51156" y="13739"/>
                    <a:pt x="52007" y="12980"/>
                    <a:pt x="52889" y="12159"/>
                  </a:cubicBezTo>
                  <a:cubicBezTo>
                    <a:pt x="51156" y="10548"/>
                    <a:pt x="49484" y="8998"/>
                    <a:pt x="47873" y="7448"/>
                  </a:cubicBezTo>
                  <a:cubicBezTo>
                    <a:pt x="47904" y="7356"/>
                    <a:pt x="47904" y="7326"/>
                    <a:pt x="47934" y="7265"/>
                  </a:cubicBezTo>
                  <a:cubicBezTo>
                    <a:pt x="50183" y="7326"/>
                    <a:pt x="52433" y="7356"/>
                    <a:pt x="54773" y="7448"/>
                  </a:cubicBezTo>
                  <a:cubicBezTo>
                    <a:pt x="54712" y="5137"/>
                    <a:pt x="54621" y="2858"/>
                    <a:pt x="54591" y="609"/>
                  </a:cubicBezTo>
                  <a:cubicBezTo>
                    <a:pt x="54652" y="578"/>
                    <a:pt x="54712" y="578"/>
                    <a:pt x="54773" y="517"/>
                  </a:cubicBezTo>
                  <a:cubicBezTo>
                    <a:pt x="56323" y="2189"/>
                    <a:pt x="57904" y="3830"/>
                    <a:pt x="59485" y="5533"/>
                  </a:cubicBezTo>
                  <a:cubicBezTo>
                    <a:pt x="61126" y="3830"/>
                    <a:pt x="62676" y="2159"/>
                    <a:pt x="64348" y="365"/>
                  </a:cubicBezTo>
                  <a:lnTo>
                    <a:pt x="64348" y="365"/>
                  </a:lnTo>
                  <a:cubicBezTo>
                    <a:pt x="64469" y="2858"/>
                    <a:pt x="64135" y="5077"/>
                    <a:pt x="64226" y="7448"/>
                  </a:cubicBezTo>
                  <a:cubicBezTo>
                    <a:pt x="66567" y="7448"/>
                    <a:pt x="68786" y="7326"/>
                    <a:pt x="71126" y="7326"/>
                  </a:cubicBezTo>
                  <a:cubicBezTo>
                    <a:pt x="70397" y="8207"/>
                    <a:pt x="69515" y="8967"/>
                    <a:pt x="68694" y="9758"/>
                  </a:cubicBezTo>
                  <a:cubicBezTo>
                    <a:pt x="67843" y="10548"/>
                    <a:pt x="67023" y="11308"/>
                    <a:pt x="66141" y="12159"/>
                  </a:cubicBezTo>
                  <a:cubicBezTo>
                    <a:pt x="67843" y="13739"/>
                    <a:pt x="69515" y="15320"/>
                    <a:pt x="71157" y="16870"/>
                  </a:cubicBezTo>
                  <a:cubicBezTo>
                    <a:pt x="71126" y="16931"/>
                    <a:pt x="71126" y="16992"/>
                    <a:pt x="71065" y="17053"/>
                  </a:cubicBezTo>
                  <a:cubicBezTo>
                    <a:pt x="68786" y="17022"/>
                    <a:pt x="66567" y="16931"/>
                    <a:pt x="64226" y="16870"/>
                  </a:cubicBezTo>
                  <a:lnTo>
                    <a:pt x="64226" y="19667"/>
                  </a:lnTo>
                  <a:cubicBezTo>
                    <a:pt x="64226" y="21095"/>
                    <a:pt x="64287" y="22524"/>
                    <a:pt x="64317" y="23922"/>
                  </a:cubicBezTo>
                  <a:cubicBezTo>
                    <a:pt x="66719" y="23983"/>
                    <a:pt x="69150" y="23983"/>
                    <a:pt x="71521" y="23983"/>
                  </a:cubicBezTo>
                  <a:cubicBezTo>
                    <a:pt x="83011" y="24013"/>
                    <a:pt x="93011" y="32554"/>
                    <a:pt x="94774" y="43831"/>
                  </a:cubicBezTo>
                  <a:cubicBezTo>
                    <a:pt x="94865" y="44500"/>
                    <a:pt x="94987" y="45138"/>
                    <a:pt x="95078" y="45776"/>
                  </a:cubicBezTo>
                  <a:cubicBezTo>
                    <a:pt x="95534" y="41460"/>
                    <a:pt x="96902" y="37387"/>
                    <a:pt x="99546" y="33861"/>
                  </a:cubicBezTo>
                  <a:cubicBezTo>
                    <a:pt x="103741" y="28177"/>
                    <a:pt x="109364" y="24895"/>
                    <a:pt x="116446" y="24135"/>
                  </a:cubicBezTo>
                  <a:cubicBezTo>
                    <a:pt x="117206" y="24044"/>
                    <a:pt x="117996" y="24013"/>
                    <a:pt x="118787" y="23983"/>
                  </a:cubicBezTo>
                  <a:lnTo>
                    <a:pt x="118878" y="23983"/>
                  </a:lnTo>
                  <a:cubicBezTo>
                    <a:pt x="118817" y="23709"/>
                    <a:pt x="118817" y="23466"/>
                    <a:pt x="118817" y="23223"/>
                  </a:cubicBezTo>
                  <a:lnTo>
                    <a:pt x="118817" y="669"/>
                  </a:lnTo>
                  <a:cubicBezTo>
                    <a:pt x="118817" y="517"/>
                    <a:pt x="118878" y="365"/>
                    <a:pt x="118878" y="213"/>
                  </a:cubicBezTo>
                  <a:lnTo>
                    <a:pt x="117176" y="213"/>
                  </a:lnTo>
                  <a:cubicBezTo>
                    <a:pt x="116112" y="426"/>
                    <a:pt x="115078" y="578"/>
                    <a:pt x="113923" y="609"/>
                  </a:cubicBezTo>
                  <a:cubicBezTo>
                    <a:pt x="107358" y="2037"/>
                    <a:pt x="102282" y="5624"/>
                    <a:pt x="98634" y="11277"/>
                  </a:cubicBezTo>
                  <a:cubicBezTo>
                    <a:pt x="98513" y="11521"/>
                    <a:pt x="98421" y="11733"/>
                    <a:pt x="98330" y="11976"/>
                  </a:cubicBezTo>
                  <a:lnTo>
                    <a:pt x="116021" y="11976"/>
                  </a:lnTo>
                  <a:cubicBezTo>
                    <a:pt x="110397" y="12828"/>
                    <a:pt x="105534" y="15198"/>
                    <a:pt x="101583" y="19332"/>
                  </a:cubicBezTo>
                  <a:cubicBezTo>
                    <a:pt x="97662" y="23436"/>
                    <a:pt x="95595" y="28420"/>
                    <a:pt x="95017" y="34044"/>
                  </a:cubicBezTo>
                  <a:cubicBezTo>
                    <a:pt x="94470" y="28390"/>
                    <a:pt x="92342" y="23405"/>
                    <a:pt x="88391" y="19302"/>
                  </a:cubicBezTo>
                  <a:cubicBezTo>
                    <a:pt x="84439" y="15168"/>
                    <a:pt x="79576" y="12797"/>
                    <a:pt x="73923" y="11976"/>
                  </a:cubicBezTo>
                  <a:lnTo>
                    <a:pt x="91674" y="11976"/>
                  </a:lnTo>
                  <a:cubicBezTo>
                    <a:pt x="91552" y="11703"/>
                    <a:pt x="91430" y="11399"/>
                    <a:pt x="91278" y="11125"/>
                  </a:cubicBezTo>
                  <a:cubicBezTo>
                    <a:pt x="87084" y="4712"/>
                    <a:pt x="81187" y="1064"/>
                    <a:pt x="73558" y="183"/>
                  </a:cubicBezTo>
                  <a:cubicBezTo>
                    <a:pt x="72828" y="122"/>
                    <a:pt x="72068" y="61"/>
                    <a:pt x="71339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65921" y="3824000"/>
              <a:ext cx="841476" cy="574025"/>
            </a:xfrm>
            <a:custGeom>
              <a:avLst/>
              <a:gdLst/>
              <a:ahLst/>
              <a:cxnLst/>
              <a:rect l="l" t="t" r="r" b="b"/>
              <a:pathLst>
                <a:path w="35686" h="23816" extrusionOk="0">
                  <a:moveTo>
                    <a:pt x="21946" y="0"/>
                  </a:moveTo>
                  <a:cubicBezTo>
                    <a:pt x="21004" y="213"/>
                    <a:pt x="20031" y="365"/>
                    <a:pt x="19150" y="547"/>
                  </a:cubicBezTo>
                  <a:cubicBezTo>
                    <a:pt x="9423" y="2554"/>
                    <a:pt x="2007" y="10274"/>
                    <a:pt x="396" y="20031"/>
                  </a:cubicBezTo>
                  <a:cubicBezTo>
                    <a:pt x="305" y="20639"/>
                    <a:pt x="153" y="21247"/>
                    <a:pt x="1" y="21855"/>
                  </a:cubicBezTo>
                  <a:lnTo>
                    <a:pt x="1" y="23739"/>
                  </a:lnTo>
                  <a:cubicBezTo>
                    <a:pt x="153" y="23800"/>
                    <a:pt x="305" y="23800"/>
                    <a:pt x="456" y="23800"/>
                  </a:cubicBezTo>
                  <a:lnTo>
                    <a:pt x="22889" y="23800"/>
                  </a:lnTo>
                  <a:cubicBezTo>
                    <a:pt x="23162" y="23800"/>
                    <a:pt x="23436" y="23739"/>
                    <a:pt x="23861" y="23709"/>
                  </a:cubicBezTo>
                  <a:lnTo>
                    <a:pt x="23861" y="19545"/>
                  </a:lnTo>
                  <a:cubicBezTo>
                    <a:pt x="24104" y="19727"/>
                    <a:pt x="24196" y="19940"/>
                    <a:pt x="24256" y="20153"/>
                  </a:cubicBezTo>
                  <a:cubicBezTo>
                    <a:pt x="24978" y="21943"/>
                    <a:pt x="26853" y="23816"/>
                    <a:pt x="29827" y="23816"/>
                  </a:cubicBezTo>
                  <a:cubicBezTo>
                    <a:pt x="29983" y="23816"/>
                    <a:pt x="30143" y="23811"/>
                    <a:pt x="30305" y="23800"/>
                  </a:cubicBezTo>
                  <a:cubicBezTo>
                    <a:pt x="32676" y="23587"/>
                    <a:pt x="34712" y="21946"/>
                    <a:pt x="35472" y="19545"/>
                  </a:cubicBezTo>
                  <a:cubicBezTo>
                    <a:pt x="35503" y="19302"/>
                    <a:pt x="35594" y="19058"/>
                    <a:pt x="35685" y="18815"/>
                  </a:cubicBezTo>
                  <a:lnTo>
                    <a:pt x="35685" y="16931"/>
                  </a:lnTo>
                  <a:cubicBezTo>
                    <a:pt x="35320" y="15441"/>
                    <a:pt x="34652" y="14134"/>
                    <a:pt x="33436" y="13192"/>
                  </a:cubicBezTo>
                  <a:cubicBezTo>
                    <a:pt x="32646" y="12554"/>
                    <a:pt x="31673" y="12219"/>
                    <a:pt x="30700" y="11946"/>
                  </a:cubicBezTo>
                  <a:lnTo>
                    <a:pt x="28785" y="11946"/>
                  </a:lnTo>
                  <a:cubicBezTo>
                    <a:pt x="27083" y="12311"/>
                    <a:pt x="25685" y="13131"/>
                    <a:pt x="24743" y="14651"/>
                  </a:cubicBezTo>
                  <a:cubicBezTo>
                    <a:pt x="24439" y="15137"/>
                    <a:pt x="24196" y="15715"/>
                    <a:pt x="23861" y="16384"/>
                  </a:cubicBezTo>
                  <a:lnTo>
                    <a:pt x="23861" y="7295"/>
                  </a:lnTo>
                  <a:lnTo>
                    <a:pt x="23861" y="4681"/>
                  </a:lnTo>
                  <a:lnTo>
                    <a:pt x="23861" y="0"/>
                  </a:ln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725332" y="3824000"/>
              <a:ext cx="842183" cy="574387"/>
            </a:xfrm>
            <a:custGeom>
              <a:avLst/>
              <a:gdLst/>
              <a:ahLst/>
              <a:cxnLst/>
              <a:rect l="l" t="t" r="r" b="b"/>
              <a:pathLst>
                <a:path w="35716" h="23831" extrusionOk="0">
                  <a:moveTo>
                    <a:pt x="21976" y="0"/>
                  </a:moveTo>
                  <a:lnTo>
                    <a:pt x="18906" y="578"/>
                  </a:lnTo>
                  <a:cubicBezTo>
                    <a:pt x="9636" y="2432"/>
                    <a:pt x="2189" y="10031"/>
                    <a:pt x="517" y="19393"/>
                  </a:cubicBezTo>
                  <a:cubicBezTo>
                    <a:pt x="243" y="20882"/>
                    <a:pt x="0" y="22341"/>
                    <a:pt x="152" y="23831"/>
                  </a:cubicBezTo>
                  <a:cubicBezTo>
                    <a:pt x="8025" y="23800"/>
                    <a:pt x="15897" y="23800"/>
                    <a:pt x="23861" y="23800"/>
                  </a:cubicBezTo>
                  <a:lnTo>
                    <a:pt x="23861" y="19575"/>
                  </a:lnTo>
                  <a:cubicBezTo>
                    <a:pt x="24104" y="19818"/>
                    <a:pt x="24226" y="20031"/>
                    <a:pt x="24317" y="20305"/>
                  </a:cubicBezTo>
                  <a:cubicBezTo>
                    <a:pt x="25335" y="22556"/>
                    <a:pt x="27526" y="23824"/>
                    <a:pt x="29776" y="23824"/>
                  </a:cubicBezTo>
                  <a:cubicBezTo>
                    <a:pt x="31020" y="23824"/>
                    <a:pt x="32282" y="23437"/>
                    <a:pt x="33375" y="22615"/>
                  </a:cubicBezTo>
                  <a:cubicBezTo>
                    <a:pt x="34621" y="21672"/>
                    <a:pt x="35350" y="20335"/>
                    <a:pt x="35685" y="18815"/>
                  </a:cubicBezTo>
                  <a:cubicBezTo>
                    <a:pt x="35685" y="18177"/>
                    <a:pt x="35685" y="17569"/>
                    <a:pt x="35715" y="16931"/>
                  </a:cubicBezTo>
                  <a:cubicBezTo>
                    <a:pt x="35350" y="15289"/>
                    <a:pt x="34621" y="13830"/>
                    <a:pt x="33192" y="12979"/>
                  </a:cubicBezTo>
                  <a:cubicBezTo>
                    <a:pt x="32432" y="12523"/>
                    <a:pt x="31551" y="12280"/>
                    <a:pt x="30761" y="11946"/>
                  </a:cubicBezTo>
                  <a:lnTo>
                    <a:pt x="28846" y="11946"/>
                  </a:lnTo>
                  <a:cubicBezTo>
                    <a:pt x="27204" y="12311"/>
                    <a:pt x="25837" y="13040"/>
                    <a:pt x="24894" y="14499"/>
                  </a:cubicBezTo>
                  <a:cubicBezTo>
                    <a:pt x="24560" y="15016"/>
                    <a:pt x="24286" y="15593"/>
                    <a:pt x="24013" y="16110"/>
                  </a:cubicBezTo>
                  <a:cubicBezTo>
                    <a:pt x="23830" y="15441"/>
                    <a:pt x="23770" y="10639"/>
                    <a:pt x="23922" y="7386"/>
                  </a:cubicBezTo>
                  <a:lnTo>
                    <a:pt x="23922" y="4621"/>
                  </a:lnTo>
                  <a:cubicBezTo>
                    <a:pt x="23861" y="3101"/>
                    <a:pt x="23861" y="1520"/>
                    <a:pt x="23861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166967" y="3824000"/>
              <a:ext cx="561228" cy="572941"/>
            </a:xfrm>
            <a:custGeom>
              <a:avLst/>
              <a:gdLst/>
              <a:ahLst/>
              <a:cxnLst/>
              <a:rect l="l" t="t" r="r" b="b"/>
              <a:pathLst>
                <a:path w="23801" h="23771" extrusionOk="0">
                  <a:moveTo>
                    <a:pt x="62" y="0"/>
                  </a:moveTo>
                  <a:cubicBezTo>
                    <a:pt x="62" y="152"/>
                    <a:pt x="1" y="304"/>
                    <a:pt x="1" y="456"/>
                  </a:cubicBezTo>
                  <a:lnTo>
                    <a:pt x="1" y="23010"/>
                  </a:lnTo>
                  <a:cubicBezTo>
                    <a:pt x="1" y="23253"/>
                    <a:pt x="62" y="23496"/>
                    <a:pt x="62" y="23770"/>
                  </a:cubicBezTo>
                  <a:cubicBezTo>
                    <a:pt x="110" y="23770"/>
                    <a:pt x="158" y="23770"/>
                    <a:pt x="206" y="23770"/>
                  </a:cubicBezTo>
                  <a:cubicBezTo>
                    <a:pt x="5346" y="23770"/>
                    <a:pt x="9979" y="22161"/>
                    <a:pt x="14074" y="19150"/>
                  </a:cubicBezTo>
                  <a:cubicBezTo>
                    <a:pt x="17053" y="16992"/>
                    <a:pt x="19363" y="14256"/>
                    <a:pt x="21065" y="11034"/>
                  </a:cubicBezTo>
                  <a:cubicBezTo>
                    <a:pt x="22555" y="8298"/>
                    <a:pt x="23466" y="5320"/>
                    <a:pt x="23618" y="2189"/>
                  </a:cubicBezTo>
                  <a:cubicBezTo>
                    <a:pt x="23649" y="1459"/>
                    <a:pt x="23740" y="730"/>
                    <a:pt x="23801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527110" y="3824000"/>
              <a:ext cx="556205" cy="572941"/>
            </a:xfrm>
            <a:custGeom>
              <a:avLst/>
              <a:gdLst/>
              <a:ahLst/>
              <a:cxnLst/>
              <a:rect l="l" t="t" r="r" b="b"/>
              <a:pathLst>
                <a:path w="23588" h="23771" extrusionOk="0">
                  <a:moveTo>
                    <a:pt x="30" y="0"/>
                  </a:moveTo>
                  <a:cubicBezTo>
                    <a:pt x="30" y="152"/>
                    <a:pt x="0" y="304"/>
                    <a:pt x="0" y="456"/>
                  </a:cubicBezTo>
                  <a:lnTo>
                    <a:pt x="0" y="23010"/>
                  </a:lnTo>
                  <a:cubicBezTo>
                    <a:pt x="0" y="23253"/>
                    <a:pt x="30" y="23496"/>
                    <a:pt x="30" y="23770"/>
                  </a:cubicBezTo>
                  <a:cubicBezTo>
                    <a:pt x="77" y="23770"/>
                    <a:pt x="124" y="23770"/>
                    <a:pt x="171" y="23770"/>
                  </a:cubicBezTo>
                  <a:cubicBezTo>
                    <a:pt x="5737" y="23770"/>
                    <a:pt x="10675" y="21977"/>
                    <a:pt x="15016" y="18450"/>
                  </a:cubicBezTo>
                  <a:cubicBezTo>
                    <a:pt x="17417" y="16475"/>
                    <a:pt x="19332" y="14195"/>
                    <a:pt x="20851" y="11460"/>
                  </a:cubicBezTo>
                  <a:cubicBezTo>
                    <a:pt x="22067" y="9271"/>
                    <a:pt x="22827" y="6961"/>
                    <a:pt x="23344" y="4529"/>
                  </a:cubicBezTo>
                  <a:cubicBezTo>
                    <a:pt x="23405" y="4043"/>
                    <a:pt x="23526" y="3557"/>
                    <a:pt x="23587" y="3040"/>
                  </a:cubicBezTo>
                  <a:lnTo>
                    <a:pt x="23587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529256" y="4398356"/>
              <a:ext cx="554059" cy="571470"/>
            </a:xfrm>
            <a:custGeom>
              <a:avLst/>
              <a:gdLst/>
              <a:ahLst/>
              <a:cxnLst/>
              <a:rect l="l" t="t" r="r" b="b"/>
              <a:pathLst>
                <a:path w="23497" h="23710" extrusionOk="0">
                  <a:moveTo>
                    <a:pt x="11771" y="0"/>
                  </a:moveTo>
                  <a:cubicBezTo>
                    <a:pt x="11748" y="0"/>
                    <a:pt x="11725" y="0"/>
                    <a:pt x="11703" y="1"/>
                  </a:cubicBezTo>
                  <a:cubicBezTo>
                    <a:pt x="6414" y="31"/>
                    <a:pt x="1702" y="3648"/>
                    <a:pt x="365" y="8754"/>
                  </a:cubicBezTo>
                  <a:cubicBezTo>
                    <a:pt x="213" y="9241"/>
                    <a:pt x="91" y="9727"/>
                    <a:pt x="0" y="10213"/>
                  </a:cubicBezTo>
                  <a:lnTo>
                    <a:pt x="0" y="13496"/>
                  </a:lnTo>
                  <a:cubicBezTo>
                    <a:pt x="61" y="13861"/>
                    <a:pt x="183" y="14286"/>
                    <a:pt x="304" y="14682"/>
                  </a:cubicBezTo>
                  <a:cubicBezTo>
                    <a:pt x="1611" y="19879"/>
                    <a:pt x="5988" y="23435"/>
                    <a:pt x="11338" y="23679"/>
                  </a:cubicBezTo>
                  <a:cubicBezTo>
                    <a:pt x="11459" y="23679"/>
                    <a:pt x="11611" y="23709"/>
                    <a:pt x="11733" y="23709"/>
                  </a:cubicBezTo>
                  <a:cubicBezTo>
                    <a:pt x="11748" y="23694"/>
                    <a:pt x="11779" y="23686"/>
                    <a:pt x="11809" y="23686"/>
                  </a:cubicBezTo>
                  <a:cubicBezTo>
                    <a:pt x="11839" y="23686"/>
                    <a:pt x="11870" y="23694"/>
                    <a:pt x="11885" y="23709"/>
                  </a:cubicBezTo>
                  <a:cubicBezTo>
                    <a:pt x="16475" y="23527"/>
                    <a:pt x="19940" y="21429"/>
                    <a:pt x="22219" y="17417"/>
                  </a:cubicBezTo>
                  <a:cubicBezTo>
                    <a:pt x="22736" y="16414"/>
                    <a:pt x="23162" y="15381"/>
                    <a:pt x="23314" y="14286"/>
                  </a:cubicBezTo>
                  <a:cubicBezTo>
                    <a:pt x="23344" y="14165"/>
                    <a:pt x="23435" y="14104"/>
                    <a:pt x="23496" y="13982"/>
                  </a:cubicBezTo>
                  <a:lnTo>
                    <a:pt x="23496" y="10001"/>
                  </a:lnTo>
                  <a:cubicBezTo>
                    <a:pt x="23405" y="9545"/>
                    <a:pt x="23314" y="9089"/>
                    <a:pt x="23192" y="8633"/>
                  </a:cubicBezTo>
                  <a:cubicBezTo>
                    <a:pt x="21800" y="3548"/>
                    <a:pt x="17092" y="0"/>
                    <a:pt x="11771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166967" y="3824000"/>
              <a:ext cx="1077276" cy="822739"/>
            </a:xfrm>
            <a:custGeom>
              <a:avLst/>
              <a:gdLst/>
              <a:ahLst/>
              <a:cxnLst/>
              <a:rect l="l" t="t" r="r" b="b"/>
              <a:pathLst>
                <a:path w="45686" h="34135" extrusionOk="0">
                  <a:moveTo>
                    <a:pt x="23831" y="0"/>
                  </a:moveTo>
                  <a:cubicBezTo>
                    <a:pt x="23770" y="730"/>
                    <a:pt x="23679" y="1459"/>
                    <a:pt x="23649" y="2158"/>
                  </a:cubicBezTo>
                  <a:cubicBezTo>
                    <a:pt x="23466" y="5320"/>
                    <a:pt x="22555" y="8268"/>
                    <a:pt x="21096" y="11034"/>
                  </a:cubicBezTo>
                  <a:cubicBezTo>
                    <a:pt x="19393" y="14256"/>
                    <a:pt x="17083" y="16992"/>
                    <a:pt x="14105" y="19150"/>
                  </a:cubicBezTo>
                  <a:cubicBezTo>
                    <a:pt x="10015" y="22135"/>
                    <a:pt x="5427" y="23771"/>
                    <a:pt x="340" y="23771"/>
                  </a:cubicBezTo>
                  <a:cubicBezTo>
                    <a:pt x="248" y="23771"/>
                    <a:pt x="155" y="23771"/>
                    <a:pt x="62" y="23770"/>
                  </a:cubicBezTo>
                  <a:lnTo>
                    <a:pt x="1" y="23831"/>
                  </a:lnTo>
                  <a:cubicBezTo>
                    <a:pt x="1" y="25685"/>
                    <a:pt x="62" y="27539"/>
                    <a:pt x="62" y="29423"/>
                  </a:cubicBezTo>
                  <a:cubicBezTo>
                    <a:pt x="62" y="30973"/>
                    <a:pt x="92" y="32584"/>
                    <a:pt x="92" y="34135"/>
                  </a:cubicBezTo>
                  <a:cubicBezTo>
                    <a:pt x="153" y="33983"/>
                    <a:pt x="214" y="33831"/>
                    <a:pt x="244" y="33679"/>
                  </a:cubicBezTo>
                  <a:cubicBezTo>
                    <a:pt x="1278" y="28147"/>
                    <a:pt x="5715" y="24256"/>
                    <a:pt x="11308" y="23922"/>
                  </a:cubicBezTo>
                  <a:cubicBezTo>
                    <a:pt x="11565" y="23904"/>
                    <a:pt x="11821" y="23895"/>
                    <a:pt x="12075" y="23895"/>
                  </a:cubicBezTo>
                  <a:cubicBezTo>
                    <a:pt x="17095" y="23895"/>
                    <a:pt x="21632" y="27273"/>
                    <a:pt x="23223" y="32220"/>
                  </a:cubicBezTo>
                  <a:cubicBezTo>
                    <a:pt x="23345" y="32493"/>
                    <a:pt x="23406" y="32797"/>
                    <a:pt x="23527" y="33132"/>
                  </a:cubicBezTo>
                  <a:cubicBezTo>
                    <a:pt x="23953" y="32767"/>
                    <a:pt x="23801" y="32432"/>
                    <a:pt x="23801" y="32068"/>
                  </a:cubicBezTo>
                  <a:cubicBezTo>
                    <a:pt x="23831" y="29332"/>
                    <a:pt x="23831" y="26566"/>
                    <a:pt x="23831" y="23831"/>
                  </a:cubicBezTo>
                  <a:cubicBezTo>
                    <a:pt x="23679" y="22311"/>
                    <a:pt x="23922" y="20882"/>
                    <a:pt x="24166" y="19393"/>
                  </a:cubicBezTo>
                  <a:cubicBezTo>
                    <a:pt x="25898" y="10031"/>
                    <a:pt x="33345" y="2432"/>
                    <a:pt x="42616" y="578"/>
                  </a:cubicBezTo>
                  <a:cubicBezTo>
                    <a:pt x="43649" y="335"/>
                    <a:pt x="44652" y="183"/>
                    <a:pt x="45686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100463" y="3824000"/>
              <a:ext cx="1027805" cy="527507"/>
            </a:xfrm>
            <a:custGeom>
              <a:avLst/>
              <a:gdLst/>
              <a:ahLst/>
              <a:cxnLst/>
              <a:rect l="l" t="t" r="r" b="b"/>
              <a:pathLst>
                <a:path w="43588" h="21886" extrusionOk="0">
                  <a:moveTo>
                    <a:pt x="61" y="0"/>
                  </a:moveTo>
                  <a:cubicBezTo>
                    <a:pt x="31" y="92"/>
                    <a:pt x="0" y="122"/>
                    <a:pt x="0" y="213"/>
                  </a:cubicBezTo>
                  <a:cubicBezTo>
                    <a:pt x="7629" y="1064"/>
                    <a:pt x="13557" y="4712"/>
                    <a:pt x="17782" y="11095"/>
                  </a:cubicBezTo>
                  <a:cubicBezTo>
                    <a:pt x="17964" y="11338"/>
                    <a:pt x="18025" y="11672"/>
                    <a:pt x="18146" y="11946"/>
                  </a:cubicBezTo>
                  <a:cubicBezTo>
                    <a:pt x="18846" y="12463"/>
                    <a:pt x="19089" y="13283"/>
                    <a:pt x="19393" y="14043"/>
                  </a:cubicBezTo>
                  <a:cubicBezTo>
                    <a:pt x="20578" y="16779"/>
                    <a:pt x="21095" y="18694"/>
                    <a:pt x="21520" y="21885"/>
                  </a:cubicBezTo>
                  <a:cubicBezTo>
                    <a:pt x="21642" y="21095"/>
                    <a:pt x="21794" y="20305"/>
                    <a:pt x="21915" y="19514"/>
                  </a:cubicBezTo>
                  <a:cubicBezTo>
                    <a:pt x="22280" y="17174"/>
                    <a:pt x="23101" y="14985"/>
                    <a:pt x="24165" y="12888"/>
                  </a:cubicBezTo>
                  <a:cubicBezTo>
                    <a:pt x="24347" y="12554"/>
                    <a:pt x="24560" y="12250"/>
                    <a:pt x="24803" y="11946"/>
                  </a:cubicBezTo>
                  <a:cubicBezTo>
                    <a:pt x="24864" y="11703"/>
                    <a:pt x="24955" y="11460"/>
                    <a:pt x="25107" y="11247"/>
                  </a:cubicBezTo>
                  <a:cubicBezTo>
                    <a:pt x="28724" y="5593"/>
                    <a:pt x="33831" y="2037"/>
                    <a:pt x="40426" y="578"/>
                  </a:cubicBezTo>
                  <a:cubicBezTo>
                    <a:pt x="41490" y="365"/>
                    <a:pt x="42524" y="213"/>
                    <a:pt x="43588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459851" y="3824000"/>
              <a:ext cx="1012054" cy="527507"/>
            </a:xfrm>
            <a:custGeom>
              <a:avLst/>
              <a:gdLst/>
              <a:ahLst/>
              <a:cxnLst/>
              <a:rect l="l" t="t" r="r" b="b"/>
              <a:pathLst>
                <a:path w="42920" h="21886" extrusionOk="0">
                  <a:moveTo>
                    <a:pt x="92" y="0"/>
                  </a:moveTo>
                  <a:cubicBezTo>
                    <a:pt x="62" y="92"/>
                    <a:pt x="1" y="122"/>
                    <a:pt x="1" y="213"/>
                  </a:cubicBezTo>
                  <a:cubicBezTo>
                    <a:pt x="7661" y="1064"/>
                    <a:pt x="13588" y="4712"/>
                    <a:pt x="17843" y="11095"/>
                  </a:cubicBezTo>
                  <a:cubicBezTo>
                    <a:pt x="18025" y="11338"/>
                    <a:pt x="18086" y="11672"/>
                    <a:pt x="18208" y="11946"/>
                  </a:cubicBezTo>
                  <a:cubicBezTo>
                    <a:pt x="18512" y="12402"/>
                    <a:pt x="18907" y="12858"/>
                    <a:pt x="19120" y="13344"/>
                  </a:cubicBezTo>
                  <a:cubicBezTo>
                    <a:pt x="20275" y="15715"/>
                    <a:pt x="21035" y="18177"/>
                    <a:pt x="21369" y="20761"/>
                  </a:cubicBezTo>
                  <a:cubicBezTo>
                    <a:pt x="21430" y="21125"/>
                    <a:pt x="21430" y="21520"/>
                    <a:pt x="21582" y="21885"/>
                  </a:cubicBezTo>
                  <a:cubicBezTo>
                    <a:pt x="21643" y="21490"/>
                    <a:pt x="21734" y="21095"/>
                    <a:pt x="21795" y="20669"/>
                  </a:cubicBezTo>
                  <a:cubicBezTo>
                    <a:pt x="22099" y="17873"/>
                    <a:pt x="23010" y="15198"/>
                    <a:pt x="24287" y="12706"/>
                  </a:cubicBezTo>
                  <a:cubicBezTo>
                    <a:pt x="24409" y="12432"/>
                    <a:pt x="24621" y="12219"/>
                    <a:pt x="24834" y="11946"/>
                  </a:cubicBezTo>
                  <a:cubicBezTo>
                    <a:pt x="24986" y="11672"/>
                    <a:pt x="25047" y="11368"/>
                    <a:pt x="25229" y="11095"/>
                  </a:cubicBezTo>
                  <a:cubicBezTo>
                    <a:pt x="29454" y="4772"/>
                    <a:pt x="35351" y="1125"/>
                    <a:pt x="42920" y="213"/>
                  </a:cubicBezTo>
                  <a:cubicBezTo>
                    <a:pt x="42859" y="122"/>
                    <a:pt x="42859" y="92"/>
                    <a:pt x="42828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526379" y="3897247"/>
              <a:ext cx="556936" cy="747298"/>
            </a:xfrm>
            <a:custGeom>
              <a:avLst/>
              <a:gdLst/>
              <a:ahLst/>
              <a:cxnLst/>
              <a:rect l="l" t="t" r="r" b="b"/>
              <a:pathLst>
                <a:path w="23619" h="31005" extrusionOk="0">
                  <a:moveTo>
                    <a:pt x="23588" y="1"/>
                  </a:moveTo>
                  <a:cubicBezTo>
                    <a:pt x="23527" y="518"/>
                    <a:pt x="23436" y="1004"/>
                    <a:pt x="23314" y="1490"/>
                  </a:cubicBezTo>
                  <a:cubicBezTo>
                    <a:pt x="22828" y="3922"/>
                    <a:pt x="22068" y="6202"/>
                    <a:pt x="20852" y="8421"/>
                  </a:cubicBezTo>
                  <a:cubicBezTo>
                    <a:pt x="19363" y="11156"/>
                    <a:pt x="17387" y="13436"/>
                    <a:pt x="15016" y="15411"/>
                  </a:cubicBezTo>
                  <a:cubicBezTo>
                    <a:pt x="10706" y="18938"/>
                    <a:pt x="5768" y="20731"/>
                    <a:pt x="202" y="20731"/>
                  </a:cubicBezTo>
                  <a:cubicBezTo>
                    <a:pt x="155" y="20731"/>
                    <a:pt x="108" y="20731"/>
                    <a:pt x="61" y="20731"/>
                  </a:cubicBezTo>
                  <a:lnTo>
                    <a:pt x="1" y="20731"/>
                  </a:lnTo>
                  <a:cubicBezTo>
                    <a:pt x="1" y="22919"/>
                    <a:pt x="31" y="25138"/>
                    <a:pt x="31" y="27327"/>
                  </a:cubicBezTo>
                  <a:cubicBezTo>
                    <a:pt x="31" y="28542"/>
                    <a:pt x="61" y="29789"/>
                    <a:pt x="61" y="31004"/>
                  </a:cubicBezTo>
                  <a:cubicBezTo>
                    <a:pt x="213" y="30518"/>
                    <a:pt x="335" y="30032"/>
                    <a:pt x="457" y="29545"/>
                  </a:cubicBezTo>
                  <a:cubicBezTo>
                    <a:pt x="1794" y="24439"/>
                    <a:pt x="6505" y="20822"/>
                    <a:pt x="11764" y="20792"/>
                  </a:cubicBezTo>
                  <a:cubicBezTo>
                    <a:pt x="11787" y="20791"/>
                    <a:pt x="11810" y="20791"/>
                    <a:pt x="11833" y="20791"/>
                  </a:cubicBezTo>
                  <a:cubicBezTo>
                    <a:pt x="17184" y="20791"/>
                    <a:pt x="21892" y="24309"/>
                    <a:pt x="23284" y="29424"/>
                  </a:cubicBezTo>
                  <a:cubicBezTo>
                    <a:pt x="23436" y="29880"/>
                    <a:pt x="23527" y="30336"/>
                    <a:pt x="23618" y="30792"/>
                  </a:cubicBezTo>
                  <a:cubicBezTo>
                    <a:pt x="23618" y="20518"/>
                    <a:pt x="23618" y="10275"/>
                    <a:pt x="23588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63775" y="3824000"/>
              <a:ext cx="519656" cy="526760"/>
            </a:xfrm>
            <a:custGeom>
              <a:avLst/>
              <a:gdLst/>
              <a:ahLst/>
              <a:cxnLst/>
              <a:rect l="l" t="t" r="r" b="b"/>
              <a:pathLst>
                <a:path w="22038" h="21855" extrusionOk="0">
                  <a:moveTo>
                    <a:pt x="0" y="0"/>
                  </a:moveTo>
                  <a:lnTo>
                    <a:pt x="0" y="21855"/>
                  </a:lnTo>
                  <a:cubicBezTo>
                    <a:pt x="152" y="21247"/>
                    <a:pt x="304" y="20639"/>
                    <a:pt x="426" y="20031"/>
                  </a:cubicBezTo>
                  <a:cubicBezTo>
                    <a:pt x="2037" y="10274"/>
                    <a:pt x="9423" y="2523"/>
                    <a:pt x="19150" y="547"/>
                  </a:cubicBezTo>
                  <a:cubicBezTo>
                    <a:pt x="20122" y="365"/>
                    <a:pt x="21095" y="213"/>
                    <a:pt x="22037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567514" y="3824000"/>
              <a:ext cx="280979" cy="287205"/>
            </a:xfrm>
            <a:custGeom>
              <a:avLst/>
              <a:gdLst/>
              <a:ahLst/>
              <a:cxnLst/>
              <a:rect l="l" t="t" r="r" b="b"/>
              <a:pathLst>
                <a:path w="11916" h="11916" extrusionOk="0">
                  <a:moveTo>
                    <a:pt x="4924" y="0"/>
                  </a:moveTo>
                  <a:cubicBezTo>
                    <a:pt x="4681" y="122"/>
                    <a:pt x="4499" y="213"/>
                    <a:pt x="4286" y="274"/>
                  </a:cubicBezTo>
                  <a:cubicBezTo>
                    <a:pt x="2067" y="973"/>
                    <a:pt x="699" y="2432"/>
                    <a:pt x="122" y="4712"/>
                  </a:cubicBezTo>
                  <a:lnTo>
                    <a:pt x="0" y="5076"/>
                  </a:lnTo>
                  <a:lnTo>
                    <a:pt x="0" y="6961"/>
                  </a:lnTo>
                  <a:cubicBezTo>
                    <a:pt x="0" y="6991"/>
                    <a:pt x="31" y="6991"/>
                    <a:pt x="31" y="7052"/>
                  </a:cubicBezTo>
                  <a:cubicBezTo>
                    <a:pt x="699" y="9697"/>
                    <a:pt x="2371" y="11308"/>
                    <a:pt x="5015" y="11915"/>
                  </a:cubicBezTo>
                  <a:lnTo>
                    <a:pt x="6930" y="11915"/>
                  </a:lnTo>
                  <a:cubicBezTo>
                    <a:pt x="7113" y="11855"/>
                    <a:pt x="7295" y="11794"/>
                    <a:pt x="7538" y="11703"/>
                  </a:cubicBezTo>
                  <a:cubicBezTo>
                    <a:pt x="10092" y="10912"/>
                    <a:pt x="11794" y="8724"/>
                    <a:pt x="11855" y="6140"/>
                  </a:cubicBezTo>
                  <a:cubicBezTo>
                    <a:pt x="11915" y="3496"/>
                    <a:pt x="10304" y="1186"/>
                    <a:pt x="7721" y="304"/>
                  </a:cubicBezTo>
                  <a:cubicBezTo>
                    <a:pt x="7508" y="244"/>
                    <a:pt x="7234" y="122"/>
                    <a:pt x="6961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208102" y="3824000"/>
              <a:ext cx="283125" cy="287928"/>
            </a:xfrm>
            <a:custGeom>
              <a:avLst/>
              <a:gdLst/>
              <a:ahLst/>
              <a:cxnLst/>
              <a:rect l="l" t="t" r="r" b="b"/>
              <a:pathLst>
                <a:path w="12007" h="11946" extrusionOk="0">
                  <a:moveTo>
                    <a:pt x="4894" y="0"/>
                  </a:moveTo>
                  <a:cubicBezTo>
                    <a:pt x="4681" y="92"/>
                    <a:pt x="4469" y="183"/>
                    <a:pt x="4286" y="274"/>
                  </a:cubicBezTo>
                  <a:cubicBezTo>
                    <a:pt x="2037" y="943"/>
                    <a:pt x="669" y="2432"/>
                    <a:pt x="122" y="4712"/>
                  </a:cubicBezTo>
                  <a:lnTo>
                    <a:pt x="1" y="5046"/>
                  </a:lnTo>
                  <a:lnTo>
                    <a:pt x="1" y="6870"/>
                  </a:lnTo>
                  <a:cubicBezTo>
                    <a:pt x="152" y="7386"/>
                    <a:pt x="274" y="7873"/>
                    <a:pt x="456" y="8329"/>
                  </a:cubicBezTo>
                  <a:cubicBezTo>
                    <a:pt x="1186" y="9970"/>
                    <a:pt x="2341" y="11064"/>
                    <a:pt x="4013" y="11642"/>
                  </a:cubicBezTo>
                  <a:cubicBezTo>
                    <a:pt x="4377" y="11763"/>
                    <a:pt x="4681" y="11824"/>
                    <a:pt x="5016" y="11946"/>
                  </a:cubicBezTo>
                  <a:lnTo>
                    <a:pt x="6840" y="11946"/>
                  </a:lnTo>
                  <a:cubicBezTo>
                    <a:pt x="6992" y="11855"/>
                    <a:pt x="7144" y="11824"/>
                    <a:pt x="7295" y="11794"/>
                  </a:cubicBezTo>
                  <a:cubicBezTo>
                    <a:pt x="9940" y="11095"/>
                    <a:pt x="11764" y="8906"/>
                    <a:pt x="11885" y="6292"/>
                  </a:cubicBezTo>
                  <a:cubicBezTo>
                    <a:pt x="12007" y="3587"/>
                    <a:pt x="10365" y="1216"/>
                    <a:pt x="7751" y="304"/>
                  </a:cubicBezTo>
                  <a:cubicBezTo>
                    <a:pt x="7478" y="244"/>
                    <a:pt x="7204" y="122"/>
                    <a:pt x="6961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28578" y="3824000"/>
              <a:ext cx="278833" cy="288676"/>
            </a:xfrm>
            <a:custGeom>
              <a:avLst/>
              <a:gdLst/>
              <a:ahLst/>
              <a:cxnLst/>
              <a:rect l="l" t="t" r="r" b="b"/>
              <a:pathLst>
                <a:path w="11825" h="11977" extrusionOk="0">
                  <a:moveTo>
                    <a:pt x="4955" y="0"/>
                  </a:moveTo>
                  <a:cubicBezTo>
                    <a:pt x="4712" y="122"/>
                    <a:pt x="4468" y="183"/>
                    <a:pt x="4256" y="274"/>
                  </a:cubicBezTo>
                  <a:cubicBezTo>
                    <a:pt x="2189" y="912"/>
                    <a:pt x="821" y="2250"/>
                    <a:pt x="183" y="4256"/>
                  </a:cubicBezTo>
                  <a:cubicBezTo>
                    <a:pt x="91" y="4408"/>
                    <a:pt x="61" y="4529"/>
                    <a:pt x="0" y="4681"/>
                  </a:cubicBezTo>
                  <a:lnTo>
                    <a:pt x="0" y="7295"/>
                  </a:lnTo>
                  <a:cubicBezTo>
                    <a:pt x="31" y="7478"/>
                    <a:pt x="91" y="7630"/>
                    <a:pt x="183" y="7842"/>
                  </a:cubicBezTo>
                  <a:cubicBezTo>
                    <a:pt x="912" y="9879"/>
                    <a:pt x="2310" y="11216"/>
                    <a:pt x="4408" y="11794"/>
                  </a:cubicBezTo>
                  <a:cubicBezTo>
                    <a:pt x="4590" y="11855"/>
                    <a:pt x="4742" y="11885"/>
                    <a:pt x="4924" y="11976"/>
                  </a:cubicBezTo>
                  <a:lnTo>
                    <a:pt x="6839" y="11976"/>
                  </a:lnTo>
                  <a:cubicBezTo>
                    <a:pt x="6961" y="11885"/>
                    <a:pt x="7052" y="11855"/>
                    <a:pt x="7174" y="11824"/>
                  </a:cubicBezTo>
                  <a:cubicBezTo>
                    <a:pt x="9453" y="11247"/>
                    <a:pt x="10943" y="9849"/>
                    <a:pt x="11611" y="7569"/>
                  </a:cubicBezTo>
                  <a:cubicBezTo>
                    <a:pt x="11703" y="7356"/>
                    <a:pt x="11733" y="7143"/>
                    <a:pt x="11824" y="6931"/>
                  </a:cubicBezTo>
                  <a:lnTo>
                    <a:pt x="11824" y="5107"/>
                  </a:lnTo>
                  <a:cubicBezTo>
                    <a:pt x="11581" y="4408"/>
                    <a:pt x="11399" y="3678"/>
                    <a:pt x="11125" y="3040"/>
                  </a:cubicBezTo>
                  <a:cubicBezTo>
                    <a:pt x="10396" y="1703"/>
                    <a:pt x="9301" y="851"/>
                    <a:pt x="7842" y="335"/>
                  </a:cubicBezTo>
                  <a:cubicBezTo>
                    <a:pt x="7508" y="244"/>
                    <a:pt x="7204" y="122"/>
                    <a:pt x="687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289404" y="3824723"/>
              <a:ext cx="277395" cy="287205"/>
            </a:xfrm>
            <a:custGeom>
              <a:avLst/>
              <a:gdLst/>
              <a:ahLst/>
              <a:cxnLst/>
              <a:rect l="l" t="t" r="r" b="b"/>
              <a:pathLst>
                <a:path w="11764" h="11916" extrusionOk="0">
                  <a:moveTo>
                    <a:pt x="4925" y="1"/>
                  </a:moveTo>
                  <a:cubicBezTo>
                    <a:pt x="4742" y="92"/>
                    <a:pt x="4499" y="153"/>
                    <a:pt x="4317" y="244"/>
                  </a:cubicBezTo>
                  <a:cubicBezTo>
                    <a:pt x="2280" y="852"/>
                    <a:pt x="913" y="2189"/>
                    <a:pt x="183" y="4195"/>
                  </a:cubicBezTo>
                  <a:cubicBezTo>
                    <a:pt x="92" y="4347"/>
                    <a:pt x="61" y="4469"/>
                    <a:pt x="1" y="4621"/>
                  </a:cubicBezTo>
                  <a:lnTo>
                    <a:pt x="1" y="7387"/>
                  </a:lnTo>
                  <a:cubicBezTo>
                    <a:pt x="61" y="7630"/>
                    <a:pt x="183" y="7873"/>
                    <a:pt x="305" y="8147"/>
                  </a:cubicBezTo>
                  <a:cubicBezTo>
                    <a:pt x="1064" y="9971"/>
                    <a:pt x="2372" y="11156"/>
                    <a:pt x="4286" y="11733"/>
                  </a:cubicBezTo>
                  <a:cubicBezTo>
                    <a:pt x="4469" y="11794"/>
                    <a:pt x="4712" y="11825"/>
                    <a:pt x="4894" y="11916"/>
                  </a:cubicBezTo>
                  <a:lnTo>
                    <a:pt x="6779" y="11916"/>
                  </a:lnTo>
                  <a:cubicBezTo>
                    <a:pt x="6900" y="11825"/>
                    <a:pt x="7022" y="11794"/>
                    <a:pt x="7144" y="11764"/>
                  </a:cubicBezTo>
                  <a:cubicBezTo>
                    <a:pt x="9454" y="11156"/>
                    <a:pt x="10973" y="9697"/>
                    <a:pt x="11612" y="7387"/>
                  </a:cubicBezTo>
                  <a:cubicBezTo>
                    <a:pt x="11642" y="7235"/>
                    <a:pt x="11733" y="7083"/>
                    <a:pt x="11764" y="6931"/>
                  </a:cubicBezTo>
                  <a:lnTo>
                    <a:pt x="11764" y="5046"/>
                  </a:lnTo>
                  <a:cubicBezTo>
                    <a:pt x="11490" y="4347"/>
                    <a:pt x="11308" y="3587"/>
                    <a:pt x="11004" y="2980"/>
                  </a:cubicBezTo>
                  <a:cubicBezTo>
                    <a:pt x="10335" y="1673"/>
                    <a:pt x="9211" y="821"/>
                    <a:pt x="7812" y="366"/>
                  </a:cubicBezTo>
                  <a:cubicBezTo>
                    <a:pt x="7478" y="244"/>
                    <a:pt x="7174" y="122"/>
                    <a:pt x="684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809488" y="4734630"/>
              <a:ext cx="273835" cy="517963"/>
            </a:xfrm>
            <a:custGeom>
              <a:avLst/>
              <a:gdLst/>
              <a:ahLst/>
              <a:cxnLst/>
              <a:rect l="l" t="t" r="r" b="b"/>
              <a:pathLst>
                <a:path w="11613" h="21490" extrusionOk="0">
                  <a:moveTo>
                    <a:pt x="11612" y="0"/>
                  </a:moveTo>
                  <a:cubicBezTo>
                    <a:pt x="11551" y="122"/>
                    <a:pt x="11430" y="182"/>
                    <a:pt x="11430" y="304"/>
                  </a:cubicBezTo>
                  <a:cubicBezTo>
                    <a:pt x="11278" y="1398"/>
                    <a:pt x="10852" y="2462"/>
                    <a:pt x="10335" y="3404"/>
                  </a:cubicBezTo>
                  <a:cubicBezTo>
                    <a:pt x="8056" y="7447"/>
                    <a:pt x="4591" y="9544"/>
                    <a:pt x="1" y="9727"/>
                  </a:cubicBezTo>
                  <a:cubicBezTo>
                    <a:pt x="214" y="10000"/>
                    <a:pt x="457" y="10304"/>
                    <a:pt x="670" y="10517"/>
                  </a:cubicBezTo>
                  <a:lnTo>
                    <a:pt x="4773" y="14620"/>
                  </a:lnTo>
                  <a:cubicBezTo>
                    <a:pt x="7053" y="16900"/>
                    <a:pt x="9332" y="19210"/>
                    <a:pt x="11612" y="21490"/>
                  </a:cubicBezTo>
                  <a:lnTo>
                    <a:pt x="11612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448526" y="3824000"/>
              <a:ext cx="232970" cy="122368"/>
            </a:xfrm>
            <a:custGeom>
              <a:avLst/>
              <a:gdLst/>
              <a:ahLst/>
              <a:cxnLst/>
              <a:rect l="l" t="t" r="r" b="b"/>
              <a:pathLst>
                <a:path w="9880" h="5077" extrusionOk="0">
                  <a:moveTo>
                    <a:pt x="0" y="0"/>
                  </a:moveTo>
                  <a:cubicBezTo>
                    <a:pt x="335" y="122"/>
                    <a:pt x="639" y="244"/>
                    <a:pt x="1004" y="365"/>
                  </a:cubicBezTo>
                  <a:cubicBezTo>
                    <a:pt x="2402" y="821"/>
                    <a:pt x="3466" y="1672"/>
                    <a:pt x="4195" y="2979"/>
                  </a:cubicBezTo>
                  <a:cubicBezTo>
                    <a:pt x="4560" y="3617"/>
                    <a:pt x="4742" y="4377"/>
                    <a:pt x="5016" y="5076"/>
                  </a:cubicBezTo>
                  <a:cubicBezTo>
                    <a:pt x="5046" y="4955"/>
                    <a:pt x="5137" y="4833"/>
                    <a:pt x="5107" y="4712"/>
                  </a:cubicBezTo>
                  <a:cubicBezTo>
                    <a:pt x="5654" y="2493"/>
                    <a:pt x="7083" y="1003"/>
                    <a:pt x="9271" y="274"/>
                  </a:cubicBezTo>
                  <a:cubicBezTo>
                    <a:pt x="9514" y="213"/>
                    <a:pt x="9697" y="92"/>
                    <a:pt x="9879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89114" y="3825470"/>
              <a:ext cx="232970" cy="121621"/>
            </a:xfrm>
            <a:custGeom>
              <a:avLst/>
              <a:gdLst/>
              <a:ahLst/>
              <a:cxnLst/>
              <a:rect l="l" t="t" r="r" b="b"/>
              <a:pathLst>
                <a:path w="9880" h="5046" extrusionOk="0">
                  <a:moveTo>
                    <a:pt x="1" y="0"/>
                  </a:moveTo>
                  <a:cubicBezTo>
                    <a:pt x="335" y="91"/>
                    <a:pt x="639" y="213"/>
                    <a:pt x="973" y="335"/>
                  </a:cubicBezTo>
                  <a:cubicBezTo>
                    <a:pt x="2432" y="790"/>
                    <a:pt x="3527" y="1702"/>
                    <a:pt x="4256" y="3040"/>
                  </a:cubicBezTo>
                  <a:cubicBezTo>
                    <a:pt x="4591" y="3617"/>
                    <a:pt x="4743" y="4347"/>
                    <a:pt x="5016" y="5046"/>
                  </a:cubicBezTo>
                  <a:cubicBezTo>
                    <a:pt x="5047" y="4924"/>
                    <a:pt x="5107" y="4772"/>
                    <a:pt x="5077" y="4711"/>
                  </a:cubicBezTo>
                  <a:cubicBezTo>
                    <a:pt x="5654" y="2462"/>
                    <a:pt x="7053" y="973"/>
                    <a:pt x="9272" y="243"/>
                  </a:cubicBezTo>
                  <a:cubicBezTo>
                    <a:pt x="9484" y="183"/>
                    <a:pt x="9667" y="61"/>
                    <a:pt x="9879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28578" y="3824000"/>
              <a:ext cx="116132" cy="112848"/>
            </a:xfrm>
            <a:custGeom>
              <a:avLst/>
              <a:gdLst/>
              <a:ahLst/>
              <a:cxnLst/>
              <a:rect l="l" t="t" r="r" b="b"/>
              <a:pathLst>
                <a:path w="4925" h="4682" extrusionOk="0">
                  <a:moveTo>
                    <a:pt x="0" y="0"/>
                  </a:moveTo>
                  <a:lnTo>
                    <a:pt x="0" y="4681"/>
                  </a:lnTo>
                  <a:cubicBezTo>
                    <a:pt x="61" y="4560"/>
                    <a:pt x="152" y="4408"/>
                    <a:pt x="183" y="4256"/>
                  </a:cubicBezTo>
                  <a:cubicBezTo>
                    <a:pt x="821" y="2219"/>
                    <a:pt x="2189" y="912"/>
                    <a:pt x="4195" y="274"/>
                  </a:cubicBezTo>
                  <a:cubicBezTo>
                    <a:pt x="4468" y="213"/>
                    <a:pt x="4712" y="92"/>
                    <a:pt x="4924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87258" y="3824000"/>
              <a:ext cx="117570" cy="111378"/>
            </a:xfrm>
            <a:custGeom>
              <a:avLst/>
              <a:gdLst/>
              <a:ahLst/>
              <a:cxnLst/>
              <a:rect l="l" t="t" r="r" b="b"/>
              <a:pathLst>
                <a:path w="4986" h="4621" extrusionOk="0">
                  <a:moveTo>
                    <a:pt x="0" y="0"/>
                  </a:moveTo>
                  <a:cubicBezTo>
                    <a:pt x="31" y="1520"/>
                    <a:pt x="31" y="3101"/>
                    <a:pt x="31" y="4621"/>
                  </a:cubicBezTo>
                  <a:cubicBezTo>
                    <a:pt x="122" y="4469"/>
                    <a:pt x="183" y="4347"/>
                    <a:pt x="244" y="4195"/>
                  </a:cubicBezTo>
                  <a:cubicBezTo>
                    <a:pt x="943" y="2158"/>
                    <a:pt x="2311" y="851"/>
                    <a:pt x="4377" y="244"/>
                  </a:cubicBezTo>
                  <a:cubicBezTo>
                    <a:pt x="4560" y="152"/>
                    <a:pt x="4803" y="92"/>
                    <a:pt x="4985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606479" y="4396885"/>
              <a:ext cx="561935" cy="572193"/>
            </a:xfrm>
            <a:custGeom>
              <a:avLst/>
              <a:gdLst/>
              <a:ahLst/>
              <a:cxnLst/>
              <a:rect l="l" t="t" r="r" b="b"/>
              <a:pathLst>
                <a:path w="23831" h="23740" extrusionOk="0">
                  <a:moveTo>
                    <a:pt x="23740" y="1"/>
                  </a:moveTo>
                  <a:cubicBezTo>
                    <a:pt x="22980" y="62"/>
                    <a:pt x="22189" y="62"/>
                    <a:pt x="21369" y="183"/>
                  </a:cubicBezTo>
                  <a:cubicBezTo>
                    <a:pt x="14287" y="943"/>
                    <a:pt x="8663" y="4195"/>
                    <a:pt x="4438" y="9910"/>
                  </a:cubicBezTo>
                  <a:cubicBezTo>
                    <a:pt x="1824" y="13436"/>
                    <a:pt x="456" y="17478"/>
                    <a:pt x="1" y="21825"/>
                  </a:cubicBezTo>
                  <a:lnTo>
                    <a:pt x="1" y="23740"/>
                  </a:lnTo>
                  <a:lnTo>
                    <a:pt x="23740" y="23740"/>
                  </a:lnTo>
                  <a:cubicBezTo>
                    <a:pt x="23740" y="21582"/>
                    <a:pt x="23800" y="19393"/>
                    <a:pt x="23800" y="17235"/>
                  </a:cubicBezTo>
                  <a:cubicBezTo>
                    <a:pt x="23800" y="15989"/>
                    <a:pt x="23831" y="14773"/>
                    <a:pt x="23831" y="13557"/>
                  </a:cubicBezTo>
                  <a:lnTo>
                    <a:pt x="23831" y="10274"/>
                  </a:lnTo>
                  <a:cubicBezTo>
                    <a:pt x="23831" y="8724"/>
                    <a:pt x="23800" y="7144"/>
                    <a:pt x="23800" y="5563"/>
                  </a:cubicBezTo>
                  <a:cubicBezTo>
                    <a:pt x="23800" y="3709"/>
                    <a:pt x="23740" y="1855"/>
                    <a:pt x="23740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65891" y="4396885"/>
              <a:ext cx="561935" cy="572193"/>
            </a:xfrm>
            <a:custGeom>
              <a:avLst/>
              <a:gdLst/>
              <a:ahLst/>
              <a:cxnLst/>
              <a:rect l="l" t="t" r="r" b="b"/>
              <a:pathLst>
                <a:path w="23831" h="23740" extrusionOk="0">
                  <a:moveTo>
                    <a:pt x="23770" y="1"/>
                  </a:moveTo>
                  <a:cubicBezTo>
                    <a:pt x="23010" y="31"/>
                    <a:pt x="22250" y="62"/>
                    <a:pt x="21490" y="153"/>
                  </a:cubicBezTo>
                  <a:cubicBezTo>
                    <a:pt x="14408" y="913"/>
                    <a:pt x="8754" y="4165"/>
                    <a:pt x="4529" y="9818"/>
                  </a:cubicBezTo>
                  <a:cubicBezTo>
                    <a:pt x="1885" y="13375"/>
                    <a:pt x="487" y="17417"/>
                    <a:pt x="0" y="21825"/>
                  </a:cubicBezTo>
                  <a:lnTo>
                    <a:pt x="0" y="23740"/>
                  </a:lnTo>
                  <a:lnTo>
                    <a:pt x="23770" y="23740"/>
                  </a:lnTo>
                  <a:cubicBezTo>
                    <a:pt x="23770" y="21460"/>
                    <a:pt x="23800" y="19150"/>
                    <a:pt x="23800" y="16870"/>
                  </a:cubicBezTo>
                  <a:cubicBezTo>
                    <a:pt x="23800" y="15746"/>
                    <a:pt x="23830" y="14651"/>
                    <a:pt x="23830" y="13557"/>
                  </a:cubicBezTo>
                  <a:lnTo>
                    <a:pt x="23830" y="10274"/>
                  </a:lnTo>
                  <a:cubicBezTo>
                    <a:pt x="23830" y="9059"/>
                    <a:pt x="23800" y="7812"/>
                    <a:pt x="23800" y="6597"/>
                  </a:cubicBezTo>
                  <a:cubicBezTo>
                    <a:pt x="23800" y="4378"/>
                    <a:pt x="23770" y="2189"/>
                    <a:pt x="23770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280797" y="4397440"/>
              <a:ext cx="569127" cy="572386"/>
            </a:xfrm>
            <a:custGeom>
              <a:avLst/>
              <a:gdLst/>
              <a:ahLst/>
              <a:cxnLst/>
              <a:rect l="l" t="t" r="r" b="b"/>
              <a:pathLst>
                <a:path w="24136" h="23748" extrusionOk="0">
                  <a:moveTo>
                    <a:pt x="21476" y="1"/>
                  </a:moveTo>
                  <a:cubicBezTo>
                    <a:pt x="21242" y="1"/>
                    <a:pt x="20994" y="23"/>
                    <a:pt x="20731" y="69"/>
                  </a:cubicBezTo>
                  <a:cubicBezTo>
                    <a:pt x="19454" y="251"/>
                    <a:pt x="18330" y="829"/>
                    <a:pt x="17266" y="1558"/>
                  </a:cubicBezTo>
                  <a:cubicBezTo>
                    <a:pt x="15746" y="2592"/>
                    <a:pt x="14408" y="3868"/>
                    <a:pt x="13193" y="5236"/>
                  </a:cubicBezTo>
                  <a:cubicBezTo>
                    <a:pt x="12889" y="5631"/>
                    <a:pt x="12554" y="5996"/>
                    <a:pt x="12159" y="6422"/>
                  </a:cubicBezTo>
                  <a:cubicBezTo>
                    <a:pt x="11946" y="6118"/>
                    <a:pt x="11764" y="5874"/>
                    <a:pt x="11521" y="5662"/>
                  </a:cubicBezTo>
                  <a:cubicBezTo>
                    <a:pt x="10731" y="4841"/>
                    <a:pt x="9940" y="3960"/>
                    <a:pt x="9089" y="3139"/>
                  </a:cubicBezTo>
                  <a:cubicBezTo>
                    <a:pt x="7904" y="2014"/>
                    <a:pt x="6627" y="1042"/>
                    <a:pt x="5077" y="494"/>
                  </a:cubicBezTo>
                  <a:cubicBezTo>
                    <a:pt x="4317" y="221"/>
                    <a:pt x="3466" y="39"/>
                    <a:pt x="2676" y="39"/>
                  </a:cubicBezTo>
                  <a:cubicBezTo>
                    <a:pt x="2654" y="38"/>
                    <a:pt x="2631" y="38"/>
                    <a:pt x="2610" y="38"/>
                  </a:cubicBezTo>
                  <a:cubicBezTo>
                    <a:pt x="1191" y="38"/>
                    <a:pt x="365" y="1003"/>
                    <a:pt x="305" y="2440"/>
                  </a:cubicBezTo>
                  <a:cubicBezTo>
                    <a:pt x="274" y="3352"/>
                    <a:pt x="426" y="4203"/>
                    <a:pt x="852" y="5023"/>
                  </a:cubicBezTo>
                  <a:cubicBezTo>
                    <a:pt x="1369" y="5966"/>
                    <a:pt x="1885" y="6938"/>
                    <a:pt x="2554" y="7759"/>
                  </a:cubicBezTo>
                  <a:cubicBezTo>
                    <a:pt x="3618" y="9005"/>
                    <a:pt x="4864" y="10160"/>
                    <a:pt x="6050" y="11315"/>
                  </a:cubicBezTo>
                  <a:cubicBezTo>
                    <a:pt x="6232" y="11528"/>
                    <a:pt x="6445" y="11680"/>
                    <a:pt x="6658" y="11893"/>
                  </a:cubicBezTo>
                  <a:cubicBezTo>
                    <a:pt x="6384" y="12106"/>
                    <a:pt x="6202" y="12318"/>
                    <a:pt x="5989" y="12501"/>
                  </a:cubicBezTo>
                  <a:cubicBezTo>
                    <a:pt x="4408" y="13838"/>
                    <a:pt x="2949" y="15206"/>
                    <a:pt x="1885" y="16938"/>
                  </a:cubicBezTo>
                  <a:cubicBezTo>
                    <a:pt x="1278" y="17881"/>
                    <a:pt x="700" y="18884"/>
                    <a:pt x="457" y="19948"/>
                  </a:cubicBezTo>
                  <a:cubicBezTo>
                    <a:pt x="1" y="22015"/>
                    <a:pt x="396" y="22957"/>
                    <a:pt x="1916" y="23717"/>
                  </a:cubicBezTo>
                  <a:lnTo>
                    <a:pt x="4044" y="23717"/>
                  </a:lnTo>
                  <a:cubicBezTo>
                    <a:pt x="7448" y="22562"/>
                    <a:pt x="9849" y="20069"/>
                    <a:pt x="12220" y="17364"/>
                  </a:cubicBezTo>
                  <a:cubicBezTo>
                    <a:pt x="12585" y="17820"/>
                    <a:pt x="12889" y="18185"/>
                    <a:pt x="13223" y="18580"/>
                  </a:cubicBezTo>
                  <a:cubicBezTo>
                    <a:pt x="14530" y="20069"/>
                    <a:pt x="15959" y="21467"/>
                    <a:pt x="17691" y="22501"/>
                  </a:cubicBezTo>
                  <a:cubicBezTo>
                    <a:pt x="18816" y="23170"/>
                    <a:pt x="20001" y="23747"/>
                    <a:pt x="21399" y="23747"/>
                  </a:cubicBezTo>
                  <a:cubicBezTo>
                    <a:pt x="22463" y="23747"/>
                    <a:pt x="23314" y="23413"/>
                    <a:pt x="23831" y="22410"/>
                  </a:cubicBezTo>
                  <a:cubicBezTo>
                    <a:pt x="23862" y="22288"/>
                    <a:pt x="23983" y="22197"/>
                    <a:pt x="24074" y="22106"/>
                  </a:cubicBezTo>
                  <a:cubicBezTo>
                    <a:pt x="24074" y="21467"/>
                    <a:pt x="24014" y="20829"/>
                    <a:pt x="24014" y="20160"/>
                  </a:cubicBezTo>
                  <a:cubicBezTo>
                    <a:pt x="23345" y="17941"/>
                    <a:pt x="22007" y="16027"/>
                    <a:pt x="20366" y="14385"/>
                  </a:cubicBezTo>
                  <a:cubicBezTo>
                    <a:pt x="19515" y="13565"/>
                    <a:pt x="18603" y="12744"/>
                    <a:pt x="17691" y="11893"/>
                  </a:cubicBezTo>
                  <a:cubicBezTo>
                    <a:pt x="18603" y="11042"/>
                    <a:pt x="19515" y="10251"/>
                    <a:pt x="20336" y="9431"/>
                  </a:cubicBezTo>
                  <a:cubicBezTo>
                    <a:pt x="21855" y="7911"/>
                    <a:pt x="23102" y="6178"/>
                    <a:pt x="23831" y="4112"/>
                  </a:cubicBezTo>
                  <a:cubicBezTo>
                    <a:pt x="23862" y="3960"/>
                    <a:pt x="23862" y="3808"/>
                    <a:pt x="23922" y="3656"/>
                  </a:cubicBezTo>
                  <a:cubicBezTo>
                    <a:pt x="24105" y="3017"/>
                    <a:pt x="24135" y="2349"/>
                    <a:pt x="23922" y="1710"/>
                  </a:cubicBezTo>
                  <a:cubicBezTo>
                    <a:pt x="23441" y="570"/>
                    <a:pt x="22643" y="1"/>
                    <a:pt x="21476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158821" y="4396885"/>
              <a:ext cx="809218" cy="573664"/>
            </a:xfrm>
            <a:custGeom>
              <a:avLst/>
              <a:gdLst/>
              <a:ahLst/>
              <a:cxnLst/>
              <a:rect l="l" t="t" r="r" b="b"/>
              <a:pathLst>
                <a:path w="34318" h="23801" extrusionOk="0">
                  <a:moveTo>
                    <a:pt x="3314" y="1"/>
                  </a:moveTo>
                  <a:cubicBezTo>
                    <a:pt x="2220" y="31"/>
                    <a:pt x="1125" y="31"/>
                    <a:pt x="1" y="62"/>
                  </a:cubicBezTo>
                  <a:cubicBezTo>
                    <a:pt x="4560" y="852"/>
                    <a:pt x="7873" y="3283"/>
                    <a:pt x="9666" y="7600"/>
                  </a:cubicBezTo>
                  <a:cubicBezTo>
                    <a:pt x="10274" y="8998"/>
                    <a:pt x="10426" y="10487"/>
                    <a:pt x="10548" y="11946"/>
                  </a:cubicBezTo>
                  <a:cubicBezTo>
                    <a:pt x="10606" y="11945"/>
                    <a:pt x="10665" y="11945"/>
                    <a:pt x="10723" y="11945"/>
                  </a:cubicBezTo>
                  <a:cubicBezTo>
                    <a:pt x="16102" y="11945"/>
                    <a:pt x="21288" y="16084"/>
                    <a:pt x="22220" y="22068"/>
                  </a:cubicBezTo>
                  <a:cubicBezTo>
                    <a:pt x="22341" y="22645"/>
                    <a:pt x="22281" y="23193"/>
                    <a:pt x="22311" y="23770"/>
                  </a:cubicBezTo>
                  <a:cubicBezTo>
                    <a:pt x="22706" y="23770"/>
                    <a:pt x="23071" y="23800"/>
                    <a:pt x="23466" y="23800"/>
                  </a:cubicBezTo>
                  <a:lnTo>
                    <a:pt x="33193" y="23800"/>
                  </a:lnTo>
                  <a:cubicBezTo>
                    <a:pt x="33557" y="23800"/>
                    <a:pt x="33953" y="23770"/>
                    <a:pt x="34317" y="23740"/>
                  </a:cubicBezTo>
                  <a:lnTo>
                    <a:pt x="34287" y="23740"/>
                  </a:lnTo>
                  <a:lnTo>
                    <a:pt x="34287" y="21825"/>
                  </a:lnTo>
                  <a:lnTo>
                    <a:pt x="33953" y="19910"/>
                  </a:lnTo>
                  <a:cubicBezTo>
                    <a:pt x="32159" y="8663"/>
                    <a:pt x="22129" y="31"/>
                    <a:pt x="10761" y="31"/>
                  </a:cubicBezTo>
                  <a:cubicBezTo>
                    <a:pt x="8329" y="31"/>
                    <a:pt x="5897" y="1"/>
                    <a:pt x="3466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850623" y="3828387"/>
              <a:ext cx="551182" cy="568530"/>
            </a:xfrm>
            <a:custGeom>
              <a:avLst/>
              <a:gdLst/>
              <a:ahLst/>
              <a:cxnLst/>
              <a:rect l="l" t="t" r="r" b="b"/>
              <a:pathLst>
                <a:path w="23375" h="23588" extrusionOk="0">
                  <a:moveTo>
                    <a:pt x="16566" y="1"/>
                  </a:moveTo>
                  <a:lnTo>
                    <a:pt x="16566" y="1"/>
                  </a:lnTo>
                  <a:cubicBezTo>
                    <a:pt x="14864" y="1824"/>
                    <a:pt x="13314" y="3466"/>
                    <a:pt x="11703" y="5168"/>
                  </a:cubicBezTo>
                  <a:cubicBezTo>
                    <a:pt x="10061" y="3466"/>
                    <a:pt x="8542" y="1794"/>
                    <a:pt x="6991" y="153"/>
                  </a:cubicBezTo>
                  <a:cubicBezTo>
                    <a:pt x="6931" y="153"/>
                    <a:pt x="6900" y="214"/>
                    <a:pt x="6809" y="244"/>
                  </a:cubicBezTo>
                  <a:cubicBezTo>
                    <a:pt x="6900" y="2493"/>
                    <a:pt x="6931" y="4712"/>
                    <a:pt x="6991" y="7083"/>
                  </a:cubicBezTo>
                  <a:cubicBezTo>
                    <a:pt x="4651" y="6992"/>
                    <a:pt x="2371" y="6961"/>
                    <a:pt x="122" y="6901"/>
                  </a:cubicBezTo>
                  <a:cubicBezTo>
                    <a:pt x="92" y="6961"/>
                    <a:pt x="92" y="6992"/>
                    <a:pt x="31" y="7083"/>
                  </a:cubicBezTo>
                  <a:cubicBezTo>
                    <a:pt x="1703" y="8633"/>
                    <a:pt x="3344" y="10183"/>
                    <a:pt x="5046" y="11794"/>
                  </a:cubicBezTo>
                  <a:cubicBezTo>
                    <a:pt x="4195" y="12615"/>
                    <a:pt x="3344" y="13375"/>
                    <a:pt x="2554" y="14195"/>
                  </a:cubicBezTo>
                  <a:cubicBezTo>
                    <a:pt x="1763" y="14986"/>
                    <a:pt x="852" y="15715"/>
                    <a:pt x="0" y="16688"/>
                  </a:cubicBezTo>
                  <a:cubicBezTo>
                    <a:pt x="230" y="16694"/>
                    <a:pt x="457" y="16696"/>
                    <a:pt x="683" y="16696"/>
                  </a:cubicBezTo>
                  <a:cubicBezTo>
                    <a:pt x="2387" y="16696"/>
                    <a:pt x="3998" y="16554"/>
                    <a:pt x="5612" y="16554"/>
                  </a:cubicBezTo>
                  <a:cubicBezTo>
                    <a:pt x="6081" y="16554"/>
                    <a:pt x="6550" y="16566"/>
                    <a:pt x="7022" y="16597"/>
                  </a:cubicBezTo>
                  <a:cubicBezTo>
                    <a:pt x="6961" y="18968"/>
                    <a:pt x="6900" y="21247"/>
                    <a:pt x="6809" y="23588"/>
                  </a:cubicBezTo>
                  <a:lnTo>
                    <a:pt x="6991" y="23588"/>
                  </a:lnTo>
                  <a:cubicBezTo>
                    <a:pt x="7873" y="22585"/>
                    <a:pt x="8694" y="21642"/>
                    <a:pt x="9575" y="20700"/>
                  </a:cubicBezTo>
                  <a:cubicBezTo>
                    <a:pt x="10213" y="19971"/>
                    <a:pt x="10943" y="19211"/>
                    <a:pt x="11703" y="18420"/>
                  </a:cubicBezTo>
                  <a:cubicBezTo>
                    <a:pt x="13314" y="20183"/>
                    <a:pt x="14864" y="21855"/>
                    <a:pt x="16414" y="23588"/>
                  </a:cubicBezTo>
                  <a:lnTo>
                    <a:pt x="16566" y="23588"/>
                  </a:lnTo>
                  <a:cubicBezTo>
                    <a:pt x="16536" y="22159"/>
                    <a:pt x="16505" y="20731"/>
                    <a:pt x="16445" y="19272"/>
                  </a:cubicBezTo>
                  <a:lnTo>
                    <a:pt x="16445" y="16475"/>
                  </a:lnTo>
                  <a:cubicBezTo>
                    <a:pt x="18785" y="16536"/>
                    <a:pt x="21065" y="16627"/>
                    <a:pt x="23284" y="16688"/>
                  </a:cubicBezTo>
                  <a:cubicBezTo>
                    <a:pt x="23344" y="16627"/>
                    <a:pt x="23344" y="16597"/>
                    <a:pt x="23375" y="16506"/>
                  </a:cubicBezTo>
                  <a:cubicBezTo>
                    <a:pt x="21703" y="14955"/>
                    <a:pt x="20062" y="13436"/>
                    <a:pt x="18359" y="11794"/>
                  </a:cubicBezTo>
                  <a:cubicBezTo>
                    <a:pt x="19271" y="10943"/>
                    <a:pt x="20062" y="10153"/>
                    <a:pt x="20913" y="9393"/>
                  </a:cubicBezTo>
                  <a:cubicBezTo>
                    <a:pt x="21733" y="8633"/>
                    <a:pt x="22615" y="7873"/>
                    <a:pt x="23344" y="6961"/>
                  </a:cubicBezTo>
                  <a:lnTo>
                    <a:pt x="23344" y="6961"/>
                  </a:lnTo>
                  <a:cubicBezTo>
                    <a:pt x="21004" y="6992"/>
                    <a:pt x="18785" y="7083"/>
                    <a:pt x="16445" y="7083"/>
                  </a:cubicBezTo>
                  <a:cubicBezTo>
                    <a:pt x="16353" y="4682"/>
                    <a:pt x="16688" y="2432"/>
                    <a:pt x="16566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745399" y="4410817"/>
              <a:ext cx="526093" cy="545078"/>
            </a:xfrm>
            <a:custGeom>
              <a:avLst/>
              <a:gdLst/>
              <a:ahLst/>
              <a:cxnLst/>
              <a:rect l="l" t="t" r="r" b="b"/>
              <a:pathLst>
                <a:path w="22311" h="22615" extrusionOk="0">
                  <a:moveTo>
                    <a:pt x="5593" y="1885"/>
                  </a:moveTo>
                  <a:cubicBezTo>
                    <a:pt x="5597" y="1900"/>
                    <a:pt x="5602" y="1913"/>
                    <a:pt x="5610" y="1924"/>
                  </a:cubicBezTo>
                  <a:lnTo>
                    <a:pt x="5610" y="1924"/>
                  </a:lnTo>
                  <a:cubicBezTo>
                    <a:pt x="5604" y="1911"/>
                    <a:pt x="5599" y="1898"/>
                    <a:pt x="5593" y="1885"/>
                  </a:cubicBezTo>
                  <a:close/>
                  <a:moveTo>
                    <a:pt x="16574" y="6474"/>
                  </a:moveTo>
                  <a:cubicBezTo>
                    <a:pt x="16569" y="6485"/>
                    <a:pt x="16566" y="6495"/>
                    <a:pt x="16566" y="6505"/>
                  </a:cubicBezTo>
                  <a:lnTo>
                    <a:pt x="16566" y="6474"/>
                  </a:lnTo>
                  <a:cubicBezTo>
                    <a:pt x="16569" y="6474"/>
                    <a:pt x="16571" y="6474"/>
                    <a:pt x="16574" y="6474"/>
                  </a:cubicBezTo>
                  <a:close/>
                  <a:moveTo>
                    <a:pt x="15563" y="17113"/>
                  </a:moveTo>
                  <a:cubicBezTo>
                    <a:pt x="15574" y="17123"/>
                    <a:pt x="15586" y="17133"/>
                    <a:pt x="15597" y="17143"/>
                  </a:cubicBezTo>
                  <a:lnTo>
                    <a:pt x="15563" y="17143"/>
                  </a:lnTo>
                  <a:lnTo>
                    <a:pt x="15563" y="17113"/>
                  </a:lnTo>
                  <a:close/>
                  <a:moveTo>
                    <a:pt x="12250" y="0"/>
                  </a:moveTo>
                  <a:cubicBezTo>
                    <a:pt x="11915" y="1398"/>
                    <a:pt x="11581" y="2705"/>
                    <a:pt x="11247" y="4073"/>
                  </a:cubicBezTo>
                  <a:lnTo>
                    <a:pt x="11095" y="4073"/>
                  </a:lnTo>
                  <a:cubicBezTo>
                    <a:pt x="10791" y="2797"/>
                    <a:pt x="10426" y="1490"/>
                    <a:pt x="10092" y="213"/>
                  </a:cubicBezTo>
                  <a:lnTo>
                    <a:pt x="9879" y="213"/>
                  </a:lnTo>
                  <a:cubicBezTo>
                    <a:pt x="9818" y="1520"/>
                    <a:pt x="9757" y="2827"/>
                    <a:pt x="9727" y="4164"/>
                  </a:cubicBezTo>
                  <a:cubicBezTo>
                    <a:pt x="9636" y="4195"/>
                    <a:pt x="9605" y="4195"/>
                    <a:pt x="9514" y="4195"/>
                  </a:cubicBezTo>
                  <a:cubicBezTo>
                    <a:pt x="8876" y="2949"/>
                    <a:pt x="8268" y="1733"/>
                    <a:pt x="7660" y="487"/>
                  </a:cubicBezTo>
                  <a:cubicBezTo>
                    <a:pt x="7630" y="517"/>
                    <a:pt x="7599" y="517"/>
                    <a:pt x="7538" y="547"/>
                  </a:cubicBezTo>
                  <a:lnTo>
                    <a:pt x="8238" y="4651"/>
                  </a:lnTo>
                  <a:cubicBezTo>
                    <a:pt x="8177" y="4681"/>
                    <a:pt x="8116" y="4681"/>
                    <a:pt x="8055" y="4742"/>
                  </a:cubicBezTo>
                  <a:lnTo>
                    <a:pt x="5897" y="2006"/>
                  </a:lnTo>
                  <a:cubicBezTo>
                    <a:pt x="5791" y="2006"/>
                    <a:pt x="5661" y="2006"/>
                    <a:pt x="5610" y="1924"/>
                  </a:cubicBezTo>
                  <a:lnTo>
                    <a:pt x="5610" y="1924"/>
                  </a:lnTo>
                  <a:cubicBezTo>
                    <a:pt x="6060" y="3006"/>
                    <a:pt x="6511" y="4118"/>
                    <a:pt x="6961" y="5259"/>
                  </a:cubicBezTo>
                  <a:cubicBezTo>
                    <a:pt x="6596" y="5167"/>
                    <a:pt x="6383" y="5016"/>
                    <a:pt x="6201" y="4833"/>
                  </a:cubicBezTo>
                  <a:cubicBezTo>
                    <a:pt x="5532" y="4316"/>
                    <a:pt x="4894" y="3739"/>
                    <a:pt x="4225" y="3192"/>
                  </a:cubicBezTo>
                  <a:cubicBezTo>
                    <a:pt x="4104" y="3131"/>
                    <a:pt x="3921" y="3131"/>
                    <a:pt x="3678" y="3101"/>
                  </a:cubicBezTo>
                  <a:lnTo>
                    <a:pt x="3678" y="3101"/>
                  </a:lnTo>
                  <a:cubicBezTo>
                    <a:pt x="4408" y="4195"/>
                    <a:pt x="5046" y="5228"/>
                    <a:pt x="5684" y="6201"/>
                  </a:cubicBezTo>
                  <a:cubicBezTo>
                    <a:pt x="5745" y="6231"/>
                    <a:pt x="5745" y="6323"/>
                    <a:pt x="5745" y="6383"/>
                  </a:cubicBezTo>
                  <a:lnTo>
                    <a:pt x="5624" y="6292"/>
                  </a:lnTo>
                  <a:cubicBezTo>
                    <a:pt x="5350" y="6201"/>
                    <a:pt x="5076" y="6079"/>
                    <a:pt x="4864" y="5988"/>
                  </a:cubicBezTo>
                  <a:cubicBezTo>
                    <a:pt x="4013" y="5532"/>
                    <a:pt x="3161" y="5107"/>
                    <a:pt x="2310" y="4651"/>
                  </a:cubicBezTo>
                  <a:lnTo>
                    <a:pt x="2189" y="4772"/>
                  </a:lnTo>
                  <a:cubicBezTo>
                    <a:pt x="3101" y="5684"/>
                    <a:pt x="3982" y="6596"/>
                    <a:pt x="4864" y="7508"/>
                  </a:cubicBezTo>
                  <a:cubicBezTo>
                    <a:pt x="4833" y="7538"/>
                    <a:pt x="4833" y="7569"/>
                    <a:pt x="4772" y="7599"/>
                  </a:cubicBezTo>
                  <a:cubicBezTo>
                    <a:pt x="3526" y="7265"/>
                    <a:pt x="2280" y="6961"/>
                    <a:pt x="1034" y="6626"/>
                  </a:cubicBezTo>
                  <a:cubicBezTo>
                    <a:pt x="973" y="6687"/>
                    <a:pt x="973" y="6748"/>
                    <a:pt x="943" y="6809"/>
                  </a:cubicBezTo>
                  <a:cubicBezTo>
                    <a:pt x="1520" y="7143"/>
                    <a:pt x="2098" y="7508"/>
                    <a:pt x="2645" y="7873"/>
                  </a:cubicBezTo>
                  <a:cubicBezTo>
                    <a:pt x="3192" y="8207"/>
                    <a:pt x="3861" y="8450"/>
                    <a:pt x="4316" y="9058"/>
                  </a:cubicBezTo>
                  <a:cubicBezTo>
                    <a:pt x="2858" y="8967"/>
                    <a:pt x="1429" y="8876"/>
                    <a:pt x="61" y="8785"/>
                  </a:cubicBezTo>
                  <a:cubicBezTo>
                    <a:pt x="31" y="8815"/>
                    <a:pt x="31" y="8906"/>
                    <a:pt x="31" y="8937"/>
                  </a:cubicBezTo>
                  <a:cubicBezTo>
                    <a:pt x="1338" y="9423"/>
                    <a:pt x="2584" y="9879"/>
                    <a:pt x="3861" y="10396"/>
                  </a:cubicBezTo>
                  <a:cubicBezTo>
                    <a:pt x="3830" y="10426"/>
                    <a:pt x="3830" y="10487"/>
                    <a:pt x="3830" y="10578"/>
                  </a:cubicBezTo>
                  <a:cubicBezTo>
                    <a:pt x="2614" y="10730"/>
                    <a:pt x="1429" y="10912"/>
                    <a:pt x="213" y="11064"/>
                  </a:cubicBezTo>
                  <a:cubicBezTo>
                    <a:pt x="152" y="11186"/>
                    <a:pt x="122" y="11247"/>
                    <a:pt x="31" y="11368"/>
                  </a:cubicBezTo>
                  <a:cubicBezTo>
                    <a:pt x="1277" y="11551"/>
                    <a:pt x="2584" y="11703"/>
                    <a:pt x="3830" y="11915"/>
                  </a:cubicBezTo>
                  <a:lnTo>
                    <a:pt x="3830" y="12098"/>
                  </a:lnTo>
                  <a:cubicBezTo>
                    <a:pt x="2584" y="12584"/>
                    <a:pt x="1277" y="13040"/>
                    <a:pt x="0" y="13526"/>
                  </a:cubicBezTo>
                  <a:cubicBezTo>
                    <a:pt x="0" y="13617"/>
                    <a:pt x="31" y="13648"/>
                    <a:pt x="31" y="13678"/>
                  </a:cubicBezTo>
                  <a:lnTo>
                    <a:pt x="4013" y="13465"/>
                  </a:lnTo>
                  <a:cubicBezTo>
                    <a:pt x="4073" y="13526"/>
                    <a:pt x="4073" y="13617"/>
                    <a:pt x="4104" y="13678"/>
                  </a:cubicBezTo>
                  <a:cubicBezTo>
                    <a:pt x="3070" y="14377"/>
                    <a:pt x="2037" y="15016"/>
                    <a:pt x="1034" y="15715"/>
                  </a:cubicBezTo>
                  <a:cubicBezTo>
                    <a:pt x="1064" y="15776"/>
                    <a:pt x="1095" y="15806"/>
                    <a:pt x="1125" y="15897"/>
                  </a:cubicBezTo>
                  <a:cubicBezTo>
                    <a:pt x="2280" y="15563"/>
                    <a:pt x="3465" y="15259"/>
                    <a:pt x="4590" y="14955"/>
                  </a:cubicBezTo>
                  <a:lnTo>
                    <a:pt x="4833" y="14955"/>
                  </a:lnTo>
                  <a:cubicBezTo>
                    <a:pt x="4772" y="15016"/>
                    <a:pt x="4742" y="15046"/>
                    <a:pt x="4712" y="15137"/>
                  </a:cubicBezTo>
                  <a:cubicBezTo>
                    <a:pt x="3861" y="16019"/>
                    <a:pt x="3070" y="16839"/>
                    <a:pt x="2250" y="17690"/>
                  </a:cubicBezTo>
                  <a:cubicBezTo>
                    <a:pt x="3526" y="17478"/>
                    <a:pt x="4438" y="16566"/>
                    <a:pt x="5806" y="16231"/>
                  </a:cubicBezTo>
                  <a:lnTo>
                    <a:pt x="5806" y="16231"/>
                  </a:lnTo>
                  <a:cubicBezTo>
                    <a:pt x="5472" y="16779"/>
                    <a:pt x="5198" y="17113"/>
                    <a:pt x="4985" y="17478"/>
                  </a:cubicBezTo>
                  <a:cubicBezTo>
                    <a:pt x="4742" y="17873"/>
                    <a:pt x="4468" y="18207"/>
                    <a:pt x="4256" y="18602"/>
                  </a:cubicBezTo>
                  <a:cubicBezTo>
                    <a:pt x="4073" y="18937"/>
                    <a:pt x="3617" y="19119"/>
                    <a:pt x="3678" y="19727"/>
                  </a:cubicBezTo>
                  <a:cubicBezTo>
                    <a:pt x="4742" y="18906"/>
                    <a:pt x="5745" y="18146"/>
                    <a:pt x="6718" y="17326"/>
                  </a:cubicBezTo>
                  <a:cubicBezTo>
                    <a:pt x="6809" y="17326"/>
                    <a:pt x="6839" y="17295"/>
                    <a:pt x="6900" y="17265"/>
                  </a:cubicBezTo>
                  <a:lnTo>
                    <a:pt x="6900" y="17265"/>
                  </a:lnTo>
                  <a:cubicBezTo>
                    <a:pt x="6900" y="17326"/>
                    <a:pt x="6870" y="17417"/>
                    <a:pt x="6870" y="17478"/>
                  </a:cubicBezTo>
                  <a:cubicBezTo>
                    <a:pt x="6505" y="18481"/>
                    <a:pt x="6079" y="19514"/>
                    <a:pt x="5684" y="20487"/>
                  </a:cubicBezTo>
                  <a:cubicBezTo>
                    <a:pt x="5806" y="20578"/>
                    <a:pt x="5897" y="20669"/>
                    <a:pt x="5988" y="20760"/>
                  </a:cubicBezTo>
                  <a:cubicBezTo>
                    <a:pt x="6718" y="19849"/>
                    <a:pt x="7417" y="18937"/>
                    <a:pt x="8116" y="18025"/>
                  </a:cubicBezTo>
                  <a:cubicBezTo>
                    <a:pt x="8207" y="18025"/>
                    <a:pt x="8238" y="18055"/>
                    <a:pt x="8329" y="18086"/>
                  </a:cubicBezTo>
                  <a:cubicBezTo>
                    <a:pt x="8055" y="19514"/>
                    <a:pt x="7812" y="20882"/>
                    <a:pt x="7569" y="22463"/>
                  </a:cubicBezTo>
                  <a:cubicBezTo>
                    <a:pt x="8481" y="21064"/>
                    <a:pt x="8876" y="19697"/>
                    <a:pt x="9788" y="18572"/>
                  </a:cubicBezTo>
                  <a:cubicBezTo>
                    <a:pt x="9879" y="19879"/>
                    <a:pt x="9909" y="21216"/>
                    <a:pt x="9940" y="22554"/>
                  </a:cubicBezTo>
                  <a:lnTo>
                    <a:pt x="10152" y="22554"/>
                  </a:lnTo>
                  <a:cubicBezTo>
                    <a:pt x="10456" y="21247"/>
                    <a:pt x="10791" y="19970"/>
                    <a:pt x="11125" y="18663"/>
                  </a:cubicBezTo>
                  <a:cubicBezTo>
                    <a:pt x="11733" y="19970"/>
                    <a:pt x="11885" y="21368"/>
                    <a:pt x="12432" y="22615"/>
                  </a:cubicBezTo>
                  <a:cubicBezTo>
                    <a:pt x="12523" y="21247"/>
                    <a:pt x="12493" y="19879"/>
                    <a:pt x="12736" y="18329"/>
                  </a:cubicBezTo>
                  <a:cubicBezTo>
                    <a:pt x="13435" y="19788"/>
                    <a:pt x="14013" y="20943"/>
                    <a:pt x="14621" y="22159"/>
                  </a:cubicBezTo>
                  <a:cubicBezTo>
                    <a:pt x="14651" y="20791"/>
                    <a:pt x="14165" y="19545"/>
                    <a:pt x="14347" y="18177"/>
                  </a:cubicBezTo>
                  <a:lnTo>
                    <a:pt x="14347" y="18177"/>
                  </a:lnTo>
                  <a:cubicBezTo>
                    <a:pt x="15168" y="19180"/>
                    <a:pt x="15928" y="20122"/>
                    <a:pt x="16718" y="21095"/>
                  </a:cubicBezTo>
                  <a:cubicBezTo>
                    <a:pt x="16748" y="20760"/>
                    <a:pt x="16718" y="20487"/>
                    <a:pt x="16596" y="20244"/>
                  </a:cubicBezTo>
                  <a:cubicBezTo>
                    <a:pt x="16292" y="19484"/>
                    <a:pt x="15958" y="18724"/>
                    <a:pt x="15684" y="17964"/>
                  </a:cubicBezTo>
                  <a:cubicBezTo>
                    <a:pt x="15626" y="17729"/>
                    <a:pt x="15652" y="17436"/>
                    <a:pt x="15626" y="17170"/>
                  </a:cubicBezTo>
                  <a:lnTo>
                    <a:pt x="15626" y="17170"/>
                  </a:lnTo>
                  <a:cubicBezTo>
                    <a:pt x="16487" y="17940"/>
                    <a:pt x="17347" y="18681"/>
                    <a:pt x="18207" y="19423"/>
                  </a:cubicBezTo>
                  <a:lnTo>
                    <a:pt x="18450" y="19180"/>
                  </a:lnTo>
                  <a:cubicBezTo>
                    <a:pt x="18147" y="18724"/>
                    <a:pt x="17812" y="18268"/>
                    <a:pt x="17508" y="17751"/>
                  </a:cubicBezTo>
                  <a:cubicBezTo>
                    <a:pt x="17204" y="17295"/>
                    <a:pt x="16779" y="16900"/>
                    <a:pt x="16627" y="16171"/>
                  </a:cubicBezTo>
                  <a:lnTo>
                    <a:pt x="16627" y="16171"/>
                  </a:lnTo>
                  <a:cubicBezTo>
                    <a:pt x="17812" y="16809"/>
                    <a:pt x="18846" y="17326"/>
                    <a:pt x="19909" y="17903"/>
                  </a:cubicBezTo>
                  <a:cubicBezTo>
                    <a:pt x="19970" y="17842"/>
                    <a:pt x="20031" y="17751"/>
                    <a:pt x="20092" y="17690"/>
                  </a:cubicBezTo>
                  <a:cubicBezTo>
                    <a:pt x="19210" y="16809"/>
                    <a:pt x="18359" y="15988"/>
                    <a:pt x="17478" y="15107"/>
                  </a:cubicBezTo>
                  <a:lnTo>
                    <a:pt x="17478" y="15107"/>
                  </a:lnTo>
                  <a:cubicBezTo>
                    <a:pt x="18450" y="15228"/>
                    <a:pt x="19332" y="15472"/>
                    <a:pt x="20213" y="15715"/>
                  </a:cubicBezTo>
                  <a:cubicBezTo>
                    <a:pt x="20578" y="15776"/>
                    <a:pt x="21004" y="15806"/>
                    <a:pt x="21399" y="15897"/>
                  </a:cubicBezTo>
                  <a:cubicBezTo>
                    <a:pt x="20578" y="15350"/>
                    <a:pt x="19818" y="14833"/>
                    <a:pt x="19058" y="14286"/>
                  </a:cubicBezTo>
                  <a:cubicBezTo>
                    <a:pt x="18754" y="14073"/>
                    <a:pt x="18511" y="13891"/>
                    <a:pt x="18207" y="13709"/>
                  </a:cubicBezTo>
                  <a:cubicBezTo>
                    <a:pt x="18207" y="13617"/>
                    <a:pt x="18238" y="13587"/>
                    <a:pt x="18268" y="13496"/>
                  </a:cubicBezTo>
                  <a:cubicBezTo>
                    <a:pt x="19606" y="13587"/>
                    <a:pt x="20882" y="13648"/>
                    <a:pt x="22220" y="13739"/>
                  </a:cubicBezTo>
                  <a:cubicBezTo>
                    <a:pt x="22250" y="13678"/>
                    <a:pt x="22250" y="13617"/>
                    <a:pt x="22250" y="13587"/>
                  </a:cubicBezTo>
                  <a:cubicBezTo>
                    <a:pt x="21004" y="13131"/>
                    <a:pt x="19727" y="12614"/>
                    <a:pt x="18450" y="12158"/>
                  </a:cubicBezTo>
                  <a:cubicBezTo>
                    <a:pt x="18511" y="12098"/>
                    <a:pt x="18511" y="12067"/>
                    <a:pt x="18511" y="11976"/>
                  </a:cubicBezTo>
                  <a:cubicBezTo>
                    <a:pt x="19666" y="11824"/>
                    <a:pt x="20852" y="11642"/>
                    <a:pt x="22037" y="11490"/>
                  </a:cubicBezTo>
                  <a:cubicBezTo>
                    <a:pt x="21946" y="11368"/>
                    <a:pt x="21916" y="11247"/>
                    <a:pt x="21855" y="11155"/>
                  </a:cubicBezTo>
                  <a:lnTo>
                    <a:pt x="18542" y="10699"/>
                  </a:lnTo>
                  <a:cubicBezTo>
                    <a:pt x="18511" y="10608"/>
                    <a:pt x="18511" y="10547"/>
                    <a:pt x="18511" y="10456"/>
                  </a:cubicBezTo>
                  <a:cubicBezTo>
                    <a:pt x="19758" y="10000"/>
                    <a:pt x="21034" y="9514"/>
                    <a:pt x="22311" y="9058"/>
                  </a:cubicBezTo>
                  <a:cubicBezTo>
                    <a:pt x="22311" y="9028"/>
                    <a:pt x="22250" y="8937"/>
                    <a:pt x="22250" y="8906"/>
                  </a:cubicBezTo>
                  <a:cubicBezTo>
                    <a:pt x="20852" y="8967"/>
                    <a:pt x="19484" y="9089"/>
                    <a:pt x="18116" y="9180"/>
                  </a:cubicBezTo>
                  <a:cubicBezTo>
                    <a:pt x="18116" y="9119"/>
                    <a:pt x="18086" y="9058"/>
                    <a:pt x="18086" y="9028"/>
                  </a:cubicBezTo>
                  <a:cubicBezTo>
                    <a:pt x="19180" y="8329"/>
                    <a:pt x="20274" y="7599"/>
                    <a:pt x="21399" y="6930"/>
                  </a:cubicBezTo>
                  <a:cubicBezTo>
                    <a:pt x="21399" y="6839"/>
                    <a:pt x="21338" y="6809"/>
                    <a:pt x="21308" y="6748"/>
                  </a:cubicBezTo>
                  <a:cubicBezTo>
                    <a:pt x="20061" y="7082"/>
                    <a:pt x="18815" y="7386"/>
                    <a:pt x="17630" y="7721"/>
                  </a:cubicBezTo>
                  <a:cubicBezTo>
                    <a:pt x="18450" y="6809"/>
                    <a:pt x="19302" y="5927"/>
                    <a:pt x="20122" y="5016"/>
                  </a:cubicBezTo>
                  <a:cubicBezTo>
                    <a:pt x="20122" y="4924"/>
                    <a:pt x="20183" y="4803"/>
                    <a:pt x="20183" y="4681"/>
                  </a:cubicBezTo>
                  <a:lnTo>
                    <a:pt x="20183" y="4681"/>
                  </a:lnTo>
                  <a:cubicBezTo>
                    <a:pt x="19058" y="5228"/>
                    <a:pt x="17995" y="5775"/>
                    <a:pt x="16900" y="6353"/>
                  </a:cubicBezTo>
                  <a:cubicBezTo>
                    <a:pt x="16800" y="6378"/>
                    <a:pt x="16741" y="6382"/>
                    <a:pt x="16656" y="6383"/>
                  </a:cubicBezTo>
                  <a:lnTo>
                    <a:pt x="16656" y="6383"/>
                  </a:lnTo>
                  <a:cubicBezTo>
                    <a:pt x="16698" y="6292"/>
                    <a:pt x="16723" y="6221"/>
                    <a:pt x="16748" y="6171"/>
                  </a:cubicBezTo>
                  <a:cubicBezTo>
                    <a:pt x="17356" y="5228"/>
                    <a:pt x="17995" y="4256"/>
                    <a:pt x="18602" y="3313"/>
                  </a:cubicBezTo>
                  <a:cubicBezTo>
                    <a:pt x="18542" y="3283"/>
                    <a:pt x="18450" y="3192"/>
                    <a:pt x="18390" y="3131"/>
                  </a:cubicBezTo>
                  <a:cubicBezTo>
                    <a:pt x="17417" y="3891"/>
                    <a:pt x="16536" y="4681"/>
                    <a:pt x="15563" y="5441"/>
                  </a:cubicBezTo>
                  <a:cubicBezTo>
                    <a:pt x="15533" y="5411"/>
                    <a:pt x="15472" y="5380"/>
                    <a:pt x="15411" y="5319"/>
                  </a:cubicBezTo>
                  <a:cubicBezTo>
                    <a:pt x="15867" y="4195"/>
                    <a:pt x="16292" y="3040"/>
                    <a:pt x="16748" y="1824"/>
                  </a:cubicBezTo>
                  <a:lnTo>
                    <a:pt x="16748" y="1824"/>
                  </a:lnTo>
                  <a:cubicBezTo>
                    <a:pt x="16475" y="1915"/>
                    <a:pt x="16384" y="1915"/>
                    <a:pt x="16323" y="1976"/>
                  </a:cubicBezTo>
                  <a:cubicBezTo>
                    <a:pt x="15593" y="2888"/>
                    <a:pt x="14925" y="3860"/>
                    <a:pt x="14195" y="4772"/>
                  </a:cubicBezTo>
                  <a:cubicBezTo>
                    <a:pt x="14195" y="4468"/>
                    <a:pt x="14134" y="4104"/>
                    <a:pt x="14165" y="3769"/>
                  </a:cubicBezTo>
                  <a:cubicBezTo>
                    <a:pt x="14317" y="2857"/>
                    <a:pt x="14499" y="1915"/>
                    <a:pt x="14651" y="1003"/>
                  </a:cubicBezTo>
                  <a:cubicBezTo>
                    <a:pt x="14560" y="1003"/>
                    <a:pt x="14438" y="973"/>
                    <a:pt x="14317" y="973"/>
                  </a:cubicBezTo>
                  <a:cubicBezTo>
                    <a:pt x="13770" y="2037"/>
                    <a:pt x="13283" y="3101"/>
                    <a:pt x="12767" y="4164"/>
                  </a:cubicBezTo>
                  <a:cubicBezTo>
                    <a:pt x="12675" y="4164"/>
                    <a:pt x="12645" y="4104"/>
                    <a:pt x="12554" y="4104"/>
                  </a:cubicBezTo>
                  <a:cubicBezTo>
                    <a:pt x="12523" y="2797"/>
                    <a:pt x="12463" y="1429"/>
                    <a:pt x="12371" y="61"/>
                  </a:cubicBezTo>
                  <a:cubicBezTo>
                    <a:pt x="12341" y="0"/>
                    <a:pt x="12311" y="0"/>
                    <a:pt x="1225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468458" y="4111901"/>
              <a:ext cx="996986" cy="528254"/>
            </a:xfrm>
            <a:custGeom>
              <a:avLst/>
              <a:gdLst/>
              <a:ahLst/>
              <a:cxnLst/>
              <a:rect l="l" t="t" r="r" b="b"/>
              <a:pathLst>
                <a:path w="42281" h="21917" extrusionOk="0">
                  <a:moveTo>
                    <a:pt x="17812" y="1"/>
                  </a:moveTo>
                  <a:cubicBezTo>
                    <a:pt x="11885" y="1"/>
                    <a:pt x="5958" y="1"/>
                    <a:pt x="1" y="31"/>
                  </a:cubicBezTo>
                  <a:cubicBezTo>
                    <a:pt x="1824" y="366"/>
                    <a:pt x="3587" y="791"/>
                    <a:pt x="5320" y="1399"/>
                  </a:cubicBezTo>
                  <a:cubicBezTo>
                    <a:pt x="7052" y="2007"/>
                    <a:pt x="8694" y="2797"/>
                    <a:pt x="10244" y="3831"/>
                  </a:cubicBezTo>
                  <a:cubicBezTo>
                    <a:pt x="11764" y="4803"/>
                    <a:pt x="13162" y="5958"/>
                    <a:pt x="14439" y="7235"/>
                  </a:cubicBezTo>
                  <a:cubicBezTo>
                    <a:pt x="15715" y="8572"/>
                    <a:pt x="16809" y="10031"/>
                    <a:pt x="17782" y="11612"/>
                  </a:cubicBezTo>
                  <a:cubicBezTo>
                    <a:pt x="18724" y="13223"/>
                    <a:pt x="19515" y="14834"/>
                    <a:pt x="20001" y="16627"/>
                  </a:cubicBezTo>
                  <a:cubicBezTo>
                    <a:pt x="20457" y="18390"/>
                    <a:pt x="20822" y="20123"/>
                    <a:pt x="21186" y="21916"/>
                  </a:cubicBezTo>
                  <a:cubicBezTo>
                    <a:pt x="21734" y="16293"/>
                    <a:pt x="23861" y="11399"/>
                    <a:pt x="27721" y="7326"/>
                  </a:cubicBezTo>
                  <a:cubicBezTo>
                    <a:pt x="31673" y="3253"/>
                    <a:pt x="36506" y="913"/>
                    <a:pt x="42281" y="153"/>
                  </a:cubicBezTo>
                  <a:cubicBezTo>
                    <a:pt x="42038" y="62"/>
                    <a:pt x="41977" y="31"/>
                    <a:pt x="41886" y="31"/>
                  </a:cubicBezTo>
                  <a:cubicBezTo>
                    <a:pt x="36080" y="31"/>
                    <a:pt x="30214" y="1"/>
                    <a:pt x="24408" y="1"/>
                  </a:cubicBezTo>
                  <a:cubicBezTo>
                    <a:pt x="24256" y="274"/>
                    <a:pt x="24044" y="487"/>
                    <a:pt x="23892" y="761"/>
                  </a:cubicBezTo>
                  <a:cubicBezTo>
                    <a:pt x="22615" y="3253"/>
                    <a:pt x="21673" y="5928"/>
                    <a:pt x="21369" y="8724"/>
                  </a:cubicBezTo>
                  <a:cubicBezTo>
                    <a:pt x="21338" y="9150"/>
                    <a:pt x="21278" y="9545"/>
                    <a:pt x="21186" y="9940"/>
                  </a:cubicBezTo>
                  <a:cubicBezTo>
                    <a:pt x="21034" y="9575"/>
                    <a:pt x="21004" y="9180"/>
                    <a:pt x="20974" y="8816"/>
                  </a:cubicBezTo>
                  <a:cubicBezTo>
                    <a:pt x="20578" y="6232"/>
                    <a:pt x="19849" y="3770"/>
                    <a:pt x="18724" y="1399"/>
                  </a:cubicBezTo>
                  <a:cubicBezTo>
                    <a:pt x="18481" y="913"/>
                    <a:pt x="18116" y="457"/>
                    <a:pt x="1781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566075" y="4111901"/>
              <a:ext cx="290293" cy="286145"/>
            </a:xfrm>
            <a:custGeom>
              <a:avLst/>
              <a:gdLst/>
              <a:ahLst/>
              <a:cxnLst/>
              <a:rect l="l" t="t" r="r" b="b"/>
              <a:pathLst>
                <a:path w="12311" h="11872" extrusionOk="0">
                  <a:moveTo>
                    <a:pt x="5046" y="1"/>
                  </a:moveTo>
                  <a:cubicBezTo>
                    <a:pt x="4408" y="214"/>
                    <a:pt x="3709" y="366"/>
                    <a:pt x="3070" y="639"/>
                  </a:cubicBezTo>
                  <a:cubicBezTo>
                    <a:pt x="1703" y="1369"/>
                    <a:pt x="791" y="2493"/>
                    <a:pt x="304" y="3952"/>
                  </a:cubicBezTo>
                  <a:cubicBezTo>
                    <a:pt x="183" y="4287"/>
                    <a:pt x="122" y="4591"/>
                    <a:pt x="0" y="4925"/>
                  </a:cubicBezTo>
                  <a:lnTo>
                    <a:pt x="0" y="6840"/>
                  </a:lnTo>
                  <a:cubicBezTo>
                    <a:pt x="122" y="7144"/>
                    <a:pt x="213" y="7448"/>
                    <a:pt x="304" y="7752"/>
                  </a:cubicBezTo>
                  <a:cubicBezTo>
                    <a:pt x="966" y="9869"/>
                    <a:pt x="2942" y="11872"/>
                    <a:pt x="5850" y="11872"/>
                  </a:cubicBezTo>
                  <a:cubicBezTo>
                    <a:pt x="6281" y="11872"/>
                    <a:pt x="6733" y="11828"/>
                    <a:pt x="7204" y="11734"/>
                  </a:cubicBezTo>
                  <a:cubicBezTo>
                    <a:pt x="9545" y="11278"/>
                    <a:pt x="11095" y="9849"/>
                    <a:pt x="11703" y="7569"/>
                  </a:cubicBezTo>
                  <a:cubicBezTo>
                    <a:pt x="12311" y="5198"/>
                    <a:pt x="11733" y="3101"/>
                    <a:pt x="9909" y="1429"/>
                  </a:cubicBezTo>
                  <a:cubicBezTo>
                    <a:pt x="9089" y="670"/>
                    <a:pt x="8025" y="305"/>
                    <a:pt x="696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449368" y="4747067"/>
              <a:ext cx="278833" cy="507719"/>
            </a:xfrm>
            <a:custGeom>
              <a:avLst/>
              <a:gdLst/>
              <a:ahLst/>
              <a:cxnLst/>
              <a:rect l="l" t="t" r="r" b="b"/>
              <a:pathLst>
                <a:path w="11825" h="21065" extrusionOk="0">
                  <a:moveTo>
                    <a:pt x="11460" y="1"/>
                  </a:moveTo>
                  <a:cubicBezTo>
                    <a:pt x="11095" y="1004"/>
                    <a:pt x="10852" y="2037"/>
                    <a:pt x="10335" y="2949"/>
                  </a:cubicBezTo>
                  <a:cubicBezTo>
                    <a:pt x="8117" y="6961"/>
                    <a:pt x="4621" y="9059"/>
                    <a:pt x="1" y="9241"/>
                  </a:cubicBezTo>
                  <a:cubicBezTo>
                    <a:pt x="305" y="9545"/>
                    <a:pt x="548" y="9849"/>
                    <a:pt x="852" y="10153"/>
                  </a:cubicBezTo>
                  <a:lnTo>
                    <a:pt x="10913" y="20214"/>
                  </a:lnTo>
                  <a:cubicBezTo>
                    <a:pt x="11187" y="20487"/>
                    <a:pt x="11399" y="20791"/>
                    <a:pt x="11673" y="21065"/>
                  </a:cubicBezTo>
                  <a:cubicBezTo>
                    <a:pt x="11703" y="21065"/>
                    <a:pt x="11794" y="21035"/>
                    <a:pt x="11825" y="20974"/>
                  </a:cubicBezTo>
                  <a:lnTo>
                    <a:pt x="11825" y="9241"/>
                  </a:lnTo>
                  <a:lnTo>
                    <a:pt x="11825" y="214"/>
                  </a:lnTo>
                  <a:cubicBezTo>
                    <a:pt x="11673" y="122"/>
                    <a:pt x="11551" y="92"/>
                    <a:pt x="1146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166967" y="4723639"/>
              <a:ext cx="278833" cy="528953"/>
            </a:xfrm>
            <a:custGeom>
              <a:avLst/>
              <a:gdLst/>
              <a:ahLst/>
              <a:cxnLst/>
              <a:rect l="l" t="t" r="r" b="b"/>
              <a:pathLst>
                <a:path w="11825" h="21946" extrusionOk="0">
                  <a:moveTo>
                    <a:pt x="92" y="0"/>
                  </a:moveTo>
                  <a:cubicBezTo>
                    <a:pt x="62" y="1246"/>
                    <a:pt x="62" y="2462"/>
                    <a:pt x="62" y="3678"/>
                  </a:cubicBezTo>
                  <a:cubicBezTo>
                    <a:pt x="62" y="5836"/>
                    <a:pt x="1" y="8025"/>
                    <a:pt x="1" y="10183"/>
                  </a:cubicBezTo>
                  <a:lnTo>
                    <a:pt x="1" y="12888"/>
                  </a:lnTo>
                  <a:cubicBezTo>
                    <a:pt x="62" y="15411"/>
                    <a:pt x="62" y="17994"/>
                    <a:pt x="62" y="20548"/>
                  </a:cubicBezTo>
                  <a:cubicBezTo>
                    <a:pt x="62" y="21003"/>
                    <a:pt x="92" y="21490"/>
                    <a:pt x="92" y="21946"/>
                  </a:cubicBezTo>
                  <a:cubicBezTo>
                    <a:pt x="366" y="21733"/>
                    <a:pt x="639" y="21490"/>
                    <a:pt x="852" y="21277"/>
                  </a:cubicBezTo>
                  <a:lnTo>
                    <a:pt x="10731" y="11398"/>
                  </a:lnTo>
                  <a:cubicBezTo>
                    <a:pt x="11126" y="11003"/>
                    <a:pt x="11460" y="10608"/>
                    <a:pt x="11825" y="10213"/>
                  </a:cubicBezTo>
                  <a:cubicBezTo>
                    <a:pt x="11734" y="10213"/>
                    <a:pt x="11582" y="10183"/>
                    <a:pt x="11491" y="10152"/>
                  </a:cubicBezTo>
                  <a:cubicBezTo>
                    <a:pt x="6202" y="9939"/>
                    <a:pt x="1764" y="6383"/>
                    <a:pt x="427" y="124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844893" y="4396885"/>
              <a:ext cx="248722" cy="243267"/>
            </a:xfrm>
            <a:custGeom>
              <a:avLst/>
              <a:gdLst/>
              <a:ahLst/>
              <a:cxnLst/>
              <a:rect l="l" t="t" r="r" b="b"/>
              <a:pathLst>
                <a:path w="10548" h="10093" extrusionOk="0">
                  <a:moveTo>
                    <a:pt x="7052" y="1"/>
                  </a:moveTo>
                  <a:cubicBezTo>
                    <a:pt x="4772" y="31"/>
                    <a:pt x="2462" y="31"/>
                    <a:pt x="213" y="62"/>
                  </a:cubicBezTo>
                  <a:cubicBezTo>
                    <a:pt x="92" y="669"/>
                    <a:pt x="61" y="1186"/>
                    <a:pt x="0" y="1733"/>
                  </a:cubicBezTo>
                  <a:cubicBezTo>
                    <a:pt x="213" y="2372"/>
                    <a:pt x="183" y="3010"/>
                    <a:pt x="0" y="3679"/>
                  </a:cubicBezTo>
                  <a:cubicBezTo>
                    <a:pt x="31" y="4043"/>
                    <a:pt x="92" y="4378"/>
                    <a:pt x="92" y="4773"/>
                  </a:cubicBezTo>
                  <a:cubicBezTo>
                    <a:pt x="92" y="6505"/>
                    <a:pt x="152" y="8299"/>
                    <a:pt x="152" y="10092"/>
                  </a:cubicBezTo>
                  <a:cubicBezTo>
                    <a:pt x="243" y="9727"/>
                    <a:pt x="365" y="9302"/>
                    <a:pt x="487" y="8907"/>
                  </a:cubicBezTo>
                  <a:cubicBezTo>
                    <a:pt x="1733" y="4499"/>
                    <a:pt x="4590" y="1703"/>
                    <a:pt x="8997" y="396"/>
                  </a:cubicBezTo>
                  <a:cubicBezTo>
                    <a:pt x="9484" y="244"/>
                    <a:pt x="10031" y="183"/>
                    <a:pt x="10548" y="62"/>
                  </a:cubicBezTo>
                  <a:cubicBezTo>
                    <a:pt x="9453" y="31"/>
                    <a:pt x="8359" y="31"/>
                    <a:pt x="7234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719602" y="4618867"/>
              <a:ext cx="29404" cy="133359"/>
            </a:xfrm>
            <a:custGeom>
              <a:avLst/>
              <a:gdLst/>
              <a:ahLst/>
              <a:cxnLst/>
              <a:rect l="l" t="t" r="r" b="b"/>
              <a:pathLst>
                <a:path w="1247" h="5533" extrusionOk="0">
                  <a:moveTo>
                    <a:pt x="213" y="1"/>
                  </a:moveTo>
                  <a:lnTo>
                    <a:pt x="213" y="1"/>
                  </a:lnTo>
                  <a:cubicBezTo>
                    <a:pt x="152" y="122"/>
                    <a:pt x="61" y="153"/>
                    <a:pt x="61" y="213"/>
                  </a:cubicBezTo>
                  <a:cubicBezTo>
                    <a:pt x="30" y="365"/>
                    <a:pt x="30" y="517"/>
                    <a:pt x="61" y="669"/>
                  </a:cubicBezTo>
                  <a:cubicBezTo>
                    <a:pt x="365" y="2219"/>
                    <a:pt x="213" y="3770"/>
                    <a:pt x="0" y="5320"/>
                  </a:cubicBezTo>
                  <a:cubicBezTo>
                    <a:pt x="152" y="5411"/>
                    <a:pt x="243" y="5441"/>
                    <a:pt x="365" y="5533"/>
                  </a:cubicBezTo>
                  <a:cubicBezTo>
                    <a:pt x="365" y="4925"/>
                    <a:pt x="365" y="4317"/>
                    <a:pt x="334" y="3739"/>
                  </a:cubicBezTo>
                  <a:cubicBezTo>
                    <a:pt x="334" y="3101"/>
                    <a:pt x="334" y="3101"/>
                    <a:pt x="1064" y="2919"/>
                  </a:cubicBezTo>
                  <a:cubicBezTo>
                    <a:pt x="1125" y="2827"/>
                    <a:pt x="1155" y="2736"/>
                    <a:pt x="1246" y="2615"/>
                  </a:cubicBezTo>
                  <a:lnTo>
                    <a:pt x="456" y="2523"/>
                  </a:lnTo>
                  <a:cubicBezTo>
                    <a:pt x="182" y="1672"/>
                    <a:pt x="669" y="821"/>
                    <a:pt x="2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258584" y="4681147"/>
              <a:ext cx="20821" cy="8797"/>
            </a:xfrm>
            <a:custGeom>
              <a:avLst/>
              <a:gdLst/>
              <a:ahLst/>
              <a:cxnLst/>
              <a:rect l="l" t="t" r="r" b="b"/>
              <a:pathLst>
                <a:path w="883" h="365" extrusionOk="0">
                  <a:moveTo>
                    <a:pt x="1" y="0"/>
                  </a:moveTo>
                  <a:lnTo>
                    <a:pt x="1" y="0"/>
                  </a:lnTo>
                  <a:cubicBezTo>
                    <a:pt x="92" y="122"/>
                    <a:pt x="122" y="243"/>
                    <a:pt x="183" y="365"/>
                  </a:cubicBezTo>
                  <a:cubicBezTo>
                    <a:pt x="426" y="304"/>
                    <a:pt x="639" y="304"/>
                    <a:pt x="882" y="304"/>
                  </a:cubicBezTo>
                  <a:lnTo>
                    <a:pt x="882" y="91"/>
                  </a:lnTo>
                  <a:cubicBezTo>
                    <a:pt x="578" y="31"/>
                    <a:pt x="305" y="31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082272" y="4419590"/>
              <a:ext cx="10776" cy="17619"/>
            </a:xfrm>
            <a:custGeom>
              <a:avLst/>
              <a:gdLst/>
              <a:ahLst/>
              <a:cxnLst/>
              <a:rect l="l" t="t" r="r" b="b"/>
              <a:pathLst>
                <a:path w="457" h="731" extrusionOk="0">
                  <a:moveTo>
                    <a:pt x="304" y="1"/>
                  </a:moveTo>
                  <a:cubicBezTo>
                    <a:pt x="183" y="214"/>
                    <a:pt x="122" y="457"/>
                    <a:pt x="0" y="670"/>
                  </a:cubicBezTo>
                  <a:cubicBezTo>
                    <a:pt x="91" y="670"/>
                    <a:pt x="213" y="730"/>
                    <a:pt x="335" y="730"/>
                  </a:cubicBezTo>
                  <a:cubicBezTo>
                    <a:pt x="365" y="487"/>
                    <a:pt x="456" y="275"/>
                    <a:pt x="456" y="62"/>
                  </a:cubicBezTo>
                  <a:cubicBezTo>
                    <a:pt x="426" y="31"/>
                    <a:pt x="335" y="3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212720" y="4837908"/>
              <a:ext cx="17213" cy="13208"/>
            </a:xfrm>
            <a:custGeom>
              <a:avLst/>
              <a:gdLst/>
              <a:ahLst/>
              <a:cxnLst/>
              <a:rect l="l" t="t" r="r" b="b"/>
              <a:pathLst>
                <a:path w="730" h="548" extrusionOk="0">
                  <a:moveTo>
                    <a:pt x="213" y="1"/>
                  </a:moveTo>
                  <a:cubicBezTo>
                    <a:pt x="122" y="92"/>
                    <a:pt x="91" y="153"/>
                    <a:pt x="0" y="244"/>
                  </a:cubicBezTo>
                  <a:cubicBezTo>
                    <a:pt x="274" y="305"/>
                    <a:pt x="517" y="426"/>
                    <a:pt x="730" y="548"/>
                  </a:cubicBez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871532" y="4446705"/>
              <a:ext cx="12945" cy="12485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123" y="1"/>
                  </a:moveTo>
                  <a:cubicBezTo>
                    <a:pt x="92" y="1"/>
                    <a:pt x="31" y="31"/>
                    <a:pt x="1" y="31"/>
                  </a:cubicBezTo>
                  <a:cubicBezTo>
                    <a:pt x="31" y="213"/>
                    <a:pt x="123" y="335"/>
                    <a:pt x="153" y="517"/>
                  </a:cubicBezTo>
                  <a:lnTo>
                    <a:pt x="548" y="517"/>
                  </a:lnTo>
                  <a:cubicBezTo>
                    <a:pt x="396" y="305"/>
                    <a:pt x="275" y="153"/>
                    <a:pt x="1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176877" y="4478954"/>
              <a:ext cx="12922" cy="13208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517" y="0"/>
                  </a:moveTo>
                  <a:cubicBezTo>
                    <a:pt x="335" y="122"/>
                    <a:pt x="152" y="243"/>
                    <a:pt x="1" y="334"/>
                  </a:cubicBezTo>
                  <a:cubicBezTo>
                    <a:pt x="92" y="395"/>
                    <a:pt x="152" y="456"/>
                    <a:pt x="244" y="547"/>
                  </a:cubicBezTo>
                  <a:cubicBezTo>
                    <a:pt x="365" y="334"/>
                    <a:pt x="456" y="182"/>
                    <a:pt x="548" y="30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136012" y="4443788"/>
              <a:ext cx="8630" cy="13931"/>
            </a:xfrm>
            <a:custGeom>
              <a:avLst/>
              <a:gdLst/>
              <a:ahLst/>
              <a:cxnLst/>
              <a:rect l="l" t="t" r="r" b="b"/>
              <a:pathLst>
                <a:path w="366" h="578" extrusionOk="0">
                  <a:moveTo>
                    <a:pt x="214" y="0"/>
                  </a:moveTo>
                  <a:cubicBezTo>
                    <a:pt x="153" y="152"/>
                    <a:pt x="62" y="365"/>
                    <a:pt x="1" y="517"/>
                  </a:cubicBezTo>
                  <a:cubicBezTo>
                    <a:pt x="31" y="547"/>
                    <a:pt x="62" y="547"/>
                    <a:pt x="123" y="578"/>
                  </a:cubicBezTo>
                  <a:cubicBezTo>
                    <a:pt x="183" y="426"/>
                    <a:pt x="305" y="334"/>
                    <a:pt x="366" y="152"/>
                  </a:cubicBezTo>
                  <a:cubicBezTo>
                    <a:pt x="305" y="122"/>
                    <a:pt x="275" y="61"/>
                    <a:pt x="2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247831" y="4794693"/>
              <a:ext cx="5754" cy="3688"/>
            </a:xfrm>
            <a:custGeom>
              <a:avLst/>
              <a:gdLst/>
              <a:ahLst/>
              <a:cxnLst/>
              <a:rect l="l" t="t" r="r" b="b"/>
              <a:pathLst>
                <a:path w="244" h="153" extrusionOk="0">
                  <a:moveTo>
                    <a:pt x="1" y="1"/>
                  </a:moveTo>
                  <a:lnTo>
                    <a:pt x="1" y="1"/>
                  </a:lnTo>
                  <a:cubicBezTo>
                    <a:pt x="92" y="61"/>
                    <a:pt x="122" y="92"/>
                    <a:pt x="153" y="152"/>
                  </a:cubicBezTo>
                  <a:lnTo>
                    <a:pt x="244" y="92"/>
                  </a:lnTo>
                  <a:cubicBezTo>
                    <a:pt x="153" y="61"/>
                    <a:pt x="92" y="61"/>
                    <a:pt x="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61175" y="4796163"/>
              <a:ext cx="2169" cy="2217"/>
            </a:xfrm>
            <a:custGeom>
              <a:avLst/>
              <a:gdLst/>
              <a:ahLst/>
              <a:cxnLst/>
              <a:rect l="l" t="t" r="r" b="b"/>
              <a:pathLst>
                <a:path w="92" h="92" extrusionOk="0">
                  <a:moveTo>
                    <a:pt x="61" y="0"/>
                  </a:moveTo>
                  <a:cubicBezTo>
                    <a:pt x="0" y="31"/>
                    <a:pt x="0" y="61"/>
                    <a:pt x="0" y="91"/>
                  </a:cubicBezTo>
                  <a:lnTo>
                    <a:pt x="91" y="91"/>
                  </a:lnTo>
                  <a:lnTo>
                    <a:pt x="91" y="3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219157" y="4525085"/>
              <a:ext cx="5777" cy="8098"/>
            </a:xfrm>
            <a:custGeom>
              <a:avLst/>
              <a:gdLst/>
              <a:ahLst/>
              <a:cxnLst/>
              <a:rect l="l" t="t" r="r" b="b"/>
              <a:pathLst>
                <a:path w="245" h="336" extrusionOk="0">
                  <a:moveTo>
                    <a:pt x="31" y="1"/>
                  </a:moveTo>
                  <a:cubicBezTo>
                    <a:pt x="31" y="92"/>
                    <a:pt x="1" y="214"/>
                    <a:pt x="1" y="335"/>
                  </a:cubicBezTo>
                  <a:cubicBezTo>
                    <a:pt x="244" y="92"/>
                    <a:pt x="244" y="92"/>
                    <a:pt x="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791995" y="4526555"/>
              <a:ext cx="5023" cy="3688"/>
            </a:xfrm>
            <a:custGeom>
              <a:avLst/>
              <a:gdLst/>
              <a:ahLst/>
              <a:cxnLst/>
              <a:rect l="l" t="t" r="r" b="b"/>
              <a:pathLst>
                <a:path w="213" h="153" extrusionOk="0">
                  <a:moveTo>
                    <a:pt x="0" y="1"/>
                  </a:moveTo>
                  <a:cubicBezTo>
                    <a:pt x="30" y="31"/>
                    <a:pt x="61" y="122"/>
                    <a:pt x="122" y="153"/>
                  </a:cubicBezTo>
                  <a:lnTo>
                    <a:pt x="213" y="31"/>
                  </a:lnTo>
                  <a:cubicBezTo>
                    <a:pt x="152" y="31"/>
                    <a:pt x="61" y="1"/>
                    <a:pt x="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229910" y="4849646"/>
              <a:ext cx="755" cy="1470"/>
            </a:xfrm>
            <a:custGeom>
              <a:avLst/>
              <a:gdLst/>
              <a:ahLst/>
              <a:cxnLst/>
              <a:rect l="l" t="t" r="r" b="b"/>
              <a:pathLst>
                <a:path w="32" h="61" extrusionOk="0">
                  <a:moveTo>
                    <a:pt x="1" y="0"/>
                  </a:moveTo>
                  <a:lnTo>
                    <a:pt x="31" y="6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789118" y="4844512"/>
              <a:ext cx="731" cy="3688"/>
            </a:xfrm>
            <a:custGeom>
              <a:avLst/>
              <a:gdLst/>
              <a:ahLst/>
              <a:cxnLst/>
              <a:rect l="l" t="t" r="r" b="b"/>
              <a:pathLst>
                <a:path w="31" h="153" extrusionOk="0">
                  <a:moveTo>
                    <a:pt x="31" y="0"/>
                  </a:moveTo>
                  <a:cubicBezTo>
                    <a:pt x="31" y="31"/>
                    <a:pt x="0" y="31"/>
                    <a:pt x="0" y="122"/>
                  </a:cubicBezTo>
                  <a:lnTo>
                    <a:pt x="31" y="15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89825" y="4841571"/>
              <a:ext cx="3608" cy="2965"/>
            </a:xfrm>
            <a:custGeom>
              <a:avLst/>
              <a:gdLst/>
              <a:ahLst/>
              <a:cxnLst/>
              <a:rect l="l" t="t" r="r" b="b"/>
              <a:pathLst>
                <a:path w="153" h="123" extrusionOk="0">
                  <a:moveTo>
                    <a:pt x="153" y="1"/>
                  </a:moveTo>
                  <a:cubicBezTo>
                    <a:pt x="122" y="31"/>
                    <a:pt x="62" y="92"/>
                    <a:pt x="1" y="122"/>
                  </a:cubicBezTo>
                  <a:lnTo>
                    <a:pt x="153" y="122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254293" y="4572711"/>
              <a:ext cx="731" cy="771"/>
            </a:xfrm>
            <a:custGeom>
              <a:avLst/>
              <a:gdLst/>
              <a:ahLst/>
              <a:cxnLst/>
              <a:rect l="l" t="t" r="r" b="b"/>
              <a:pathLst>
                <a:path w="31" h="32" extrusionOk="0">
                  <a:moveTo>
                    <a:pt x="0" y="1"/>
                  </a:moveTo>
                  <a:lnTo>
                    <a:pt x="0" y="31"/>
                  </a:lnTo>
                  <a:lnTo>
                    <a:pt x="31" y="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226326" y="4522169"/>
              <a:ext cx="2169" cy="747"/>
            </a:xfrm>
            <a:custGeom>
              <a:avLst/>
              <a:gdLst/>
              <a:ahLst/>
              <a:cxnLst/>
              <a:rect l="l" t="t" r="r" b="b"/>
              <a:pathLst>
                <a:path w="92" h="31" extrusionOk="0">
                  <a:moveTo>
                    <a:pt x="1" y="0"/>
                  </a:moveTo>
                  <a:lnTo>
                    <a:pt x="31" y="31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189069" y="4476013"/>
              <a:ext cx="1462" cy="2531"/>
            </a:xfrm>
            <a:custGeom>
              <a:avLst/>
              <a:gdLst/>
              <a:ahLst/>
              <a:cxnLst/>
              <a:rect l="l" t="t" r="r" b="b"/>
              <a:pathLst>
                <a:path w="62" h="105" extrusionOk="0">
                  <a:moveTo>
                    <a:pt x="31" y="0"/>
                  </a:moveTo>
                  <a:cubicBezTo>
                    <a:pt x="31" y="61"/>
                    <a:pt x="0" y="61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18" y="101"/>
                    <a:pt x="31" y="104"/>
                    <a:pt x="40" y="104"/>
                  </a:cubicBezTo>
                  <a:cubicBezTo>
                    <a:pt x="61" y="104"/>
                    <a:pt x="61" y="83"/>
                    <a:pt x="61" y="61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22847" y="4398862"/>
              <a:ext cx="567665" cy="571856"/>
            </a:xfrm>
            <a:custGeom>
              <a:avLst/>
              <a:gdLst/>
              <a:ahLst/>
              <a:cxnLst/>
              <a:rect l="l" t="t" r="r" b="b"/>
              <a:pathLst>
                <a:path w="24074" h="23726" extrusionOk="0">
                  <a:moveTo>
                    <a:pt x="21412" y="0"/>
                  </a:moveTo>
                  <a:cubicBezTo>
                    <a:pt x="21171" y="0"/>
                    <a:pt x="20914" y="24"/>
                    <a:pt x="20639" y="71"/>
                  </a:cubicBezTo>
                  <a:cubicBezTo>
                    <a:pt x="19362" y="253"/>
                    <a:pt x="18177" y="861"/>
                    <a:pt x="17113" y="1590"/>
                  </a:cubicBezTo>
                  <a:cubicBezTo>
                    <a:pt x="15623" y="2594"/>
                    <a:pt x="14377" y="3809"/>
                    <a:pt x="13192" y="5147"/>
                  </a:cubicBezTo>
                  <a:cubicBezTo>
                    <a:pt x="12857" y="5542"/>
                    <a:pt x="12462" y="5937"/>
                    <a:pt x="12098" y="6393"/>
                  </a:cubicBezTo>
                  <a:cubicBezTo>
                    <a:pt x="11854" y="6150"/>
                    <a:pt x="11672" y="5907"/>
                    <a:pt x="11459" y="5694"/>
                  </a:cubicBezTo>
                  <a:cubicBezTo>
                    <a:pt x="10639" y="4812"/>
                    <a:pt x="9848" y="3931"/>
                    <a:pt x="9028" y="3141"/>
                  </a:cubicBezTo>
                  <a:cubicBezTo>
                    <a:pt x="7842" y="1986"/>
                    <a:pt x="6535" y="1013"/>
                    <a:pt x="4985" y="466"/>
                  </a:cubicBezTo>
                  <a:cubicBezTo>
                    <a:pt x="4225" y="223"/>
                    <a:pt x="3404" y="10"/>
                    <a:pt x="2584" y="10"/>
                  </a:cubicBezTo>
                  <a:cubicBezTo>
                    <a:pt x="2563" y="9"/>
                    <a:pt x="2542" y="9"/>
                    <a:pt x="2522" y="9"/>
                  </a:cubicBezTo>
                  <a:cubicBezTo>
                    <a:pt x="1160" y="9"/>
                    <a:pt x="303" y="1004"/>
                    <a:pt x="243" y="2411"/>
                  </a:cubicBezTo>
                  <a:cubicBezTo>
                    <a:pt x="213" y="3293"/>
                    <a:pt x="365" y="4113"/>
                    <a:pt x="730" y="4873"/>
                  </a:cubicBezTo>
                  <a:cubicBezTo>
                    <a:pt x="1125" y="5603"/>
                    <a:pt x="1489" y="6332"/>
                    <a:pt x="1945" y="7001"/>
                  </a:cubicBezTo>
                  <a:cubicBezTo>
                    <a:pt x="3040" y="8642"/>
                    <a:pt x="4499" y="10010"/>
                    <a:pt x="5988" y="11256"/>
                  </a:cubicBezTo>
                  <a:cubicBezTo>
                    <a:pt x="6170" y="11408"/>
                    <a:pt x="6353" y="11621"/>
                    <a:pt x="6596" y="11834"/>
                  </a:cubicBezTo>
                  <a:cubicBezTo>
                    <a:pt x="6292" y="12107"/>
                    <a:pt x="6049" y="12320"/>
                    <a:pt x="5836" y="12533"/>
                  </a:cubicBezTo>
                  <a:cubicBezTo>
                    <a:pt x="4347" y="13779"/>
                    <a:pt x="2979" y="15147"/>
                    <a:pt x="1885" y="16727"/>
                  </a:cubicBezTo>
                  <a:cubicBezTo>
                    <a:pt x="1185" y="17731"/>
                    <a:pt x="578" y="18764"/>
                    <a:pt x="365" y="19980"/>
                  </a:cubicBezTo>
                  <a:cubicBezTo>
                    <a:pt x="0" y="21804"/>
                    <a:pt x="213" y="22867"/>
                    <a:pt x="1824" y="23658"/>
                  </a:cubicBezTo>
                  <a:lnTo>
                    <a:pt x="3951" y="23658"/>
                  </a:lnTo>
                  <a:cubicBezTo>
                    <a:pt x="7386" y="22503"/>
                    <a:pt x="9787" y="20041"/>
                    <a:pt x="12006" y="17396"/>
                  </a:cubicBezTo>
                  <a:cubicBezTo>
                    <a:pt x="12249" y="17609"/>
                    <a:pt x="12401" y="17852"/>
                    <a:pt x="12584" y="18034"/>
                  </a:cubicBezTo>
                  <a:cubicBezTo>
                    <a:pt x="13891" y="19554"/>
                    <a:pt x="15259" y="20983"/>
                    <a:pt x="16930" y="22107"/>
                  </a:cubicBezTo>
                  <a:cubicBezTo>
                    <a:pt x="17842" y="22655"/>
                    <a:pt x="18845" y="23171"/>
                    <a:pt x="19879" y="23536"/>
                  </a:cubicBezTo>
                  <a:cubicBezTo>
                    <a:pt x="20264" y="23698"/>
                    <a:pt x="20716" y="23725"/>
                    <a:pt x="21164" y="23725"/>
                  </a:cubicBezTo>
                  <a:cubicBezTo>
                    <a:pt x="21388" y="23725"/>
                    <a:pt x="21611" y="23718"/>
                    <a:pt x="21824" y="23718"/>
                  </a:cubicBezTo>
                  <a:cubicBezTo>
                    <a:pt x="22554" y="23718"/>
                    <a:pt x="23070" y="23354"/>
                    <a:pt x="23496" y="22776"/>
                  </a:cubicBezTo>
                  <a:cubicBezTo>
                    <a:pt x="23648" y="22594"/>
                    <a:pt x="23800" y="22351"/>
                    <a:pt x="23952" y="22168"/>
                  </a:cubicBezTo>
                  <a:cubicBezTo>
                    <a:pt x="23952" y="21530"/>
                    <a:pt x="23921" y="20892"/>
                    <a:pt x="23921" y="20223"/>
                  </a:cubicBezTo>
                  <a:cubicBezTo>
                    <a:pt x="23314" y="18186"/>
                    <a:pt x="22158" y="16424"/>
                    <a:pt x="20730" y="14904"/>
                  </a:cubicBezTo>
                  <a:cubicBezTo>
                    <a:pt x="19909" y="14083"/>
                    <a:pt x="19089" y="13354"/>
                    <a:pt x="18237" y="12563"/>
                  </a:cubicBezTo>
                  <a:cubicBezTo>
                    <a:pt x="18025" y="12381"/>
                    <a:pt x="17782" y="12138"/>
                    <a:pt x="17538" y="11925"/>
                  </a:cubicBezTo>
                  <a:cubicBezTo>
                    <a:pt x="17994" y="11499"/>
                    <a:pt x="18389" y="11165"/>
                    <a:pt x="18785" y="10800"/>
                  </a:cubicBezTo>
                  <a:cubicBezTo>
                    <a:pt x="20152" y="9645"/>
                    <a:pt x="21368" y="8369"/>
                    <a:pt x="22341" y="6910"/>
                  </a:cubicBezTo>
                  <a:cubicBezTo>
                    <a:pt x="23040" y="5907"/>
                    <a:pt x="23617" y="4873"/>
                    <a:pt x="23830" y="3657"/>
                  </a:cubicBezTo>
                  <a:cubicBezTo>
                    <a:pt x="24013" y="3019"/>
                    <a:pt x="24073" y="2381"/>
                    <a:pt x="23830" y="1742"/>
                  </a:cubicBezTo>
                  <a:cubicBezTo>
                    <a:pt x="23351" y="558"/>
                    <a:pt x="22580" y="0"/>
                    <a:pt x="21412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802994" y="4397633"/>
              <a:ext cx="805634" cy="572916"/>
            </a:xfrm>
            <a:custGeom>
              <a:avLst/>
              <a:gdLst/>
              <a:ahLst/>
              <a:cxnLst/>
              <a:rect l="l" t="t" r="r" b="b"/>
              <a:pathLst>
                <a:path w="34166" h="23770" extrusionOk="0">
                  <a:moveTo>
                    <a:pt x="3192" y="0"/>
                  </a:moveTo>
                  <a:cubicBezTo>
                    <a:pt x="2129" y="0"/>
                    <a:pt x="1065" y="31"/>
                    <a:pt x="1" y="31"/>
                  </a:cubicBezTo>
                  <a:cubicBezTo>
                    <a:pt x="761" y="213"/>
                    <a:pt x="1490" y="365"/>
                    <a:pt x="2189" y="608"/>
                  </a:cubicBezTo>
                  <a:cubicBezTo>
                    <a:pt x="6870" y="2158"/>
                    <a:pt x="10001" y="6292"/>
                    <a:pt x="10335" y="11368"/>
                  </a:cubicBezTo>
                  <a:cubicBezTo>
                    <a:pt x="10335" y="11550"/>
                    <a:pt x="10366" y="11733"/>
                    <a:pt x="10366" y="11915"/>
                  </a:cubicBezTo>
                  <a:cubicBezTo>
                    <a:pt x="10460" y="11913"/>
                    <a:pt x="10555" y="11911"/>
                    <a:pt x="10649" y="11911"/>
                  </a:cubicBezTo>
                  <a:cubicBezTo>
                    <a:pt x="16133" y="11911"/>
                    <a:pt x="21172" y="16240"/>
                    <a:pt x="22068" y="22037"/>
                  </a:cubicBezTo>
                  <a:cubicBezTo>
                    <a:pt x="22190" y="22614"/>
                    <a:pt x="22159" y="23162"/>
                    <a:pt x="22159" y="23739"/>
                  </a:cubicBezTo>
                  <a:cubicBezTo>
                    <a:pt x="22615" y="23739"/>
                    <a:pt x="23010" y="23769"/>
                    <a:pt x="23466" y="23769"/>
                  </a:cubicBezTo>
                  <a:lnTo>
                    <a:pt x="33011" y="23769"/>
                  </a:lnTo>
                  <a:cubicBezTo>
                    <a:pt x="33406" y="23769"/>
                    <a:pt x="33771" y="23739"/>
                    <a:pt x="34166" y="23709"/>
                  </a:cubicBezTo>
                  <a:lnTo>
                    <a:pt x="34105" y="23709"/>
                  </a:lnTo>
                  <a:lnTo>
                    <a:pt x="34105" y="21794"/>
                  </a:lnTo>
                  <a:cubicBezTo>
                    <a:pt x="34014" y="21155"/>
                    <a:pt x="33892" y="20517"/>
                    <a:pt x="33740" y="19909"/>
                  </a:cubicBezTo>
                  <a:cubicBezTo>
                    <a:pt x="31947" y="8572"/>
                    <a:pt x="21916" y="31"/>
                    <a:pt x="10487" y="31"/>
                  </a:cubicBezTo>
                  <a:cubicBezTo>
                    <a:pt x="8086" y="31"/>
                    <a:pt x="5655" y="0"/>
                    <a:pt x="3253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492649" y="3828387"/>
              <a:ext cx="551182" cy="568530"/>
            </a:xfrm>
            <a:custGeom>
              <a:avLst/>
              <a:gdLst/>
              <a:ahLst/>
              <a:cxnLst/>
              <a:rect l="l" t="t" r="r" b="b"/>
              <a:pathLst>
                <a:path w="23375" h="23588" extrusionOk="0">
                  <a:moveTo>
                    <a:pt x="16566" y="1"/>
                  </a:moveTo>
                  <a:cubicBezTo>
                    <a:pt x="14864" y="1824"/>
                    <a:pt x="13314" y="3466"/>
                    <a:pt x="11703" y="5168"/>
                  </a:cubicBezTo>
                  <a:cubicBezTo>
                    <a:pt x="10062" y="3466"/>
                    <a:pt x="8542" y="1794"/>
                    <a:pt x="6992" y="153"/>
                  </a:cubicBezTo>
                  <a:cubicBezTo>
                    <a:pt x="6931" y="214"/>
                    <a:pt x="6870" y="214"/>
                    <a:pt x="6809" y="244"/>
                  </a:cubicBezTo>
                  <a:cubicBezTo>
                    <a:pt x="6870" y="2493"/>
                    <a:pt x="6931" y="4712"/>
                    <a:pt x="6992" y="7083"/>
                  </a:cubicBezTo>
                  <a:cubicBezTo>
                    <a:pt x="4651" y="6992"/>
                    <a:pt x="2402" y="6961"/>
                    <a:pt x="153" y="6901"/>
                  </a:cubicBezTo>
                  <a:cubicBezTo>
                    <a:pt x="122" y="6961"/>
                    <a:pt x="122" y="6992"/>
                    <a:pt x="92" y="7083"/>
                  </a:cubicBezTo>
                  <a:cubicBezTo>
                    <a:pt x="1764" y="8633"/>
                    <a:pt x="3375" y="10183"/>
                    <a:pt x="5107" y="11794"/>
                  </a:cubicBezTo>
                  <a:cubicBezTo>
                    <a:pt x="4195" y="12615"/>
                    <a:pt x="3344" y="13375"/>
                    <a:pt x="2554" y="14195"/>
                  </a:cubicBezTo>
                  <a:cubicBezTo>
                    <a:pt x="1764" y="14986"/>
                    <a:pt x="852" y="15685"/>
                    <a:pt x="1" y="16688"/>
                  </a:cubicBezTo>
                  <a:cubicBezTo>
                    <a:pt x="1995" y="16688"/>
                    <a:pt x="3813" y="16493"/>
                    <a:pt x="5660" y="16493"/>
                  </a:cubicBezTo>
                  <a:cubicBezTo>
                    <a:pt x="6121" y="16493"/>
                    <a:pt x="6584" y="16506"/>
                    <a:pt x="7052" y="16536"/>
                  </a:cubicBezTo>
                  <a:cubicBezTo>
                    <a:pt x="6961" y="18937"/>
                    <a:pt x="6900" y="21217"/>
                    <a:pt x="6809" y="23527"/>
                  </a:cubicBezTo>
                  <a:lnTo>
                    <a:pt x="6992" y="23527"/>
                  </a:lnTo>
                  <a:cubicBezTo>
                    <a:pt x="7387" y="23071"/>
                    <a:pt x="7812" y="22585"/>
                    <a:pt x="8207" y="22129"/>
                  </a:cubicBezTo>
                  <a:cubicBezTo>
                    <a:pt x="9119" y="21156"/>
                    <a:pt x="10031" y="20153"/>
                    <a:pt x="11004" y="19180"/>
                  </a:cubicBezTo>
                  <a:cubicBezTo>
                    <a:pt x="11186" y="18937"/>
                    <a:pt x="11399" y="18755"/>
                    <a:pt x="11703" y="18451"/>
                  </a:cubicBezTo>
                  <a:cubicBezTo>
                    <a:pt x="13314" y="20183"/>
                    <a:pt x="14864" y="21855"/>
                    <a:pt x="16414" y="23588"/>
                  </a:cubicBezTo>
                  <a:lnTo>
                    <a:pt x="16505" y="23588"/>
                  </a:lnTo>
                  <a:cubicBezTo>
                    <a:pt x="16475" y="22159"/>
                    <a:pt x="16414" y="20731"/>
                    <a:pt x="16475" y="19332"/>
                  </a:cubicBezTo>
                  <a:lnTo>
                    <a:pt x="16475" y="16506"/>
                  </a:lnTo>
                  <a:cubicBezTo>
                    <a:pt x="18785" y="16536"/>
                    <a:pt x="21065" y="16627"/>
                    <a:pt x="23314" y="16688"/>
                  </a:cubicBezTo>
                  <a:cubicBezTo>
                    <a:pt x="23345" y="16627"/>
                    <a:pt x="23345" y="16597"/>
                    <a:pt x="23375" y="16506"/>
                  </a:cubicBezTo>
                  <a:cubicBezTo>
                    <a:pt x="21703" y="14955"/>
                    <a:pt x="20062" y="13436"/>
                    <a:pt x="18360" y="11794"/>
                  </a:cubicBezTo>
                  <a:cubicBezTo>
                    <a:pt x="19271" y="10943"/>
                    <a:pt x="20062" y="10153"/>
                    <a:pt x="20913" y="9393"/>
                  </a:cubicBezTo>
                  <a:cubicBezTo>
                    <a:pt x="21734" y="8633"/>
                    <a:pt x="22615" y="7873"/>
                    <a:pt x="23345" y="6961"/>
                  </a:cubicBezTo>
                  <a:cubicBezTo>
                    <a:pt x="21034" y="6961"/>
                    <a:pt x="18785" y="7083"/>
                    <a:pt x="16475" y="7083"/>
                  </a:cubicBezTo>
                  <a:cubicBezTo>
                    <a:pt x="16353" y="4682"/>
                    <a:pt x="16688" y="2432"/>
                    <a:pt x="16566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81696" y="4410069"/>
              <a:ext cx="532554" cy="548019"/>
            </a:xfrm>
            <a:custGeom>
              <a:avLst/>
              <a:gdLst/>
              <a:ahLst/>
              <a:cxnLst/>
              <a:rect l="l" t="t" r="r" b="b"/>
              <a:pathLst>
                <a:path w="22585" h="22737" extrusionOk="0">
                  <a:moveTo>
                    <a:pt x="2066" y="17996"/>
                  </a:moveTo>
                  <a:lnTo>
                    <a:pt x="2066" y="17996"/>
                  </a:lnTo>
                  <a:cubicBezTo>
                    <a:pt x="2036" y="18006"/>
                    <a:pt x="2006" y="18015"/>
                    <a:pt x="1976" y="18025"/>
                  </a:cubicBezTo>
                  <a:lnTo>
                    <a:pt x="2037" y="18025"/>
                  </a:lnTo>
                  <a:cubicBezTo>
                    <a:pt x="2047" y="18016"/>
                    <a:pt x="2056" y="18006"/>
                    <a:pt x="2066" y="17996"/>
                  </a:cubicBezTo>
                  <a:close/>
                  <a:moveTo>
                    <a:pt x="12402" y="1"/>
                  </a:moveTo>
                  <a:cubicBezTo>
                    <a:pt x="12037" y="1369"/>
                    <a:pt x="11703" y="2706"/>
                    <a:pt x="11368" y="4074"/>
                  </a:cubicBezTo>
                  <a:cubicBezTo>
                    <a:pt x="11277" y="4104"/>
                    <a:pt x="11247" y="4104"/>
                    <a:pt x="11216" y="4104"/>
                  </a:cubicBezTo>
                  <a:cubicBezTo>
                    <a:pt x="10912" y="2828"/>
                    <a:pt x="10578" y="1521"/>
                    <a:pt x="10213" y="244"/>
                  </a:cubicBezTo>
                  <a:cubicBezTo>
                    <a:pt x="9818" y="1521"/>
                    <a:pt x="10061" y="2888"/>
                    <a:pt x="9757" y="4408"/>
                  </a:cubicBezTo>
                  <a:cubicBezTo>
                    <a:pt x="9058" y="2980"/>
                    <a:pt x="8450" y="1764"/>
                    <a:pt x="7842" y="487"/>
                  </a:cubicBezTo>
                  <a:cubicBezTo>
                    <a:pt x="7751" y="548"/>
                    <a:pt x="7721" y="548"/>
                    <a:pt x="7690" y="578"/>
                  </a:cubicBezTo>
                  <a:lnTo>
                    <a:pt x="8359" y="4682"/>
                  </a:lnTo>
                  <a:cubicBezTo>
                    <a:pt x="8298" y="4712"/>
                    <a:pt x="8268" y="4712"/>
                    <a:pt x="8177" y="4743"/>
                  </a:cubicBezTo>
                  <a:lnTo>
                    <a:pt x="6019" y="2007"/>
                  </a:lnTo>
                  <a:cubicBezTo>
                    <a:pt x="5897" y="2098"/>
                    <a:pt x="5836" y="2159"/>
                    <a:pt x="5715" y="2250"/>
                  </a:cubicBezTo>
                  <a:cubicBezTo>
                    <a:pt x="6110" y="3314"/>
                    <a:pt x="6566" y="4378"/>
                    <a:pt x="6991" y="5442"/>
                  </a:cubicBezTo>
                  <a:cubicBezTo>
                    <a:pt x="5806" y="4834"/>
                    <a:pt x="4985" y="3831"/>
                    <a:pt x="3921" y="3192"/>
                  </a:cubicBezTo>
                  <a:cubicBezTo>
                    <a:pt x="3891" y="3223"/>
                    <a:pt x="3830" y="3314"/>
                    <a:pt x="3800" y="3344"/>
                  </a:cubicBezTo>
                  <a:cubicBezTo>
                    <a:pt x="4499" y="4378"/>
                    <a:pt x="5137" y="5350"/>
                    <a:pt x="5775" y="6384"/>
                  </a:cubicBezTo>
                  <a:cubicBezTo>
                    <a:pt x="5806" y="6414"/>
                    <a:pt x="5806" y="6505"/>
                    <a:pt x="5806" y="6566"/>
                  </a:cubicBezTo>
                  <a:lnTo>
                    <a:pt x="5715" y="6475"/>
                  </a:lnTo>
                  <a:cubicBezTo>
                    <a:pt x="5441" y="6384"/>
                    <a:pt x="5168" y="6262"/>
                    <a:pt x="4955" y="6171"/>
                  </a:cubicBezTo>
                  <a:cubicBezTo>
                    <a:pt x="4104" y="5715"/>
                    <a:pt x="3222" y="5290"/>
                    <a:pt x="2402" y="4834"/>
                  </a:cubicBezTo>
                  <a:lnTo>
                    <a:pt x="2280" y="4955"/>
                  </a:lnTo>
                  <a:cubicBezTo>
                    <a:pt x="3161" y="5867"/>
                    <a:pt x="4073" y="6779"/>
                    <a:pt x="4955" y="7691"/>
                  </a:cubicBezTo>
                  <a:cubicBezTo>
                    <a:pt x="4894" y="7752"/>
                    <a:pt x="4894" y="7782"/>
                    <a:pt x="4864" y="7843"/>
                  </a:cubicBezTo>
                  <a:cubicBezTo>
                    <a:pt x="3678" y="7539"/>
                    <a:pt x="2462" y="7205"/>
                    <a:pt x="1307" y="6840"/>
                  </a:cubicBezTo>
                  <a:lnTo>
                    <a:pt x="1186" y="7083"/>
                  </a:lnTo>
                  <a:cubicBezTo>
                    <a:pt x="2250" y="7752"/>
                    <a:pt x="3344" y="8451"/>
                    <a:pt x="4408" y="9120"/>
                  </a:cubicBezTo>
                  <a:cubicBezTo>
                    <a:pt x="4377" y="9211"/>
                    <a:pt x="4377" y="9241"/>
                    <a:pt x="4347" y="9271"/>
                  </a:cubicBezTo>
                  <a:cubicBezTo>
                    <a:pt x="2918" y="9180"/>
                    <a:pt x="1520" y="9089"/>
                    <a:pt x="122" y="8968"/>
                  </a:cubicBezTo>
                  <a:lnTo>
                    <a:pt x="122" y="8968"/>
                  </a:lnTo>
                  <a:cubicBezTo>
                    <a:pt x="1338" y="9697"/>
                    <a:pt x="2705" y="10001"/>
                    <a:pt x="3921" y="10700"/>
                  </a:cubicBezTo>
                  <a:cubicBezTo>
                    <a:pt x="2645" y="11034"/>
                    <a:pt x="1277" y="11065"/>
                    <a:pt x="0" y="11460"/>
                  </a:cubicBezTo>
                  <a:cubicBezTo>
                    <a:pt x="1307" y="11794"/>
                    <a:pt x="2675" y="11825"/>
                    <a:pt x="3921" y="12311"/>
                  </a:cubicBezTo>
                  <a:cubicBezTo>
                    <a:pt x="2675" y="12767"/>
                    <a:pt x="1368" y="13284"/>
                    <a:pt x="122" y="13740"/>
                  </a:cubicBezTo>
                  <a:cubicBezTo>
                    <a:pt x="383" y="13769"/>
                    <a:pt x="643" y="13779"/>
                    <a:pt x="903" y="13779"/>
                  </a:cubicBezTo>
                  <a:cubicBezTo>
                    <a:pt x="1510" y="13779"/>
                    <a:pt x="2114" y="13723"/>
                    <a:pt x="2719" y="13723"/>
                  </a:cubicBezTo>
                  <a:cubicBezTo>
                    <a:pt x="3209" y="13723"/>
                    <a:pt x="3700" y="13760"/>
                    <a:pt x="4195" y="13892"/>
                  </a:cubicBezTo>
                  <a:cubicBezTo>
                    <a:pt x="3131" y="14560"/>
                    <a:pt x="2098" y="15199"/>
                    <a:pt x="1034" y="15867"/>
                  </a:cubicBezTo>
                  <a:cubicBezTo>
                    <a:pt x="1066" y="15868"/>
                    <a:pt x="1097" y="15868"/>
                    <a:pt x="1129" y="15868"/>
                  </a:cubicBezTo>
                  <a:cubicBezTo>
                    <a:pt x="2339" y="15868"/>
                    <a:pt x="3466" y="15315"/>
                    <a:pt x="4651" y="15107"/>
                  </a:cubicBezTo>
                  <a:cubicBezTo>
                    <a:pt x="4772" y="15107"/>
                    <a:pt x="4833" y="15107"/>
                    <a:pt x="4864" y="15047"/>
                  </a:cubicBezTo>
                  <a:lnTo>
                    <a:pt x="4864" y="15047"/>
                  </a:lnTo>
                  <a:cubicBezTo>
                    <a:pt x="4833" y="15138"/>
                    <a:pt x="4803" y="15168"/>
                    <a:pt x="4772" y="15229"/>
                  </a:cubicBezTo>
                  <a:cubicBezTo>
                    <a:pt x="3870" y="16131"/>
                    <a:pt x="2968" y="17093"/>
                    <a:pt x="2066" y="17996"/>
                  </a:cubicBezTo>
                  <a:lnTo>
                    <a:pt x="2066" y="17996"/>
                  </a:lnTo>
                  <a:cubicBezTo>
                    <a:pt x="2401" y="17888"/>
                    <a:pt x="2731" y="17800"/>
                    <a:pt x="3009" y="17661"/>
                  </a:cubicBezTo>
                  <a:cubicBezTo>
                    <a:pt x="3921" y="17205"/>
                    <a:pt x="4803" y="16718"/>
                    <a:pt x="5715" y="16232"/>
                  </a:cubicBezTo>
                  <a:cubicBezTo>
                    <a:pt x="5745" y="16262"/>
                    <a:pt x="5775" y="16354"/>
                    <a:pt x="5836" y="16384"/>
                  </a:cubicBezTo>
                  <a:cubicBezTo>
                    <a:pt x="5107" y="17478"/>
                    <a:pt x="4347" y="18542"/>
                    <a:pt x="3617" y="19636"/>
                  </a:cubicBezTo>
                  <a:cubicBezTo>
                    <a:pt x="3709" y="19697"/>
                    <a:pt x="3739" y="19728"/>
                    <a:pt x="3769" y="19758"/>
                  </a:cubicBezTo>
                  <a:cubicBezTo>
                    <a:pt x="4104" y="19545"/>
                    <a:pt x="4408" y="19272"/>
                    <a:pt x="4712" y="19028"/>
                  </a:cubicBezTo>
                  <a:cubicBezTo>
                    <a:pt x="5411" y="18512"/>
                    <a:pt x="6079" y="17934"/>
                    <a:pt x="6779" y="17417"/>
                  </a:cubicBezTo>
                  <a:cubicBezTo>
                    <a:pt x="6839" y="17417"/>
                    <a:pt x="6900" y="17357"/>
                    <a:pt x="6961" y="17326"/>
                  </a:cubicBezTo>
                  <a:lnTo>
                    <a:pt x="6961" y="17326"/>
                  </a:lnTo>
                  <a:cubicBezTo>
                    <a:pt x="6961" y="17417"/>
                    <a:pt x="6930" y="17478"/>
                    <a:pt x="6930" y="17569"/>
                  </a:cubicBezTo>
                  <a:cubicBezTo>
                    <a:pt x="6535" y="18573"/>
                    <a:pt x="6140" y="19576"/>
                    <a:pt x="5745" y="20548"/>
                  </a:cubicBezTo>
                  <a:cubicBezTo>
                    <a:pt x="5867" y="20639"/>
                    <a:pt x="5927" y="20761"/>
                    <a:pt x="6049" y="20822"/>
                  </a:cubicBezTo>
                  <a:cubicBezTo>
                    <a:pt x="6779" y="19910"/>
                    <a:pt x="7447" y="18998"/>
                    <a:pt x="8177" y="18086"/>
                  </a:cubicBezTo>
                  <a:cubicBezTo>
                    <a:pt x="8268" y="18086"/>
                    <a:pt x="8298" y="18117"/>
                    <a:pt x="8359" y="18177"/>
                  </a:cubicBezTo>
                  <a:cubicBezTo>
                    <a:pt x="8146" y="19484"/>
                    <a:pt x="7903" y="20852"/>
                    <a:pt x="7690" y="22190"/>
                  </a:cubicBezTo>
                  <a:cubicBezTo>
                    <a:pt x="8146" y="21612"/>
                    <a:pt x="8420" y="21004"/>
                    <a:pt x="8754" y="20396"/>
                  </a:cubicBezTo>
                  <a:cubicBezTo>
                    <a:pt x="9089" y="19788"/>
                    <a:pt x="9241" y="19089"/>
                    <a:pt x="9848" y="18512"/>
                  </a:cubicBezTo>
                  <a:cubicBezTo>
                    <a:pt x="9940" y="19940"/>
                    <a:pt x="9848" y="21278"/>
                    <a:pt x="10183" y="22615"/>
                  </a:cubicBezTo>
                  <a:cubicBezTo>
                    <a:pt x="10548" y="21278"/>
                    <a:pt x="10852" y="20001"/>
                    <a:pt x="11186" y="18694"/>
                  </a:cubicBezTo>
                  <a:cubicBezTo>
                    <a:pt x="11247" y="18725"/>
                    <a:pt x="11307" y="18725"/>
                    <a:pt x="11368" y="18725"/>
                  </a:cubicBezTo>
                  <a:lnTo>
                    <a:pt x="12402" y="22737"/>
                  </a:lnTo>
                  <a:cubicBezTo>
                    <a:pt x="12463" y="22676"/>
                    <a:pt x="12523" y="22676"/>
                    <a:pt x="12554" y="22676"/>
                  </a:cubicBezTo>
                  <a:cubicBezTo>
                    <a:pt x="12614" y="21308"/>
                    <a:pt x="12675" y="20001"/>
                    <a:pt x="12736" y="18633"/>
                  </a:cubicBezTo>
                  <a:cubicBezTo>
                    <a:pt x="12827" y="18633"/>
                    <a:pt x="12858" y="18573"/>
                    <a:pt x="12918" y="18573"/>
                  </a:cubicBezTo>
                  <a:cubicBezTo>
                    <a:pt x="13526" y="19758"/>
                    <a:pt x="14104" y="20974"/>
                    <a:pt x="14712" y="22190"/>
                  </a:cubicBezTo>
                  <a:cubicBezTo>
                    <a:pt x="14742" y="22159"/>
                    <a:pt x="14833" y="22159"/>
                    <a:pt x="14864" y="22129"/>
                  </a:cubicBezTo>
                  <a:cubicBezTo>
                    <a:pt x="14651" y="20852"/>
                    <a:pt x="14438" y="19576"/>
                    <a:pt x="14225" y="18269"/>
                  </a:cubicBezTo>
                  <a:cubicBezTo>
                    <a:pt x="14256" y="18269"/>
                    <a:pt x="14347" y="18238"/>
                    <a:pt x="14408" y="18208"/>
                  </a:cubicBezTo>
                  <a:lnTo>
                    <a:pt x="16809" y="21156"/>
                  </a:lnTo>
                  <a:cubicBezTo>
                    <a:pt x="16870" y="20822"/>
                    <a:pt x="16809" y="20548"/>
                    <a:pt x="16688" y="20305"/>
                  </a:cubicBezTo>
                  <a:cubicBezTo>
                    <a:pt x="16414" y="19576"/>
                    <a:pt x="16080" y="18846"/>
                    <a:pt x="15806" y="18086"/>
                  </a:cubicBezTo>
                  <a:cubicBezTo>
                    <a:pt x="15715" y="17813"/>
                    <a:pt x="15745" y="17509"/>
                    <a:pt x="15715" y="17205"/>
                  </a:cubicBezTo>
                  <a:lnTo>
                    <a:pt x="15654" y="17205"/>
                  </a:lnTo>
                  <a:lnTo>
                    <a:pt x="15715" y="17174"/>
                  </a:lnTo>
                  <a:cubicBezTo>
                    <a:pt x="16566" y="17965"/>
                    <a:pt x="17447" y="18725"/>
                    <a:pt x="18329" y="19484"/>
                  </a:cubicBezTo>
                  <a:cubicBezTo>
                    <a:pt x="18390" y="19424"/>
                    <a:pt x="18481" y="19302"/>
                    <a:pt x="18602" y="19241"/>
                  </a:cubicBezTo>
                  <a:cubicBezTo>
                    <a:pt x="17934" y="18269"/>
                    <a:pt x="17265" y="17417"/>
                    <a:pt x="16718" y="16414"/>
                  </a:cubicBezTo>
                  <a:cubicBezTo>
                    <a:pt x="16779" y="16384"/>
                    <a:pt x="16839" y="16354"/>
                    <a:pt x="16870" y="16293"/>
                  </a:cubicBezTo>
                  <a:cubicBezTo>
                    <a:pt x="17903" y="16870"/>
                    <a:pt x="18967" y="17417"/>
                    <a:pt x="20001" y="17965"/>
                  </a:cubicBezTo>
                  <a:cubicBezTo>
                    <a:pt x="20061" y="17904"/>
                    <a:pt x="20122" y="17813"/>
                    <a:pt x="20183" y="17752"/>
                  </a:cubicBezTo>
                  <a:cubicBezTo>
                    <a:pt x="19302" y="16870"/>
                    <a:pt x="18450" y="16050"/>
                    <a:pt x="17569" y="15168"/>
                  </a:cubicBezTo>
                  <a:cubicBezTo>
                    <a:pt x="18329" y="15168"/>
                    <a:pt x="18937" y="15351"/>
                    <a:pt x="19575" y="15533"/>
                  </a:cubicBezTo>
                  <a:lnTo>
                    <a:pt x="21399" y="15989"/>
                  </a:lnTo>
                  <a:cubicBezTo>
                    <a:pt x="21429" y="15928"/>
                    <a:pt x="21429" y="15898"/>
                    <a:pt x="21490" y="15807"/>
                  </a:cubicBezTo>
                  <a:cubicBezTo>
                    <a:pt x="21125" y="15624"/>
                    <a:pt x="20821" y="15381"/>
                    <a:pt x="20517" y="15199"/>
                  </a:cubicBezTo>
                  <a:cubicBezTo>
                    <a:pt x="19818" y="14712"/>
                    <a:pt x="19058" y="14165"/>
                    <a:pt x="18298" y="13679"/>
                  </a:cubicBezTo>
                  <a:lnTo>
                    <a:pt x="18298" y="13679"/>
                  </a:lnTo>
                  <a:cubicBezTo>
                    <a:pt x="19210" y="13709"/>
                    <a:pt x="20153" y="13709"/>
                    <a:pt x="21095" y="13770"/>
                  </a:cubicBezTo>
                  <a:cubicBezTo>
                    <a:pt x="21265" y="13770"/>
                    <a:pt x="21435" y="13780"/>
                    <a:pt x="21607" y="13780"/>
                  </a:cubicBezTo>
                  <a:cubicBezTo>
                    <a:pt x="21866" y="13780"/>
                    <a:pt x="22128" y="13758"/>
                    <a:pt x="22402" y="13648"/>
                  </a:cubicBezTo>
                  <a:cubicBezTo>
                    <a:pt x="21125" y="13193"/>
                    <a:pt x="19849" y="12706"/>
                    <a:pt x="18602" y="12250"/>
                  </a:cubicBezTo>
                  <a:lnTo>
                    <a:pt x="18602" y="12037"/>
                  </a:lnTo>
                  <a:cubicBezTo>
                    <a:pt x="19909" y="11855"/>
                    <a:pt x="21247" y="11642"/>
                    <a:pt x="22584" y="11430"/>
                  </a:cubicBezTo>
                  <a:cubicBezTo>
                    <a:pt x="21247" y="10974"/>
                    <a:pt x="19909" y="11034"/>
                    <a:pt x="18633" y="10487"/>
                  </a:cubicBezTo>
                  <a:cubicBezTo>
                    <a:pt x="19879" y="10031"/>
                    <a:pt x="21125" y="9545"/>
                    <a:pt x="22402" y="9089"/>
                  </a:cubicBezTo>
                  <a:cubicBezTo>
                    <a:pt x="22402" y="9059"/>
                    <a:pt x="22341" y="8968"/>
                    <a:pt x="22341" y="8937"/>
                  </a:cubicBezTo>
                  <a:cubicBezTo>
                    <a:pt x="20973" y="8998"/>
                    <a:pt x="19605" y="9120"/>
                    <a:pt x="18238" y="9211"/>
                  </a:cubicBezTo>
                  <a:cubicBezTo>
                    <a:pt x="18238" y="9150"/>
                    <a:pt x="18207" y="9089"/>
                    <a:pt x="18207" y="9059"/>
                  </a:cubicBezTo>
                  <a:cubicBezTo>
                    <a:pt x="19302" y="8360"/>
                    <a:pt x="20426" y="7630"/>
                    <a:pt x="21520" y="6961"/>
                  </a:cubicBezTo>
                  <a:cubicBezTo>
                    <a:pt x="21490" y="6870"/>
                    <a:pt x="21490" y="6840"/>
                    <a:pt x="21429" y="6779"/>
                  </a:cubicBezTo>
                  <a:cubicBezTo>
                    <a:pt x="20183" y="7113"/>
                    <a:pt x="18967" y="7448"/>
                    <a:pt x="17721" y="7782"/>
                  </a:cubicBezTo>
                  <a:cubicBezTo>
                    <a:pt x="17691" y="7721"/>
                    <a:pt x="17691" y="7691"/>
                    <a:pt x="17630" y="7600"/>
                  </a:cubicBezTo>
                  <a:cubicBezTo>
                    <a:pt x="18511" y="6779"/>
                    <a:pt x="19423" y="5898"/>
                    <a:pt x="20305" y="5047"/>
                  </a:cubicBezTo>
                  <a:cubicBezTo>
                    <a:pt x="20305" y="4955"/>
                    <a:pt x="20335" y="4834"/>
                    <a:pt x="20335" y="4712"/>
                  </a:cubicBezTo>
                  <a:lnTo>
                    <a:pt x="20335" y="4712"/>
                  </a:lnTo>
                  <a:cubicBezTo>
                    <a:pt x="19241" y="5259"/>
                    <a:pt x="18177" y="5806"/>
                    <a:pt x="17083" y="6384"/>
                  </a:cubicBezTo>
                  <a:cubicBezTo>
                    <a:pt x="16991" y="6414"/>
                    <a:pt x="16931" y="6414"/>
                    <a:pt x="16839" y="6475"/>
                  </a:cubicBezTo>
                  <a:cubicBezTo>
                    <a:pt x="16870" y="6384"/>
                    <a:pt x="16870" y="6262"/>
                    <a:pt x="16931" y="6202"/>
                  </a:cubicBezTo>
                  <a:cubicBezTo>
                    <a:pt x="17569" y="5259"/>
                    <a:pt x="18177" y="4287"/>
                    <a:pt x="18785" y="3344"/>
                  </a:cubicBezTo>
                  <a:cubicBezTo>
                    <a:pt x="18694" y="3314"/>
                    <a:pt x="18633" y="3223"/>
                    <a:pt x="18542" y="3162"/>
                  </a:cubicBezTo>
                  <a:cubicBezTo>
                    <a:pt x="17599" y="3922"/>
                    <a:pt x="16688" y="4712"/>
                    <a:pt x="15745" y="5472"/>
                  </a:cubicBezTo>
                  <a:cubicBezTo>
                    <a:pt x="15715" y="5442"/>
                    <a:pt x="15624" y="5411"/>
                    <a:pt x="15593" y="5350"/>
                  </a:cubicBezTo>
                  <a:cubicBezTo>
                    <a:pt x="15988" y="4226"/>
                    <a:pt x="16414" y="3132"/>
                    <a:pt x="16839" y="1977"/>
                  </a:cubicBezTo>
                  <a:cubicBezTo>
                    <a:pt x="16748" y="1946"/>
                    <a:pt x="16718" y="1916"/>
                    <a:pt x="16657" y="1855"/>
                  </a:cubicBezTo>
                  <a:cubicBezTo>
                    <a:pt x="15897" y="2767"/>
                    <a:pt x="15137" y="3739"/>
                    <a:pt x="14377" y="4651"/>
                  </a:cubicBezTo>
                  <a:cubicBezTo>
                    <a:pt x="14286" y="4651"/>
                    <a:pt x="14256" y="4591"/>
                    <a:pt x="14165" y="4560"/>
                  </a:cubicBezTo>
                  <a:cubicBezTo>
                    <a:pt x="14377" y="3375"/>
                    <a:pt x="14590" y="2220"/>
                    <a:pt x="14803" y="1034"/>
                  </a:cubicBezTo>
                  <a:cubicBezTo>
                    <a:pt x="14681" y="1034"/>
                    <a:pt x="14560" y="1004"/>
                    <a:pt x="14438" y="1004"/>
                  </a:cubicBezTo>
                  <a:cubicBezTo>
                    <a:pt x="13952" y="2068"/>
                    <a:pt x="13405" y="3132"/>
                    <a:pt x="12888" y="4195"/>
                  </a:cubicBezTo>
                  <a:cubicBezTo>
                    <a:pt x="12797" y="4195"/>
                    <a:pt x="12766" y="4135"/>
                    <a:pt x="12706" y="4135"/>
                  </a:cubicBezTo>
                  <a:cubicBezTo>
                    <a:pt x="12614" y="2767"/>
                    <a:pt x="12584" y="1399"/>
                    <a:pt x="12523" y="31"/>
                  </a:cubicBezTo>
                  <a:cubicBezTo>
                    <a:pt x="12463" y="1"/>
                    <a:pt x="12432" y="1"/>
                    <a:pt x="12402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109777" y="4111901"/>
              <a:ext cx="993402" cy="531918"/>
            </a:xfrm>
            <a:custGeom>
              <a:avLst/>
              <a:gdLst/>
              <a:ahLst/>
              <a:cxnLst/>
              <a:rect l="l" t="t" r="r" b="b"/>
              <a:pathLst>
                <a:path w="42129" h="22069" extrusionOk="0">
                  <a:moveTo>
                    <a:pt x="0" y="1"/>
                  </a:moveTo>
                  <a:cubicBezTo>
                    <a:pt x="5684" y="822"/>
                    <a:pt x="10548" y="3192"/>
                    <a:pt x="14499" y="7326"/>
                  </a:cubicBezTo>
                  <a:cubicBezTo>
                    <a:pt x="18451" y="11430"/>
                    <a:pt x="20578" y="16384"/>
                    <a:pt x="21095" y="22068"/>
                  </a:cubicBezTo>
                  <a:cubicBezTo>
                    <a:pt x="21672" y="16445"/>
                    <a:pt x="23770" y="11460"/>
                    <a:pt x="27691" y="7357"/>
                  </a:cubicBezTo>
                  <a:cubicBezTo>
                    <a:pt x="31612" y="3253"/>
                    <a:pt x="36445" y="852"/>
                    <a:pt x="42129" y="1"/>
                  </a:cubicBezTo>
                  <a:lnTo>
                    <a:pt x="24408" y="1"/>
                  </a:lnTo>
                  <a:cubicBezTo>
                    <a:pt x="24195" y="335"/>
                    <a:pt x="23922" y="609"/>
                    <a:pt x="23770" y="943"/>
                  </a:cubicBezTo>
                  <a:cubicBezTo>
                    <a:pt x="22706" y="3040"/>
                    <a:pt x="21916" y="5229"/>
                    <a:pt x="21520" y="7569"/>
                  </a:cubicBezTo>
                  <a:cubicBezTo>
                    <a:pt x="21399" y="8360"/>
                    <a:pt x="21247" y="9150"/>
                    <a:pt x="21156" y="9940"/>
                  </a:cubicBezTo>
                  <a:cubicBezTo>
                    <a:pt x="20700" y="6749"/>
                    <a:pt x="20183" y="4834"/>
                    <a:pt x="19028" y="2098"/>
                  </a:cubicBezTo>
                  <a:cubicBezTo>
                    <a:pt x="18663" y="1369"/>
                    <a:pt x="18451" y="518"/>
                    <a:pt x="1775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205956" y="4111901"/>
              <a:ext cx="292439" cy="286482"/>
            </a:xfrm>
            <a:custGeom>
              <a:avLst/>
              <a:gdLst/>
              <a:ahLst/>
              <a:cxnLst/>
              <a:rect l="l" t="t" r="r" b="b"/>
              <a:pathLst>
                <a:path w="12402" h="11886" extrusionOk="0">
                  <a:moveTo>
                    <a:pt x="5076" y="1"/>
                  </a:moveTo>
                  <a:cubicBezTo>
                    <a:pt x="4499" y="183"/>
                    <a:pt x="3861" y="335"/>
                    <a:pt x="3283" y="670"/>
                  </a:cubicBezTo>
                  <a:cubicBezTo>
                    <a:pt x="1824" y="1399"/>
                    <a:pt x="791" y="2584"/>
                    <a:pt x="304" y="4135"/>
                  </a:cubicBezTo>
                  <a:cubicBezTo>
                    <a:pt x="183" y="4408"/>
                    <a:pt x="122" y="4712"/>
                    <a:pt x="0" y="5016"/>
                  </a:cubicBezTo>
                  <a:lnTo>
                    <a:pt x="0" y="6901"/>
                  </a:lnTo>
                  <a:cubicBezTo>
                    <a:pt x="92" y="7083"/>
                    <a:pt x="122" y="7296"/>
                    <a:pt x="183" y="7509"/>
                  </a:cubicBezTo>
                  <a:cubicBezTo>
                    <a:pt x="1064" y="10548"/>
                    <a:pt x="3861" y="11886"/>
                    <a:pt x="5958" y="11886"/>
                  </a:cubicBezTo>
                  <a:cubicBezTo>
                    <a:pt x="8238" y="11886"/>
                    <a:pt x="10882" y="10366"/>
                    <a:pt x="11642" y="7752"/>
                  </a:cubicBezTo>
                  <a:cubicBezTo>
                    <a:pt x="12402" y="5138"/>
                    <a:pt x="11642" y="2554"/>
                    <a:pt x="9332" y="1034"/>
                  </a:cubicBezTo>
                  <a:cubicBezTo>
                    <a:pt x="8602" y="578"/>
                    <a:pt x="7690" y="335"/>
                    <a:pt x="690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484042" y="4396885"/>
              <a:ext cx="249453" cy="243267"/>
            </a:xfrm>
            <a:custGeom>
              <a:avLst/>
              <a:gdLst/>
              <a:ahLst/>
              <a:cxnLst/>
              <a:rect l="l" t="t" r="r" b="b"/>
              <a:pathLst>
                <a:path w="10579" h="10093" extrusionOk="0">
                  <a:moveTo>
                    <a:pt x="7083" y="1"/>
                  </a:moveTo>
                  <a:cubicBezTo>
                    <a:pt x="4803" y="31"/>
                    <a:pt x="2493" y="31"/>
                    <a:pt x="214" y="31"/>
                  </a:cubicBezTo>
                  <a:cubicBezTo>
                    <a:pt x="92" y="639"/>
                    <a:pt x="62" y="1156"/>
                    <a:pt x="1" y="1703"/>
                  </a:cubicBezTo>
                  <a:cubicBezTo>
                    <a:pt x="214" y="2341"/>
                    <a:pt x="183" y="2979"/>
                    <a:pt x="1" y="3618"/>
                  </a:cubicBezTo>
                  <a:cubicBezTo>
                    <a:pt x="31" y="3983"/>
                    <a:pt x="92" y="4317"/>
                    <a:pt x="92" y="4651"/>
                  </a:cubicBezTo>
                  <a:cubicBezTo>
                    <a:pt x="92" y="6475"/>
                    <a:pt x="153" y="8268"/>
                    <a:pt x="153" y="10092"/>
                  </a:cubicBezTo>
                  <a:cubicBezTo>
                    <a:pt x="244" y="9727"/>
                    <a:pt x="366" y="9302"/>
                    <a:pt x="487" y="8907"/>
                  </a:cubicBezTo>
                  <a:cubicBezTo>
                    <a:pt x="1733" y="4621"/>
                    <a:pt x="4499" y="1824"/>
                    <a:pt x="8755" y="487"/>
                  </a:cubicBezTo>
                  <a:cubicBezTo>
                    <a:pt x="9332" y="305"/>
                    <a:pt x="9971" y="213"/>
                    <a:pt x="10579" y="62"/>
                  </a:cubicBezTo>
                  <a:cubicBezTo>
                    <a:pt x="9484" y="31"/>
                    <a:pt x="8390" y="31"/>
                    <a:pt x="7296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22153" y="4418867"/>
              <a:ext cx="10776" cy="16872"/>
            </a:xfrm>
            <a:custGeom>
              <a:avLst/>
              <a:gdLst/>
              <a:ahLst/>
              <a:cxnLst/>
              <a:rect l="l" t="t" r="r" b="b"/>
              <a:pathLst>
                <a:path w="457" h="700" extrusionOk="0">
                  <a:moveTo>
                    <a:pt x="304" y="1"/>
                  </a:moveTo>
                  <a:cubicBezTo>
                    <a:pt x="213" y="213"/>
                    <a:pt x="122" y="457"/>
                    <a:pt x="0" y="669"/>
                  </a:cubicBezTo>
                  <a:cubicBezTo>
                    <a:pt x="122" y="669"/>
                    <a:pt x="243" y="700"/>
                    <a:pt x="365" y="700"/>
                  </a:cubicBezTo>
                  <a:cubicBezTo>
                    <a:pt x="395" y="487"/>
                    <a:pt x="456" y="305"/>
                    <a:pt x="456" y="61"/>
                  </a:cubicBezTo>
                  <a:cubicBezTo>
                    <a:pt x="426" y="31"/>
                    <a:pt x="365" y="3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10705" y="4446705"/>
              <a:ext cx="13653" cy="17619"/>
            </a:xfrm>
            <a:custGeom>
              <a:avLst/>
              <a:gdLst/>
              <a:ahLst/>
              <a:cxnLst/>
              <a:rect l="l" t="t" r="r" b="b"/>
              <a:pathLst>
                <a:path w="579" h="731" extrusionOk="0">
                  <a:moveTo>
                    <a:pt x="152" y="1"/>
                  </a:moveTo>
                  <a:cubicBezTo>
                    <a:pt x="122" y="31"/>
                    <a:pt x="61" y="92"/>
                    <a:pt x="0" y="122"/>
                  </a:cubicBezTo>
                  <a:cubicBezTo>
                    <a:pt x="122" y="305"/>
                    <a:pt x="183" y="548"/>
                    <a:pt x="274" y="730"/>
                  </a:cubicBezTo>
                  <a:cubicBezTo>
                    <a:pt x="396" y="669"/>
                    <a:pt x="456" y="578"/>
                    <a:pt x="578" y="517"/>
                  </a:cubicBezTo>
                  <a:cubicBezTo>
                    <a:pt x="426" y="305"/>
                    <a:pt x="304" y="153"/>
                    <a:pt x="1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853308" y="4837908"/>
              <a:ext cx="15068" cy="13208"/>
            </a:xfrm>
            <a:custGeom>
              <a:avLst/>
              <a:gdLst/>
              <a:ahLst/>
              <a:cxnLst/>
              <a:rect l="l" t="t" r="r" b="b"/>
              <a:pathLst>
                <a:path w="639" h="548" extrusionOk="0">
                  <a:moveTo>
                    <a:pt x="183" y="1"/>
                  </a:moveTo>
                  <a:cubicBezTo>
                    <a:pt x="122" y="92"/>
                    <a:pt x="61" y="153"/>
                    <a:pt x="1" y="244"/>
                  </a:cubicBezTo>
                  <a:cubicBezTo>
                    <a:pt x="183" y="305"/>
                    <a:pt x="365" y="426"/>
                    <a:pt x="578" y="548"/>
                  </a:cubicBezTo>
                  <a:cubicBezTo>
                    <a:pt x="578" y="487"/>
                    <a:pt x="609" y="426"/>
                    <a:pt x="639" y="396"/>
                  </a:cubicBezTo>
                  <a:cubicBezTo>
                    <a:pt x="487" y="274"/>
                    <a:pt x="335" y="122"/>
                    <a:pt x="1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98179" y="4569795"/>
              <a:ext cx="13629" cy="10268"/>
            </a:xfrm>
            <a:custGeom>
              <a:avLst/>
              <a:gdLst/>
              <a:ahLst/>
              <a:cxnLst/>
              <a:rect l="l" t="t" r="r" b="b"/>
              <a:pathLst>
                <a:path w="578" h="426" extrusionOk="0">
                  <a:moveTo>
                    <a:pt x="31" y="0"/>
                  </a:moveTo>
                  <a:cubicBezTo>
                    <a:pt x="31" y="30"/>
                    <a:pt x="0" y="122"/>
                    <a:pt x="0" y="152"/>
                  </a:cubicBezTo>
                  <a:cubicBezTo>
                    <a:pt x="152" y="274"/>
                    <a:pt x="304" y="334"/>
                    <a:pt x="456" y="426"/>
                  </a:cubicBezTo>
                  <a:lnTo>
                    <a:pt x="578" y="182"/>
                  </a:lnTo>
                  <a:cubicBezTo>
                    <a:pt x="426" y="152"/>
                    <a:pt x="213" y="122"/>
                    <a:pt x="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817466" y="4478954"/>
              <a:ext cx="11507" cy="13208"/>
            </a:xfrm>
            <a:custGeom>
              <a:avLst/>
              <a:gdLst/>
              <a:ahLst/>
              <a:cxnLst/>
              <a:rect l="l" t="t" r="r" b="b"/>
              <a:pathLst>
                <a:path w="488" h="548" extrusionOk="0">
                  <a:moveTo>
                    <a:pt x="366" y="0"/>
                  </a:moveTo>
                  <a:cubicBezTo>
                    <a:pt x="214" y="122"/>
                    <a:pt x="122" y="243"/>
                    <a:pt x="1" y="334"/>
                  </a:cubicBezTo>
                  <a:cubicBezTo>
                    <a:pt x="62" y="395"/>
                    <a:pt x="153" y="456"/>
                    <a:pt x="214" y="547"/>
                  </a:cubicBezTo>
                  <a:cubicBezTo>
                    <a:pt x="335" y="395"/>
                    <a:pt x="426" y="213"/>
                    <a:pt x="487" y="91"/>
                  </a:cubicBezTo>
                  <a:cubicBezTo>
                    <a:pt x="457" y="91"/>
                    <a:pt x="426" y="30"/>
                    <a:pt x="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775893" y="4445235"/>
              <a:ext cx="8630" cy="11762"/>
            </a:xfrm>
            <a:custGeom>
              <a:avLst/>
              <a:gdLst/>
              <a:ahLst/>
              <a:cxnLst/>
              <a:rect l="l" t="t" r="r" b="b"/>
              <a:pathLst>
                <a:path w="366" h="488" extrusionOk="0">
                  <a:moveTo>
                    <a:pt x="153" y="1"/>
                  </a:moveTo>
                  <a:cubicBezTo>
                    <a:pt x="122" y="153"/>
                    <a:pt x="62" y="305"/>
                    <a:pt x="1" y="457"/>
                  </a:cubicBezTo>
                  <a:cubicBezTo>
                    <a:pt x="62" y="457"/>
                    <a:pt x="122" y="487"/>
                    <a:pt x="153" y="487"/>
                  </a:cubicBezTo>
                  <a:cubicBezTo>
                    <a:pt x="214" y="366"/>
                    <a:pt x="274" y="214"/>
                    <a:pt x="366" y="62"/>
                  </a:cubicBezTo>
                  <a:cubicBezTo>
                    <a:pt x="305" y="31"/>
                    <a:pt x="244" y="31"/>
                    <a:pt x="1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58331" y="4525085"/>
              <a:ext cx="6461" cy="8098"/>
            </a:xfrm>
            <a:custGeom>
              <a:avLst/>
              <a:gdLst/>
              <a:ahLst/>
              <a:cxnLst/>
              <a:rect l="l" t="t" r="r" b="b"/>
              <a:pathLst>
                <a:path w="274" h="336" extrusionOk="0">
                  <a:moveTo>
                    <a:pt x="61" y="1"/>
                  </a:moveTo>
                  <a:cubicBezTo>
                    <a:pt x="61" y="92"/>
                    <a:pt x="0" y="214"/>
                    <a:pt x="0" y="335"/>
                  </a:cubicBezTo>
                  <a:cubicBezTo>
                    <a:pt x="274" y="92"/>
                    <a:pt x="274" y="92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29706" y="4844512"/>
              <a:ext cx="755" cy="3688"/>
            </a:xfrm>
            <a:custGeom>
              <a:avLst/>
              <a:gdLst/>
              <a:ahLst/>
              <a:cxnLst/>
              <a:rect l="l" t="t" r="r" b="b"/>
              <a:pathLst>
                <a:path w="32" h="153" extrusionOk="0">
                  <a:moveTo>
                    <a:pt x="1" y="0"/>
                  </a:moveTo>
                  <a:cubicBezTo>
                    <a:pt x="1" y="31"/>
                    <a:pt x="31" y="61"/>
                    <a:pt x="31" y="152"/>
                  </a:cubicBezTo>
                  <a:cubicBezTo>
                    <a:pt x="31" y="61"/>
                    <a:pt x="31" y="31"/>
                    <a:pt x="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894173" y="4572711"/>
              <a:ext cx="1438" cy="771"/>
            </a:xfrm>
            <a:custGeom>
              <a:avLst/>
              <a:gdLst/>
              <a:ahLst/>
              <a:cxnLst/>
              <a:rect l="l" t="t" r="r" b="b"/>
              <a:pathLst>
                <a:path w="61" h="32" extrusionOk="0">
                  <a:moveTo>
                    <a:pt x="0" y="1"/>
                  </a:moveTo>
                  <a:lnTo>
                    <a:pt x="0" y="31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31852" y="4526555"/>
              <a:ext cx="5777" cy="3688"/>
            </a:xfrm>
            <a:custGeom>
              <a:avLst/>
              <a:gdLst/>
              <a:ahLst/>
              <a:cxnLst/>
              <a:rect l="l" t="t" r="r" b="b"/>
              <a:pathLst>
                <a:path w="245" h="153" extrusionOk="0">
                  <a:moveTo>
                    <a:pt x="1" y="1"/>
                  </a:moveTo>
                  <a:cubicBezTo>
                    <a:pt x="62" y="31"/>
                    <a:pt x="92" y="122"/>
                    <a:pt x="123" y="153"/>
                  </a:cubicBezTo>
                  <a:lnTo>
                    <a:pt x="244" y="31"/>
                  </a:lnTo>
                  <a:cubicBezTo>
                    <a:pt x="153" y="31"/>
                    <a:pt x="92" y="1"/>
                    <a:pt x="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66938" y="4522169"/>
              <a:ext cx="731" cy="747"/>
            </a:xfrm>
            <a:custGeom>
              <a:avLst/>
              <a:gdLst/>
              <a:ahLst/>
              <a:cxnLst/>
              <a:rect l="l" t="t" r="r" b="b"/>
              <a:pathLst>
                <a:path w="31" h="31" extrusionOk="0">
                  <a:moveTo>
                    <a:pt x="0" y="0"/>
                  </a:moveTo>
                  <a:lnTo>
                    <a:pt x="31" y="3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016014" y="4815927"/>
              <a:ext cx="1028536" cy="722400"/>
            </a:xfrm>
            <a:custGeom>
              <a:avLst/>
              <a:gdLst/>
              <a:ahLst/>
              <a:cxnLst/>
              <a:rect l="l" t="t" r="r" b="b"/>
              <a:pathLst>
                <a:path w="43619" h="29972" extrusionOk="0">
                  <a:moveTo>
                    <a:pt x="8116" y="1"/>
                  </a:moveTo>
                  <a:cubicBezTo>
                    <a:pt x="5836" y="2767"/>
                    <a:pt x="3435" y="5199"/>
                    <a:pt x="0" y="6354"/>
                  </a:cubicBezTo>
                  <a:cubicBezTo>
                    <a:pt x="1010" y="6354"/>
                    <a:pt x="2024" y="6349"/>
                    <a:pt x="3042" y="6349"/>
                  </a:cubicBezTo>
                  <a:cubicBezTo>
                    <a:pt x="4571" y="6349"/>
                    <a:pt x="6110" y="6360"/>
                    <a:pt x="7660" y="6414"/>
                  </a:cubicBezTo>
                  <a:cubicBezTo>
                    <a:pt x="8937" y="6475"/>
                    <a:pt x="10274" y="6566"/>
                    <a:pt x="11490" y="6931"/>
                  </a:cubicBezTo>
                  <a:cubicBezTo>
                    <a:pt x="16931" y="8451"/>
                    <a:pt x="20335" y="13497"/>
                    <a:pt x="20031" y="19302"/>
                  </a:cubicBezTo>
                  <a:cubicBezTo>
                    <a:pt x="20031" y="21126"/>
                    <a:pt x="20062" y="22919"/>
                    <a:pt x="20062" y="24713"/>
                  </a:cubicBezTo>
                  <a:cubicBezTo>
                    <a:pt x="20062" y="26445"/>
                    <a:pt x="20122" y="28238"/>
                    <a:pt x="20122" y="29971"/>
                  </a:cubicBezTo>
                  <a:cubicBezTo>
                    <a:pt x="20761" y="29333"/>
                    <a:pt x="21429" y="28725"/>
                    <a:pt x="22098" y="28086"/>
                  </a:cubicBezTo>
                  <a:lnTo>
                    <a:pt x="42980" y="7174"/>
                  </a:lnTo>
                  <a:cubicBezTo>
                    <a:pt x="43223" y="6962"/>
                    <a:pt x="43406" y="6658"/>
                    <a:pt x="43618" y="6384"/>
                  </a:cubicBezTo>
                  <a:cubicBezTo>
                    <a:pt x="40336" y="6384"/>
                    <a:pt x="37022" y="6354"/>
                    <a:pt x="33709" y="6354"/>
                  </a:cubicBezTo>
                  <a:lnTo>
                    <a:pt x="20031" y="6354"/>
                  </a:lnTo>
                  <a:lnTo>
                    <a:pt x="20031" y="4803"/>
                  </a:lnTo>
                  <a:cubicBezTo>
                    <a:pt x="19879" y="4986"/>
                    <a:pt x="19727" y="5199"/>
                    <a:pt x="19575" y="5411"/>
                  </a:cubicBezTo>
                  <a:cubicBezTo>
                    <a:pt x="19150" y="5959"/>
                    <a:pt x="18572" y="6354"/>
                    <a:pt x="17904" y="6354"/>
                  </a:cubicBezTo>
                  <a:cubicBezTo>
                    <a:pt x="17762" y="6354"/>
                    <a:pt x="17617" y="6355"/>
                    <a:pt x="17471" y="6355"/>
                  </a:cubicBezTo>
                  <a:cubicBezTo>
                    <a:pt x="16959" y="6355"/>
                    <a:pt x="16431" y="6337"/>
                    <a:pt x="15958" y="6171"/>
                  </a:cubicBezTo>
                  <a:cubicBezTo>
                    <a:pt x="14955" y="5776"/>
                    <a:pt x="13922" y="5320"/>
                    <a:pt x="13010" y="4712"/>
                  </a:cubicBezTo>
                  <a:cubicBezTo>
                    <a:pt x="11338" y="3648"/>
                    <a:pt x="9970" y="2159"/>
                    <a:pt x="8663" y="639"/>
                  </a:cubicBezTo>
                  <a:cubicBezTo>
                    <a:pt x="8481" y="427"/>
                    <a:pt x="8329" y="244"/>
                    <a:pt x="8116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89845" y="3990305"/>
              <a:ext cx="235824" cy="241772"/>
            </a:xfrm>
            <a:custGeom>
              <a:avLst/>
              <a:gdLst/>
              <a:ahLst/>
              <a:cxnLst/>
              <a:rect l="l" t="t" r="r" b="b"/>
              <a:pathLst>
                <a:path w="10001" h="10031" extrusionOk="0">
                  <a:moveTo>
                    <a:pt x="4985" y="0"/>
                  </a:moveTo>
                  <a:cubicBezTo>
                    <a:pt x="4894" y="213"/>
                    <a:pt x="4864" y="395"/>
                    <a:pt x="4772" y="638"/>
                  </a:cubicBezTo>
                  <a:cubicBezTo>
                    <a:pt x="4134" y="2918"/>
                    <a:pt x="2645" y="4316"/>
                    <a:pt x="335" y="4894"/>
                  </a:cubicBezTo>
                  <a:cubicBezTo>
                    <a:pt x="213" y="4924"/>
                    <a:pt x="122" y="5015"/>
                    <a:pt x="0" y="5046"/>
                  </a:cubicBezTo>
                  <a:cubicBezTo>
                    <a:pt x="973" y="5319"/>
                    <a:pt x="1946" y="5654"/>
                    <a:pt x="2736" y="6292"/>
                  </a:cubicBezTo>
                  <a:cubicBezTo>
                    <a:pt x="3952" y="7234"/>
                    <a:pt x="4620" y="8541"/>
                    <a:pt x="4985" y="10031"/>
                  </a:cubicBezTo>
                  <a:cubicBezTo>
                    <a:pt x="5076" y="9757"/>
                    <a:pt x="5167" y="9453"/>
                    <a:pt x="5289" y="9149"/>
                  </a:cubicBezTo>
                  <a:cubicBezTo>
                    <a:pt x="5775" y="7599"/>
                    <a:pt x="6748" y="6414"/>
                    <a:pt x="8237" y="5684"/>
                  </a:cubicBezTo>
                  <a:cubicBezTo>
                    <a:pt x="8785" y="5380"/>
                    <a:pt x="9392" y="5228"/>
                    <a:pt x="10000" y="5046"/>
                  </a:cubicBezTo>
                  <a:cubicBezTo>
                    <a:pt x="9696" y="4924"/>
                    <a:pt x="9332" y="4863"/>
                    <a:pt x="8997" y="4742"/>
                  </a:cubicBezTo>
                  <a:cubicBezTo>
                    <a:pt x="7326" y="4134"/>
                    <a:pt x="6110" y="3070"/>
                    <a:pt x="5441" y="1429"/>
                  </a:cubicBezTo>
                  <a:cubicBezTo>
                    <a:pt x="5228" y="973"/>
                    <a:pt x="5137" y="486"/>
                    <a:pt x="4985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928578" y="3999826"/>
              <a:ext cx="116132" cy="219791"/>
            </a:xfrm>
            <a:custGeom>
              <a:avLst/>
              <a:gdLst/>
              <a:ahLst/>
              <a:cxnLst/>
              <a:rect l="l" t="t" r="r" b="b"/>
              <a:pathLst>
                <a:path w="4925" h="9119" extrusionOk="0">
                  <a:moveTo>
                    <a:pt x="0" y="0"/>
                  </a:moveTo>
                  <a:lnTo>
                    <a:pt x="0" y="9119"/>
                  </a:lnTo>
                  <a:cubicBezTo>
                    <a:pt x="335" y="8450"/>
                    <a:pt x="578" y="7873"/>
                    <a:pt x="882" y="7386"/>
                  </a:cubicBezTo>
                  <a:cubicBezTo>
                    <a:pt x="1824" y="5867"/>
                    <a:pt x="3222" y="5076"/>
                    <a:pt x="4924" y="4681"/>
                  </a:cubicBezTo>
                  <a:cubicBezTo>
                    <a:pt x="4742" y="4620"/>
                    <a:pt x="4590" y="4529"/>
                    <a:pt x="4408" y="4499"/>
                  </a:cubicBezTo>
                  <a:cubicBezTo>
                    <a:pt x="2310" y="3891"/>
                    <a:pt x="912" y="2584"/>
                    <a:pt x="183" y="547"/>
                  </a:cubicBezTo>
                  <a:cubicBezTo>
                    <a:pt x="152" y="365"/>
                    <a:pt x="61" y="213"/>
                    <a:pt x="0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4449233" y="3992499"/>
              <a:ext cx="235847" cy="240326"/>
            </a:xfrm>
            <a:custGeom>
              <a:avLst/>
              <a:gdLst/>
              <a:ahLst/>
              <a:cxnLst/>
              <a:rect l="l" t="t" r="r" b="b"/>
              <a:pathLst>
                <a:path w="10002" h="9971" extrusionOk="0">
                  <a:moveTo>
                    <a:pt x="4986" y="0"/>
                  </a:moveTo>
                  <a:cubicBezTo>
                    <a:pt x="4955" y="152"/>
                    <a:pt x="4864" y="304"/>
                    <a:pt x="4834" y="456"/>
                  </a:cubicBezTo>
                  <a:cubicBezTo>
                    <a:pt x="4195" y="2797"/>
                    <a:pt x="2676" y="4225"/>
                    <a:pt x="366" y="4833"/>
                  </a:cubicBezTo>
                  <a:cubicBezTo>
                    <a:pt x="244" y="4864"/>
                    <a:pt x="122" y="4955"/>
                    <a:pt x="1" y="4985"/>
                  </a:cubicBezTo>
                  <a:cubicBezTo>
                    <a:pt x="852" y="5320"/>
                    <a:pt x="1733" y="5563"/>
                    <a:pt x="2433" y="6019"/>
                  </a:cubicBezTo>
                  <a:cubicBezTo>
                    <a:pt x="3892" y="6931"/>
                    <a:pt x="4621" y="8329"/>
                    <a:pt x="4986" y="9970"/>
                  </a:cubicBezTo>
                  <a:cubicBezTo>
                    <a:pt x="5047" y="9636"/>
                    <a:pt x="5168" y="9332"/>
                    <a:pt x="5290" y="8967"/>
                  </a:cubicBezTo>
                  <a:cubicBezTo>
                    <a:pt x="5776" y="7478"/>
                    <a:pt x="6688" y="6383"/>
                    <a:pt x="8056" y="5654"/>
                  </a:cubicBezTo>
                  <a:cubicBezTo>
                    <a:pt x="8664" y="5380"/>
                    <a:pt x="9363" y="5168"/>
                    <a:pt x="10001" y="4955"/>
                  </a:cubicBezTo>
                  <a:cubicBezTo>
                    <a:pt x="7357" y="4347"/>
                    <a:pt x="5715" y="2706"/>
                    <a:pt x="5016" y="92"/>
                  </a:cubicBezTo>
                  <a:cubicBezTo>
                    <a:pt x="5016" y="61"/>
                    <a:pt x="4986" y="61"/>
                    <a:pt x="4986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285820" y="4002019"/>
              <a:ext cx="119008" cy="209547"/>
            </a:xfrm>
            <a:custGeom>
              <a:avLst/>
              <a:gdLst/>
              <a:ahLst/>
              <a:cxnLst/>
              <a:rect l="l" t="t" r="r" b="b"/>
              <a:pathLst>
                <a:path w="5047" h="8694" extrusionOk="0">
                  <a:moveTo>
                    <a:pt x="153" y="0"/>
                  </a:moveTo>
                  <a:cubicBezTo>
                    <a:pt x="1" y="3314"/>
                    <a:pt x="31" y="8055"/>
                    <a:pt x="213" y="8694"/>
                  </a:cubicBezTo>
                  <a:cubicBezTo>
                    <a:pt x="487" y="8177"/>
                    <a:pt x="761" y="7599"/>
                    <a:pt x="1095" y="7052"/>
                  </a:cubicBezTo>
                  <a:cubicBezTo>
                    <a:pt x="2037" y="5654"/>
                    <a:pt x="3405" y="4894"/>
                    <a:pt x="5046" y="4499"/>
                  </a:cubicBezTo>
                  <a:cubicBezTo>
                    <a:pt x="4864" y="4438"/>
                    <a:pt x="4621" y="4408"/>
                    <a:pt x="4438" y="4317"/>
                  </a:cubicBezTo>
                  <a:cubicBezTo>
                    <a:pt x="2524" y="3739"/>
                    <a:pt x="1216" y="2584"/>
                    <a:pt x="457" y="760"/>
                  </a:cubicBezTo>
                  <a:cubicBezTo>
                    <a:pt x="365" y="517"/>
                    <a:pt x="244" y="274"/>
                    <a:pt x="153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526379" y="4723639"/>
              <a:ext cx="278834" cy="528953"/>
            </a:xfrm>
            <a:custGeom>
              <a:avLst/>
              <a:gdLst/>
              <a:ahLst/>
              <a:cxnLst/>
              <a:rect l="l" t="t" r="r" b="b"/>
              <a:pathLst>
                <a:path w="11825" h="21946" extrusionOk="0">
                  <a:moveTo>
                    <a:pt x="61" y="0"/>
                  </a:moveTo>
                  <a:cubicBezTo>
                    <a:pt x="31" y="1094"/>
                    <a:pt x="31" y="2189"/>
                    <a:pt x="31" y="3313"/>
                  </a:cubicBezTo>
                  <a:cubicBezTo>
                    <a:pt x="31" y="5593"/>
                    <a:pt x="1" y="7903"/>
                    <a:pt x="1" y="10183"/>
                  </a:cubicBezTo>
                  <a:lnTo>
                    <a:pt x="1" y="12645"/>
                  </a:lnTo>
                  <a:cubicBezTo>
                    <a:pt x="31" y="13283"/>
                    <a:pt x="31" y="13952"/>
                    <a:pt x="31" y="14620"/>
                  </a:cubicBezTo>
                  <a:cubicBezTo>
                    <a:pt x="31" y="17052"/>
                    <a:pt x="61" y="19514"/>
                    <a:pt x="61" y="21946"/>
                  </a:cubicBezTo>
                  <a:cubicBezTo>
                    <a:pt x="335" y="21733"/>
                    <a:pt x="609" y="21490"/>
                    <a:pt x="821" y="21277"/>
                  </a:cubicBezTo>
                  <a:cubicBezTo>
                    <a:pt x="4013" y="18086"/>
                    <a:pt x="7265" y="14894"/>
                    <a:pt x="10457" y="11672"/>
                  </a:cubicBezTo>
                  <a:cubicBezTo>
                    <a:pt x="10913" y="11155"/>
                    <a:pt x="11369" y="10699"/>
                    <a:pt x="11825" y="10213"/>
                  </a:cubicBezTo>
                  <a:cubicBezTo>
                    <a:pt x="11703" y="10183"/>
                    <a:pt x="11551" y="10183"/>
                    <a:pt x="11429" y="10183"/>
                  </a:cubicBezTo>
                  <a:cubicBezTo>
                    <a:pt x="6110" y="9939"/>
                    <a:pt x="1703" y="6383"/>
                    <a:pt x="365" y="1186"/>
                  </a:cubicBezTo>
                  <a:cubicBezTo>
                    <a:pt x="305" y="790"/>
                    <a:pt x="183" y="365"/>
                    <a:pt x="6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376134" y="4815927"/>
              <a:ext cx="1026390" cy="721653"/>
            </a:xfrm>
            <a:custGeom>
              <a:avLst/>
              <a:gdLst/>
              <a:ahLst/>
              <a:cxnLst/>
              <a:rect l="l" t="t" r="r" b="b"/>
              <a:pathLst>
                <a:path w="43528" h="29941" extrusionOk="0">
                  <a:moveTo>
                    <a:pt x="8116" y="1"/>
                  </a:moveTo>
                  <a:cubicBezTo>
                    <a:pt x="5836" y="2706"/>
                    <a:pt x="3466" y="5199"/>
                    <a:pt x="1" y="6354"/>
                  </a:cubicBezTo>
                  <a:cubicBezTo>
                    <a:pt x="2554" y="6354"/>
                    <a:pt x="5077" y="6354"/>
                    <a:pt x="7630" y="6384"/>
                  </a:cubicBezTo>
                  <a:cubicBezTo>
                    <a:pt x="9423" y="6384"/>
                    <a:pt x="11156" y="6658"/>
                    <a:pt x="12797" y="7418"/>
                  </a:cubicBezTo>
                  <a:cubicBezTo>
                    <a:pt x="17478" y="9545"/>
                    <a:pt x="20062" y="13709"/>
                    <a:pt x="19940" y="19120"/>
                  </a:cubicBezTo>
                  <a:cubicBezTo>
                    <a:pt x="19940" y="21308"/>
                    <a:pt x="19971" y="23527"/>
                    <a:pt x="19971" y="25716"/>
                  </a:cubicBezTo>
                  <a:lnTo>
                    <a:pt x="19971" y="29910"/>
                  </a:lnTo>
                  <a:cubicBezTo>
                    <a:pt x="20062" y="29910"/>
                    <a:pt x="20092" y="29910"/>
                    <a:pt x="20122" y="29941"/>
                  </a:cubicBezTo>
                  <a:cubicBezTo>
                    <a:pt x="27721" y="22311"/>
                    <a:pt x="35320" y="14712"/>
                    <a:pt x="42919" y="7114"/>
                  </a:cubicBezTo>
                  <a:cubicBezTo>
                    <a:pt x="43162" y="6870"/>
                    <a:pt x="43345" y="6597"/>
                    <a:pt x="43527" y="6384"/>
                  </a:cubicBezTo>
                  <a:cubicBezTo>
                    <a:pt x="40275" y="6384"/>
                    <a:pt x="36962" y="6354"/>
                    <a:pt x="33649" y="6354"/>
                  </a:cubicBezTo>
                  <a:lnTo>
                    <a:pt x="19971" y="6354"/>
                  </a:lnTo>
                  <a:lnTo>
                    <a:pt x="19971" y="4803"/>
                  </a:lnTo>
                  <a:cubicBezTo>
                    <a:pt x="19910" y="4864"/>
                    <a:pt x="19819" y="4955"/>
                    <a:pt x="19758" y="5047"/>
                  </a:cubicBezTo>
                  <a:cubicBezTo>
                    <a:pt x="19211" y="6050"/>
                    <a:pt x="18390" y="6384"/>
                    <a:pt x="17326" y="6384"/>
                  </a:cubicBezTo>
                  <a:cubicBezTo>
                    <a:pt x="15928" y="6384"/>
                    <a:pt x="14742" y="5807"/>
                    <a:pt x="13587" y="5138"/>
                  </a:cubicBezTo>
                  <a:cubicBezTo>
                    <a:pt x="11885" y="4104"/>
                    <a:pt x="10487" y="2706"/>
                    <a:pt x="9150" y="1217"/>
                  </a:cubicBezTo>
                  <a:cubicBezTo>
                    <a:pt x="8846" y="852"/>
                    <a:pt x="8511" y="457"/>
                    <a:pt x="8116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4696523" y="4484063"/>
              <a:ext cx="151973" cy="400029"/>
            </a:xfrm>
            <a:custGeom>
              <a:avLst/>
              <a:gdLst/>
              <a:ahLst/>
              <a:cxnLst/>
              <a:rect l="l" t="t" r="r" b="b"/>
              <a:pathLst>
                <a:path w="6445" h="16597" extrusionOk="0">
                  <a:moveTo>
                    <a:pt x="6292" y="1"/>
                  </a:moveTo>
                  <a:cubicBezTo>
                    <a:pt x="6232" y="183"/>
                    <a:pt x="6232" y="366"/>
                    <a:pt x="6171" y="518"/>
                  </a:cubicBezTo>
                  <a:cubicBezTo>
                    <a:pt x="5472" y="2615"/>
                    <a:pt x="4195" y="4317"/>
                    <a:pt x="2675" y="5837"/>
                  </a:cubicBezTo>
                  <a:cubicBezTo>
                    <a:pt x="1794" y="6657"/>
                    <a:pt x="912" y="7478"/>
                    <a:pt x="0" y="8299"/>
                  </a:cubicBezTo>
                  <a:cubicBezTo>
                    <a:pt x="912" y="9150"/>
                    <a:pt x="1824" y="9940"/>
                    <a:pt x="2706" y="10822"/>
                  </a:cubicBezTo>
                  <a:cubicBezTo>
                    <a:pt x="4377" y="12433"/>
                    <a:pt x="5715" y="14317"/>
                    <a:pt x="6353" y="16597"/>
                  </a:cubicBezTo>
                  <a:cubicBezTo>
                    <a:pt x="6384" y="14408"/>
                    <a:pt x="6384" y="12220"/>
                    <a:pt x="6444" y="10062"/>
                  </a:cubicBezTo>
                  <a:lnTo>
                    <a:pt x="6444" y="6445"/>
                  </a:lnTo>
                  <a:cubicBezTo>
                    <a:pt x="6444" y="4682"/>
                    <a:pt x="6444" y="2919"/>
                    <a:pt x="6384" y="1125"/>
                  </a:cubicBezTo>
                  <a:cubicBezTo>
                    <a:pt x="6384" y="730"/>
                    <a:pt x="6323" y="396"/>
                    <a:pt x="6292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846331" y="4726556"/>
              <a:ext cx="238677" cy="242519"/>
            </a:xfrm>
            <a:custGeom>
              <a:avLst/>
              <a:gdLst/>
              <a:ahLst/>
              <a:cxnLst/>
              <a:rect l="l" t="t" r="r" b="b"/>
              <a:pathLst>
                <a:path w="10122" h="10062" extrusionOk="0">
                  <a:moveTo>
                    <a:pt x="91" y="1"/>
                  </a:moveTo>
                  <a:cubicBezTo>
                    <a:pt x="31" y="2159"/>
                    <a:pt x="31" y="4347"/>
                    <a:pt x="0" y="6536"/>
                  </a:cubicBezTo>
                  <a:cubicBezTo>
                    <a:pt x="31" y="7204"/>
                    <a:pt x="31" y="7843"/>
                    <a:pt x="31" y="8511"/>
                  </a:cubicBezTo>
                  <a:lnTo>
                    <a:pt x="31" y="10062"/>
                  </a:lnTo>
                  <a:lnTo>
                    <a:pt x="10122" y="10062"/>
                  </a:lnTo>
                  <a:cubicBezTo>
                    <a:pt x="9727" y="9940"/>
                    <a:pt x="9392" y="9879"/>
                    <a:pt x="8997" y="9758"/>
                  </a:cubicBezTo>
                  <a:cubicBezTo>
                    <a:pt x="4347" y="8420"/>
                    <a:pt x="1398" y="5381"/>
                    <a:pt x="274" y="639"/>
                  </a:cubicBezTo>
                  <a:cubicBezTo>
                    <a:pt x="182" y="396"/>
                    <a:pt x="152" y="213"/>
                    <a:pt x="9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848477" y="4397633"/>
              <a:ext cx="560497" cy="571446"/>
            </a:xfrm>
            <a:custGeom>
              <a:avLst/>
              <a:gdLst/>
              <a:ahLst/>
              <a:cxnLst/>
              <a:rect l="l" t="t" r="r" b="b"/>
              <a:pathLst>
                <a:path w="23770" h="23709" extrusionOk="0">
                  <a:moveTo>
                    <a:pt x="11794" y="8511"/>
                  </a:moveTo>
                  <a:cubicBezTo>
                    <a:pt x="13618" y="8511"/>
                    <a:pt x="15198" y="10061"/>
                    <a:pt x="15137" y="11915"/>
                  </a:cubicBezTo>
                  <a:cubicBezTo>
                    <a:pt x="15107" y="13739"/>
                    <a:pt x="13587" y="15198"/>
                    <a:pt x="11763" y="15198"/>
                  </a:cubicBezTo>
                  <a:cubicBezTo>
                    <a:pt x="9940" y="15198"/>
                    <a:pt x="8511" y="13709"/>
                    <a:pt x="8511" y="11854"/>
                  </a:cubicBezTo>
                  <a:cubicBezTo>
                    <a:pt x="8511" y="10031"/>
                    <a:pt x="9970" y="8511"/>
                    <a:pt x="11794" y="8511"/>
                  </a:cubicBezTo>
                  <a:close/>
                  <a:moveTo>
                    <a:pt x="10396" y="0"/>
                  </a:moveTo>
                  <a:cubicBezTo>
                    <a:pt x="9909" y="122"/>
                    <a:pt x="9362" y="182"/>
                    <a:pt x="8845" y="334"/>
                  </a:cubicBezTo>
                  <a:cubicBezTo>
                    <a:pt x="4438" y="1641"/>
                    <a:pt x="1581" y="4438"/>
                    <a:pt x="335" y="8845"/>
                  </a:cubicBezTo>
                  <a:cubicBezTo>
                    <a:pt x="213" y="9240"/>
                    <a:pt x="91" y="9636"/>
                    <a:pt x="0" y="10031"/>
                  </a:cubicBezTo>
                  <a:lnTo>
                    <a:pt x="0" y="13648"/>
                  </a:lnTo>
                  <a:cubicBezTo>
                    <a:pt x="61" y="13860"/>
                    <a:pt x="152" y="14043"/>
                    <a:pt x="183" y="14286"/>
                  </a:cubicBezTo>
                  <a:cubicBezTo>
                    <a:pt x="1307" y="19028"/>
                    <a:pt x="4256" y="22067"/>
                    <a:pt x="8906" y="23405"/>
                  </a:cubicBezTo>
                  <a:cubicBezTo>
                    <a:pt x="9301" y="23526"/>
                    <a:pt x="9636" y="23617"/>
                    <a:pt x="10031" y="23709"/>
                  </a:cubicBezTo>
                  <a:cubicBezTo>
                    <a:pt x="11247" y="23709"/>
                    <a:pt x="12432" y="23709"/>
                    <a:pt x="13648" y="23678"/>
                  </a:cubicBezTo>
                  <a:cubicBezTo>
                    <a:pt x="13861" y="23617"/>
                    <a:pt x="14013" y="23557"/>
                    <a:pt x="14195" y="23526"/>
                  </a:cubicBezTo>
                  <a:cubicBezTo>
                    <a:pt x="19180" y="22462"/>
                    <a:pt x="22767" y="18602"/>
                    <a:pt x="23587" y="13587"/>
                  </a:cubicBezTo>
                  <a:cubicBezTo>
                    <a:pt x="23618" y="13405"/>
                    <a:pt x="23679" y="13253"/>
                    <a:pt x="23739" y="13070"/>
                  </a:cubicBezTo>
                  <a:cubicBezTo>
                    <a:pt x="23739" y="12645"/>
                    <a:pt x="23770" y="12280"/>
                    <a:pt x="23770" y="11885"/>
                  </a:cubicBezTo>
                  <a:cubicBezTo>
                    <a:pt x="23648" y="10365"/>
                    <a:pt x="23466" y="8936"/>
                    <a:pt x="22888" y="7508"/>
                  </a:cubicBezTo>
                  <a:cubicBezTo>
                    <a:pt x="21065" y="3222"/>
                    <a:pt x="17812" y="790"/>
                    <a:pt x="13253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406819" y="4683967"/>
              <a:ext cx="278833" cy="285856"/>
            </a:xfrm>
            <a:custGeom>
              <a:avLst/>
              <a:gdLst/>
              <a:ahLst/>
              <a:cxnLst/>
              <a:rect l="l" t="t" r="r" b="b"/>
              <a:pathLst>
                <a:path w="11825" h="11860" extrusionOk="0">
                  <a:moveTo>
                    <a:pt x="348" y="1"/>
                  </a:moveTo>
                  <a:cubicBezTo>
                    <a:pt x="252" y="1"/>
                    <a:pt x="157" y="2"/>
                    <a:pt x="61" y="5"/>
                  </a:cubicBezTo>
                  <a:cubicBezTo>
                    <a:pt x="61" y="430"/>
                    <a:pt x="31" y="795"/>
                    <a:pt x="31" y="1190"/>
                  </a:cubicBezTo>
                  <a:lnTo>
                    <a:pt x="1" y="11798"/>
                  </a:lnTo>
                  <a:lnTo>
                    <a:pt x="92" y="11859"/>
                  </a:lnTo>
                  <a:lnTo>
                    <a:pt x="9666" y="11859"/>
                  </a:lnTo>
                  <a:cubicBezTo>
                    <a:pt x="10396" y="11859"/>
                    <a:pt x="11125" y="11829"/>
                    <a:pt x="11824" y="11829"/>
                  </a:cubicBezTo>
                  <a:cubicBezTo>
                    <a:pt x="11794" y="11251"/>
                    <a:pt x="11824" y="10674"/>
                    <a:pt x="11764" y="10127"/>
                  </a:cubicBezTo>
                  <a:cubicBezTo>
                    <a:pt x="10808" y="4183"/>
                    <a:pt x="5715" y="1"/>
                    <a:pt x="348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015475" y="4272349"/>
              <a:ext cx="222218" cy="126032"/>
            </a:xfrm>
            <a:custGeom>
              <a:avLst/>
              <a:gdLst/>
              <a:ahLst/>
              <a:cxnLst/>
              <a:rect l="l" t="t" r="r" b="b"/>
              <a:pathLst>
                <a:path w="9424" h="5229" extrusionOk="0">
                  <a:moveTo>
                    <a:pt x="4712" y="0"/>
                  </a:moveTo>
                  <a:cubicBezTo>
                    <a:pt x="3952" y="791"/>
                    <a:pt x="3283" y="1551"/>
                    <a:pt x="2584" y="2280"/>
                  </a:cubicBezTo>
                  <a:cubicBezTo>
                    <a:pt x="1703" y="3222"/>
                    <a:pt x="882" y="4195"/>
                    <a:pt x="0" y="5168"/>
                  </a:cubicBezTo>
                  <a:cubicBezTo>
                    <a:pt x="1125" y="5198"/>
                    <a:pt x="2219" y="5198"/>
                    <a:pt x="3314" y="5229"/>
                  </a:cubicBezTo>
                  <a:lnTo>
                    <a:pt x="6171" y="5229"/>
                  </a:lnTo>
                  <a:cubicBezTo>
                    <a:pt x="7265" y="5198"/>
                    <a:pt x="8359" y="5198"/>
                    <a:pt x="9423" y="5168"/>
                  </a:cubicBezTo>
                  <a:cubicBezTo>
                    <a:pt x="7873" y="3435"/>
                    <a:pt x="6353" y="1763"/>
                    <a:pt x="471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3902352" y="4829135"/>
              <a:ext cx="4339" cy="5134"/>
            </a:xfrm>
            <a:custGeom>
              <a:avLst/>
              <a:gdLst/>
              <a:ahLst/>
              <a:cxnLst/>
              <a:rect l="l" t="t" r="r" b="b"/>
              <a:pathLst>
                <a:path w="184" h="213" extrusionOk="0">
                  <a:moveTo>
                    <a:pt x="183" y="0"/>
                  </a:moveTo>
                  <a:cubicBezTo>
                    <a:pt x="92" y="0"/>
                    <a:pt x="62" y="30"/>
                    <a:pt x="1" y="61"/>
                  </a:cubicBezTo>
                  <a:lnTo>
                    <a:pt x="123" y="213"/>
                  </a:lnTo>
                  <a:cubicBezTo>
                    <a:pt x="123" y="152"/>
                    <a:pt x="183" y="61"/>
                    <a:pt x="183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110215" y="4824001"/>
              <a:ext cx="755" cy="1494"/>
            </a:xfrm>
            <a:custGeom>
              <a:avLst/>
              <a:gdLst/>
              <a:ahLst/>
              <a:cxnLst/>
              <a:rect l="l" t="t" r="r" b="b"/>
              <a:pathLst>
                <a:path w="32" h="62" extrusionOk="0">
                  <a:moveTo>
                    <a:pt x="31" y="0"/>
                  </a:moveTo>
                  <a:lnTo>
                    <a:pt x="1" y="61"/>
                  </a:lnTo>
                  <a:lnTo>
                    <a:pt x="31" y="6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850758" y="4774182"/>
              <a:ext cx="5754" cy="4411"/>
            </a:xfrm>
            <a:custGeom>
              <a:avLst/>
              <a:gdLst/>
              <a:ahLst/>
              <a:cxnLst/>
              <a:rect l="l" t="t" r="r" b="b"/>
              <a:pathLst>
                <a:path w="244" h="183" extrusionOk="0">
                  <a:moveTo>
                    <a:pt x="0" y="0"/>
                  </a:moveTo>
                  <a:cubicBezTo>
                    <a:pt x="92" y="31"/>
                    <a:pt x="122" y="92"/>
                    <a:pt x="122" y="183"/>
                  </a:cubicBezTo>
                  <a:cubicBezTo>
                    <a:pt x="152" y="92"/>
                    <a:pt x="213" y="61"/>
                    <a:pt x="244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133866" y="4566131"/>
              <a:ext cx="2169" cy="2941"/>
            </a:xfrm>
            <a:custGeom>
              <a:avLst/>
              <a:gdLst/>
              <a:ahLst/>
              <a:cxnLst/>
              <a:rect l="l" t="t" r="r" b="b"/>
              <a:pathLst>
                <a:path w="92" h="122" extrusionOk="0">
                  <a:moveTo>
                    <a:pt x="92" y="0"/>
                  </a:moveTo>
                  <a:cubicBezTo>
                    <a:pt x="92" y="0"/>
                    <a:pt x="62" y="31"/>
                    <a:pt x="62" y="61"/>
                  </a:cubicBezTo>
                  <a:cubicBezTo>
                    <a:pt x="1" y="61"/>
                    <a:pt x="62" y="122"/>
                    <a:pt x="62" y="122"/>
                  </a:cubicBezTo>
                  <a:cubicBezTo>
                    <a:pt x="62" y="61"/>
                    <a:pt x="92" y="30"/>
                    <a:pt x="9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875847" y="4563914"/>
              <a:ext cx="2877" cy="5158"/>
            </a:xfrm>
            <a:custGeom>
              <a:avLst/>
              <a:gdLst/>
              <a:ahLst/>
              <a:cxnLst/>
              <a:rect l="l" t="t" r="r" b="b"/>
              <a:pathLst>
                <a:path w="122" h="214" extrusionOk="0">
                  <a:moveTo>
                    <a:pt x="92" y="1"/>
                  </a:moveTo>
                  <a:cubicBezTo>
                    <a:pt x="61" y="62"/>
                    <a:pt x="0" y="62"/>
                    <a:pt x="0" y="92"/>
                  </a:cubicBezTo>
                  <a:lnTo>
                    <a:pt x="122" y="214"/>
                  </a:lnTo>
                  <a:cubicBezTo>
                    <a:pt x="92" y="153"/>
                    <a:pt x="92" y="92"/>
                    <a:pt x="92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136012" y="4559527"/>
              <a:ext cx="6485" cy="6628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23" y="1"/>
                  </a:moveTo>
                  <a:cubicBezTo>
                    <a:pt x="62" y="122"/>
                    <a:pt x="31" y="183"/>
                    <a:pt x="1" y="274"/>
                  </a:cubicBezTo>
                  <a:cubicBezTo>
                    <a:pt x="62" y="244"/>
                    <a:pt x="183" y="244"/>
                    <a:pt x="275" y="213"/>
                  </a:cubicBezTo>
                  <a:cubicBezTo>
                    <a:pt x="214" y="153"/>
                    <a:pt x="153" y="92"/>
                    <a:pt x="123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077957" y="4526555"/>
              <a:ext cx="3608" cy="1494"/>
            </a:xfrm>
            <a:custGeom>
              <a:avLst/>
              <a:gdLst/>
              <a:ahLst/>
              <a:cxnLst/>
              <a:rect l="l" t="t" r="r" b="b"/>
              <a:pathLst>
                <a:path w="153" h="62" extrusionOk="0">
                  <a:moveTo>
                    <a:pt x="62" y="31"/>
                  </a:moveTo>
                  <a:cubicBezTo>
                    <a:pt x="31" y="1"/>
                    <a:pt x="1" y="1"/>
                    <a:pt x="153" y="62"/>
                  </a:cubicBezTo>
                  <a:cubicBezTo>
                    <a:pt x="1" y="1"/>
                    <a:pt x="31" y="1"/>
                    <a:pt x="62" y="3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35673" y="4484063"/>
              <a:ext cx="152704" cy="400776"/>
            </a:xfrm>
            <a:custGeom>
              <a:avLst/>
              <a:gdLst/>
              <a:ahLst/>
              <a:cxnLst/>
              <a:rect l="l" t="t" r="r" b="b"/>
              <a:pathLst>
                <a:path w="6476" h="16628" extrusionOk="0">
                  <a:moveTo>
                    <a:pt x="6323" y="1"/>
                  </a:moveTo>
                  <a:cubicBezTo>
                    <a:pt x="6110" y="1247"/>
                    <a:pt x="5533" y="2280"/>
                    <a:pt x="4834" y="3284"/>
                  </a:cubicBezTo>
                  <a:cubicBezTo>
                    <a:pt x="3800" y="4773"/>
                    <a:pt x="2585" y="6019"/>
                    <a:pt x="1278" y="7205"/>
                  </a:cubicBezTo>
                  <a:cubicBezTo>
                    <a:pt x="852" y="7569"/>
                    <a:pt x="457" y="7934"/>
                    <a:pt x="1" y="8299"/>
                  </a:cubicBezTo>
                  <a:cubicBezTo>
                    <a:pt x="275" y="8542"/>
                    <a:pt x="518" y="8724"/>
                    <a:pt x="730" y="8937"/>
                  </a:cubicBezTo>
                  <a:cubicBezTo>
                    <a:pt x="1582" y="9758"/>
                    <a:pt x="2402" y="10457"/>
                    <a:pt x="3192" y="11308"/>
                  </a:cubicBezTo>
                  <a:cubicBezTo>
                    <a:pt x="4682" y="12828"/>
                    <a:pt x="5776" y="14560"/>
                    <a:pt x="6384" y="16627"/>
                  </a:cubicBezTo>
                  <a:cubicBezTo>
                    <a:pt x="6445" y="14469"/>
                    <a:pt x="6445" y="12250"/>
                    <a:pt x="6475" y="10092"/>
                  </a:cubicBezTo>
                  <a:lnTo>
                    <a:pt x="6475" y="6475"/>
                  </a:lnTo>
                  <a:cubicBezTo>
                    <a:pt x="6475" y="4651"/>
                    <a:pt x="6475" y="2858"/>
                    <a:pt x="6445" y="1034"/>
                  </a:cubicBezTo>
                  <a:cubicBezTo>
                    <a:pt x="6445" y="700"/>
                    <a:pt x="6354" y="366"/>
                    <a:pt x="6323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86919" y="4727303"/>
              <a:ext cx="237969" cy="241772"/>
            </a:xfrm>
            <a:custGeom>
              <a:avLst/>
              <a:gdLst/>
              <a:ahLst/>
              <a:cxnLst/>
              <a:rect l="l" t="t" r="r" b="b"/>
              <a:pathLst>
                <a:path w="10092" h="10031" extrusionOk="0">
                  <a:moveTo>
                    <a:pt x="61" y="0"/>
                  </a:moveTo>
                  <a:cubicBezTo>
                    <a:pt x="31" y="2158"/>
                    <a:pt x="31" y="4377"/>
                    <a:pt x="0" y="6535"/>
                  </a:cubicBezTo>
                  <a:cubicBezTo>
                    <a:pt x="31" y="7173"/>
                    <a:pt x="31" y="7812"/>
                    <a:pt x="31" y="8480"/>
                  </a:cubicBezTo>
                  <a:lnTo>
                    <a:pt x="31" y="10031"/>
                  </a:lnTo>
                  <a:lnTo>
                    <a:pt x="10092" y="10031"/>
                  </a:lnTo>
                  <a:cubicBezTo>
                    <a:pt x="9727" y="9909"/>
                    <a:pt x="9362" y="9848"/>
                    <a:pt x="8998" y="9727"/>
                  </a:cubicBezTo>
                  <a:cubicBezTo>
                    <a:pt x="4286" y="8389"/>
                    <a:pt x="1307" y="5319"/>
                    <a:pt x="213" y="517"/>
                  </a:cubicBezTo>
                  <a:cubicBezTo>
                    <a:pt x="183" y="334"/>
                    <a:pt x="92" y="182"/>
                    <a:pt x="6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488358" y="4398356"/>
              <a:ext cx="561228" cy="571470"/>
            </a:xfrm>
            <a:custGeom>
              <a:avLst/>
              <a:gdLst/>
              <a:ahLst/>
              <a:cxnLst/>
              <a:rect l="l" t="t" r="r" b="b"/>
              <a:pathLst>
                <a:path w="23801" h="23710" extrusionOk="0">
                  <a:moveTo>
                    <a:pt x="11787" y="8480"/>
                  </a:moveTo>
                  <a:cubicBezTo>
                    <a:pt x="13588" y="8480"/>
                    <a:pt x="15168" y="9989"/>
                    <a:pt x="15168" y="11824"/>
                  </a:cubicBezTo>
                  <a:cubicBezTo>
                    <a:pt x="15168" y="13648"/>
                    <a:pt x="13678" y="15138"/>
                    <a:pt x="11855" y="15168"/>
                  </a:cubicBezTo>
                  <a:cubicBezTo>
                    <a:pt x="11835" y="15168"/>
                    <a:pt x="11816" y="15168"/>
                    <a:pt x="11797" y="15168"/>
                  </a:cubicBezTo>
                  <a:cubicBezTo>
                    <a:pt x="10000" y="15168"/>
                    <a:pt x="8541" y="13750"/>
                    <a:pt x="8511" y="11885"/>
                  </a:cubicBezTo>
                  <a:cubicBezTo>
                    <a:pt x="8481" y="10031"/>
                    <a:pt x="9909" y="8511"/>
                    <a:pt x="11733" y="8481"/>
                  </a:cubicBezTo>
                  <a:cubicBezTo>
                    <a:pt x="11751" y="8481"/>
                    <a:pt x="11769" y="8480"/>
                    <a:pt x="11787" y="8480"/>
                  </a:cubicBezTo>
                  <a:close/>
                  <a:moveTo>
                    <a:pt x="10456" y="1"/>
                  </a:moveTo>
                  <a:cubicBezTo>
                    <a:pt x="9848" y="152"/>
                    <a:pt x="9241" y="244"/>
                    <a:pt x="8633" y="426"/>
                  </a:cubicBezTo>
                  <a:cubicBezTo>
                    <a:pt x="4347" y="1763"/>
                    <a:pt x="1550" y="4560"/>
                    <a:pt x="335" y="8846"/>
                  </a:cubicBezTo>
                  <a:cubicBezTo>
                    <a:pt x="243" y="9241"/>
                    <a:pt x="122" y="9666"/>
                    <a:pt x="0" y="10031"/>
                  </a:cubicBezTo>
                  <a:lnTo>
                    <a:pt x="0" y="13648"/>
                  </a:lnTo>
                  <a:cubicBezTo>
                    <a:pt x="31" y="13830"/>
                    <a:pt x="122" y="13982"/>
                    <a:pt x="152" y="14165"/>
                  </a:cubicBezTo>
                  <a:cubicBezTo>
                    <a:pt x="1246" y="18967"/>
                    <a:pt x="4225" y="22007"/>
                    <a:pt x="8937" y="23375"/>
                  </a:cubicBezTo>
                  <a:cubicBezTo>
                    <a:pt x="9301" y="23496"/>
                    <a:pt x="9666" y="23587"/>
                    <a:pt x="10031" y="23679"/>
                  </a:cubicBezTo>
                  <a:cubicBezTo>
                    <a:pt x="11247" y="23679"/>
                    <a:pt x="12462" y="23679"/>
                    <a:pt x="13678" y="23709"/>
                  </a:cubicBezTo>
                  <a:cubicBezTo>
                    <a:pt x="13861" y="23648"/>
                    <a:pt x="14013" y="23557"/>
                    <a:pt x="14225" y="23527"/>
                  </a:cubicBezTo>
                  <a:cubicBezTo>
                    <a:pt x="19180" y="22402"/>
                    <a:pt x="22797" y="18603"/>
                    <a:pt x="23587" y="13587"/>
                  </a:cubicBezTo>
                  <a:cubicBezTo>
                    <a:pt x="23648" y="13405"/>
                    <a:pt x="23709" y="13253"/>
                    <a:pt x="23739" y="13071"/>
                  </a:cubicBezTo>
                  <a:cubicBezTo>
                    <a:pt x="23739" y="12645"/>
                    <a:pt x="23800" y="12280"/>
                    <a:pt x="23800" y="11885"/>
                  </a:cubicBezTo>
                  <a:cubicBezTo>
                    <a:pt x="23800" y="11703"/>
                    <a:pt x="23739" y="11520"/>
                    <a:pt x="23739" y="11308"/>
                  </a:cubicBezTo>
                  <a:cubicBezTo>
                    <a:pt x="23405" y="6262"/>
                    <a:pt x="20305" y="2128"/>
                    <a:pt x="15624" y="578"/>
                  </a:cubicBezTo>
                  <a:cubicBezTo>
                    <a:pt x="14894" y="335"/>
                    <a:pt x="14134" y="183"/>
                    <a:pt x="13405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047407" y="4683967"/>
              <a:ext cx="278833" cy="285856"/>
            </a:xfrm>
            <a:custGeom>
              <a:avLst/>
              <a:gdLst/>
              <a:ahLst/>
              <a:cxnLst/>
              <a:rect l="l" t="t" r="r" b="b"/>
              <a:pathLst>
                <a:path w="11825" h="11860" extrusionOk="0">
                  <a:moveTo>
                    <a:pt x="314" y="1"/>
                  </a:moveTo>
                  <a:cubicBezTo>
                    <a:pt x="220" y="1"/>
                    <a:pt x="126" y="2"/>
                    <a:pt x="31" y="5"/>
                  </a:cubicBezTo>
                  <a:cubicBezTo>
                    <a:pt x="31" y="430"/>
                    <a:pt x="1" y="795"/>
                    <a:pt x="1" y="1190"/>
                  </a:cubicBezTo>
                  <a:lnTo>
                    <a:pt x="1" y="11798"/>
                  </a:lnTo>
                  <a:lnTo>
                    <a:pt x="92" y="11859"/>
                  </a:lnTo>
                  <a:lnTo>
                    <a:pt x="9454" y="11859"/>
                  </a:lnTo>
                  <a:cubicBezTo>
                    <a:pt x="10275" y="11859"/>
                    <a:pt x="11035" y="11829"/>
                    <a:pt x="11825" y="11829"/>
                  </a:cubicBezTo>
                  <a:cubicBezTo>
                    <a:pt x="11794" y="11251"/>
                    <a:pt x="11825" y="10674"/>
                    <a:pt x="11734" y="10127"/>
                  </a:cubicBezTo>
                  <a:cubicBezTo>
                    <a:pt x="10837" y="4329"/>
                    <a:pt x="5798" y="1"/>
                    <a:pt x="314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656063" y="4273820"/>
              <a:ext cx="222218" cy="124562"/>
            </a:xfrm>
            <a:custGeom>
              <a:avLst/>
              <a:gdLst/>
              <a:ahLst/>
              <a:cxnLst/>
              <a:rect l="l" t="t" r="r" b="b"/>
              <a:pathLst>
                <a:path w="9424" h="5168" extrusionOk="0">
                  <a:moveTo>
                    <a:pt x="4712" y="0"/>
                  </a:moveTo>
                  <a:cubicBezTo>
                    <a:pt x="4439" y="304"/>
                    <a:pt x="4195" y="487"/>
                    <a:pt x="3983" y="730"/>
                  </a:cubicBezTo>
                  <a:cubicBezTo>
                    <a:pt x="3071" y="1702"/>
                    <a:pt x="2129" y="2705"/>
                    <a:pt x="1217" y="3678"/>
                  </a:cubicBezTo>
                  <a:cubicBezTo>
                    <a:pt x="791" y="4134"/>
                    <a:pt x="396" y="4590"/>
                    <a:pt x="1" y="5107"/>
                  </a:cubicBezTo>
                  <a:cubicBezTo>
                    <a:pt x="1095" y="5137"/>
                    <a:pt x="2189" y="5137"/>
                    <a:pt x="3284" y="5168"/>
                  </a:cubicBezTo>
                  <a:lnTo>
                    <a:pt x="6262" y="5168"/>
                  </a:lnTo>
                  <a:cubicBezTo>
                    <a:pt x="7326" y="5137"/>
                    <a:pt x="8390" y="5137"/>
                    <a:pt x="9423" y="5137"/>
                  </a:cubicBezTo>
                  <a:cubicBezTo>
                    <a:pt x="7873" y="3435"/>
                    <a:pt x="6293" y="1763"/>
                    <a:pt x="471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42233" y="4829135"/>
              <a:ext cx="4339" cy="5134"/>
            </a:xfrm>
            <a:custGeom>
              <a:avLst/>
              <a:gdLst/>
              <a:ahLst/>
              <a:cxnLst/>
              <a:rect l="l" t="t" r="r" b="b"/>
              <a:pathLst>
                <a:path w="184" h="213" extrusionOk="0">
                  <a:moveTo>
                    <a:pt x="183" y="0"/>
                  </a:moveTo>
                  <a:cubicBezTo>
                    <a:pt x="122" y="0"/>
                    <a:pt x="92" y="30"/>
                    <a:pt x="1" y="61"/>
                  </a:cubicBezTo>
                  <a:lnTo>
                    <a:pt x="153" y="213"/>
                  </a:lnTo>
                  <a:cubicBezTo>
                    <a:pt x="153" y="152"/>
                    <a:pt x="183" y="61"/>
                    <a:pt x="183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750096" y="4824001"/>
              <a:ext cx="755" cy="1494"/>
            </a:xfrm>
            <a:custGeom>
              <a:avLst/>
              <a:gdLst/>
              <a:ahLst/>
              <a:cxnLst/>
              <a:rect l="l" t="t" r="r" b="b"/>
              <a:pathLst>
                <a:path w="32" h="62" extrusionOk="0">
                  <a:moveTo>
                    <a:pt x="31" y="0"/>
                  </a:moveTo>
                  <a:lnTo>
                    <a:pt x="1" y="61"/>
                  </a:lnTo>
                  <a:lnTo>
                    <a:pt x="31" y="6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91346" y="4774182"/>
              <a:ext cx="5046" cy="4411"/>
            </a:xfrm>
            <a:custGeom>
              <a:avLst/>
              <a:gdLst/>
              <a:ahLst/>
              <a:cxnLst/>
              <a:rect l="l" t="t" r="r" b="b"/>
              <a:pathLst>
                <a:path w="214" h="183" extrusionOk="0">
                  <a:moveTo>
                    <a:pt x="1" y="0"/>
                  </a:moveTo>
                  <a:cubicBezTo>
                    <a:pt x="62" y="31"/>
                    <a:pt x="122" y="92"/>
                    <a:pt x="92" y="183"/>
                  </a:cubicBezTo>
                  <a:cubicBezTo>
                    <a:pt x="153" y="92"/>
                    <a:pt x="183" y="61"/>
                    <a:pt x="214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811028" y="4739016"/>
              <a:ext cx="731" cy="2217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31" y="0"/>
                  </a:moveTo>
                  <a:lnTo>
                    <a:pt x="0" y="92"/>
                  </a:lnTo>
                  <a:lnTo>
                    <a:pt x="0" y="92"/>
                  </a:lnTo>
                  <a:lnTo>
                    <a:pt x="31" y="3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16436" y="4563914"/>
              <a:ext cx="2900" cy="5158"/>
            </a:xfrm>
            <a:custGeom>
              <a:avLst/>
              <a:gdLst/>
              <a:ahLst/>
              <a:cxnLst/>
              <a:rect l="l" t="t" r="r" b="b"/>
              <a:pathLst>
                <a:path w="123" h="214" extrusionOk="0">
                  <a:moveTo>
                    <a:pt x="61" y="1"/>
                  </a:moveTo>
                  <a:lnTo>
                    <a:pt x="1" y="92"/>
                  </a:lnTo>
                  <a:lnTo>
                    <a:pt x="122" y="214"/>
                  </a:lnTo>
                  <a:cubicBezTo>
                    <a:pt x="61" y="153"/>
                    <a:pt x="61" y="92"/>
                    <a:pt x="61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778062" y="4560250"/>
              <a:ext cx="5023" cy="6628"/>
            </a:xfrm>
            <a:custGeom>
              <a:avLst/>
              <a:gdLst/>
              <a:ahLst/>
              <a:cxnLst/>
              <a:rect l="l" t="t" r="r" b="b"/>
              <a:pathLst>
                <a:path w="213" h="275" extrusionOk="0">
                  <a:moveTo>
                    <a:pt x="61" y="1"/>
                  </a:moveTo>
                  <a:cubicBezTo>
                    <a:pt x="30" y="92"/>
                    <a:pt x="30" y="214"/>
                    <a:pt x="0" y="274"/>
                  </a:cubicBezTo>
                  <a:cubicBezTo>
                    <a:pt x="61" y="244"/>
                    <a:pt x="152" y="244"/>
                    <a:pt x="213" y="214"/>
                  </a:cubicBezTo>
                  <a:cubicBezTo>
                    <a:pt x="152" y="123"/>
                    <a:pt x="122" y="62"/>
                    <a:pt x="61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810162" y="4712649"/>
              <a:ext cx="237262" cy="257174"/>
            </a:xfrm>
            <a:custGeom>
              <a:avLst/>
              <a:gdLst/>
              <a:ahLst/>
              <a:cxnLst/>
              <a:rect l="l" t="t" r="r" b="b"/>
              <a:pathLst>
                <a:path w="10062" h="10670" extrusionOk="0">
                  <a:moveTo>
                    <a:pt x="10062" y="0"/>
                  </a:moveTo>
                  <a:cubicBezTo>
                    <a:pt x="10001" y="152"/>
                    <a:pt x="9940" y="335"/>
                    <a:pt x="9910" y="517"/>
                  </a:cubicBezTo>
                  <a:cubicBezTo>
                    <a:pt x="9120" y="5593"/>
                    <a:pt x="5533" y="9392"/>
                    <a:pt x="518" y="10456"/>
                  </a:cubicBezTo>
                  <a:cubicBezTo>
                    <a:pt x="335" y="10517"/>
                    <a:pt x="183" y="10547"/>
                    <a:pt x="1" y="10639"/>
                  </a:cubicBezTo>
                  <a:cubicBezTo>
                    <a:pt x="3314" y="10639"/>
                    <a:pt x="6597" y="10669"/>
                    <a:pt x="9910" y="10669"/>
                  </a:cubicBezTo>
                  <a:cubicBezTo>
                    <a:pt x="9940" y="10639"/>
                    <a:pt x="10031" y="10608"/>
                    <a:pt x="10062" y="10608"/>
                  </a:cubicBezTo>
                  <a:lnTo>
                    <a:pt x="10062" y="0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171012" y="4713372"/>
              <a:ext cx="237262" cy="256451"/>
            </a:xfrm>
            <a:custGeom>
              <a:avLst/>
              <a:gdLst/>
              <a:ahLst/>
              <a:cxnLst/>
              <a:rect l="l" t="t" r="r" b="b"/>
              <a:pathLst>
                <a:path w="10062" h="10640" extrusionOk="0">
                  <a:moveTo>
                    <a:pt x="10061" y="1"/>
                  </a:moveTo>
                  <a:cubicBezTo>
                    <a:pt x="9970" y="153"/>
                    <a:pt x="9940" y="335"/>
                    <a:pt x="9909" y="548"/>
                  </a:cubicBezTo>
                  <a:cubicBezTo>
                    <a:pt x="9149" y="5563"/>
                    <a:pt x="5502" y="9393"/>
                    <a:pt x="517" y="10457"/>
                  </a:cubicBezTo>
                  <a:cubicBezTo>
                    <a:pt x="335" y="10487"/>
                    <a:pt x="183" y="10517"/>
                    <a:pt x="0" y="10609"/>
                  </a:cubicBezTo>
                  <a:cubicBezTo>
                    <a:pt x="3253" y="10609"/>
                    <a:pt x="6566" y="10639"/>
                    <a:pt x="9879" y="10639"/>
                  </a:cubicBezTo>
                  <a:cubicBezTo>
                    <a:pt x="9909" y="10609"/>
                    <a:pt x="9970" y="10578"/>
                    <a:pt x="10031" y="10578"/>
                  </a:cubicBezTo>
                  <a:cubicBezTo>
                    <a:pt x="10031" y="7022"/>
                    <a:pt x="10031" y="3496"/>
                    <a:pt x="1006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047733" y="4602742"/>
              <a:ext cx="157703" cy="161222"/>
            </a:xfrm>
            <a:custGeom>
              <a:avLst/>
              <a:gdLst/>
              <a:ahLst/>
              <a:cxnLst/>
              <a:rect l="l" t="t" r="r" b="b"/>
              <a:pathLst>
                <a:path w="6688" h="6689" extrusionOk="0">
                  <a:moveTo>
                    <a:pt x="3313" y="1"/>
                  </a:moveTo>
                  <a:cubicBezTo>
                    <a:pt x="1520" y="1"/>
                    <a:pt x="0" y="1521"/>
                    <a:pt x="0" y="3344"/>
                  </a:cubicBezTo>
                  <a:cubicBezTo>
                    <a:pt x="0" y="5199"/>
                    <a:pt x="1459" y="6688"/>
                    <a:pt x="3313" y="6688"/>
                  </a:cubicBezTo>
                  <a:cubicBezTo>
                    <a:pt x="3332" y="6688"/>
                    <a:pt x="3351" y="6688"/>
                    <a:pt x="3369" y="6688"/>
                  </a:cubicBezTo>
                  <a:cubicBezTo>
                    <a:pt x="5198" y="6688"/>
                    <a:pt x="6687" y="5211"/>
                    <a:pt x="6657" y="3405"/>
                  </a:cubicBezTo>
                  <a:cubicBezTo>
                    <a:pt x="6687" y="1551"/>
                    <a:pt x="5168" y="1"/>
                    <a:pt x="3313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686883" y="4602742"/>
              <a:ext cx="159872" cy="161222"/>
            </a:xfrm>
            <a:custGeom>
              <a:avLst/>
              <a:gdLst/>
              <a:ahLst/>
              <a:cxnLst/>
              <a:rect l="l" t="t" r="r" b="b"/>
              <a:pathLst>
                <a:path w="6780" h="6689" extrusionOk="0">
                  <a:moveTo>
                    <a:pt x="3337" y="0"/>
                  </a:moveTo>
                  <a:cubicBezTo>
                    <a:pt x="3319" y="0"/>
                    <a:pt x="3302" y="1"/>
                    <a:pt x="3284" y="1"/>
                  </a:cubicBezTo>
                  <a:cubicBezTo>
                    <a:pt x="1460" y="62"/>
                    <a:pt x="1" y="1581"/>
                    <a:pt x="62" y="3405"/>
                  </a:cubicBezTo>
                  <a:cubicBezTo>
                    <a:pt x="92" y="5270"/>
                    <a:pt x="1550" y="6688"/>
                    <a:pt x="3378" y="6688"/>
                  </a:cubicBezTo>
                  <a:cubicBezTo>
                    <a:pt x="3397" y="6688"/>
                    <a:pt x="3416" y="6688"/>
                    <a:pt x="3436" y="6688"/>
                  </a:cubicBezTo>
                  <a:cubicBezTo>
                    <a:pt x="5259" y="6688"/>
                    <a:pt x="6779" y="5168"/>
                    <a:pt x="6718" y="3344"/>
                  </a:cubicBezTo>
                  <a:cubicBezTo>
                    <a:pt x="6718" y="1509"/>
                    <a:pt x="5139" y="0"/>
                    <a:pt x="3337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7076137" y="3837811"/>
              <a:ext cx="1131015" cy="574507"/>
            </a:xfrm>
            <a:custGeom>
              <a:avLst/>
              <a:gdLst/>
              <a:ahLst/>
              <a:cxnLst/>
              <a:rect l="l" t="t" r="r" b="b"/>
              <a:pathLst>
                <a:path w="47965" h="23836" extrusionOk="0">
                  <a:moveTo>
                    <a:pt x="30712" y="1"/>
                  </a:moveTo>
                  <a:cubicBezTo>
                    <a:pt x="29698" y="1"/>
                    <a:pt x="28682" y="6"/>
                    <a:pt x="27660" y="6"/>
                  </a:cubicBezTo>
                  <a:lnTo>
                    <a:pt x="25533" y="6"/>
                  </a:lnTo>
                  <a:cubicBezTo>
                    <a:pt x="25016" y="6"/>
                    <a:pt x="24469" y="36"/>
                    <a:pt x="23952" y="66"/>
                  </a:cubicBezTo>
                  <a:lnTo>
                    <a:pt x="23952" y="10675"/>
                  </a:lnTo>
                  <a:cubicBezTo>
                    <a:pt x="23952" y="10978"/>
                    <a:pt x="23922" y="11313"/>
                    <a:pt x="23922" y="11617"/>
                  </a:cubicBezTo>
                  <a:cubicBezTo>
                    <a:pt x="23861" y="11617"/>
                    <a:pt x="23800" y="11678"/>
                    <a:pt x="23770" y="11678"/>
                  </a:cubicBezTo>
                  <a:cubicBezTo>
                    <a:pt x="23557" y="11465"/>
                    <a:pt x="23375" y="11374"/>
                    <a:pt x="23192" y="11161"/>
                  </a:cubicBezTo>
                  <a:lnTo>
                    <a:pt x="12797" y="796"/>
                  </a:lnTo>
                  <a:cubicBezTo>
                    <a:pt x="12615" y="644"/>
                    <a:pt x="12463" y="431"/>
                    <a:pt x="12311" y="218"/>
                  </a:cubicBezTo>
                  <a:cubicBezTo>
                    <a:pt x="12250" y="158"/>
                    <a:pt x="12219" y="127"/>
                    <a:pt x="12128" y="66"/>
                  </a:cubicBezTo>
                  <a:lnTo>
                    <a:pt x="11976" y="66"/>
                  </a:lnTo>
                  <a:cubicBezTo>
                    <a:pt x="8177" y="3836"/>
                    <a:pt x="4408" y="7635"/>
                    <a:pt x="608" y="11434"/>
                  </a:cubicBezTo>
                  <a:cubicBezTo>
                    <a:pt x="456" y="11586"/>
                    <a:pt x="213" y="11708"/>
                    <a:pt x="0" y="11830"/>
                  </a:cubicBezTo>
                  <a:lnTo>
                    <a:pt x="0" y="12194"/>
                  </a:lnTo>
                  <a:cubicBezTo>
                    <a:pt x="67" y="12172"/>
                    <a:pt x="127" y="12162"/>
                    <a:pt x="182" y="12162"/>
                  </a:cubicBezTo>
                  <a:cubicBezTo>
                    <a:pt x="503" y="12162"/>
                    <a:pt x="644" y="12499"/>
                    <a:pt x="851" y="12681"/>
                  </a:cubicBezTo>
                  <a:cubicBezTo>
                    <a:pt x="2584" y="14413"/>
                    <a:pt x="4317" y="16146"/>
                    <a:pt x="6019" y="17848"/>
                  </a:cubicBezTo>
                  <a:cubicBezTo>
                    <a:pt x="7751" y="19580"/>
                    <a:pt x="9484" y="21313"/>
                    <a:pt x="11186" y="23015"/>
                  </a:cubicBezTo>
                  <a:cubicBezTo>
                    <a:pt x="11399" y="23258"/>
                    <a:pt x="11612" y="23562"/>
                    <a:pt x="11824" y="23836"/>
                  </a:cubicBezTo>
                  <a:lnTo>
                    <a:pt x="12128" y="23836"/>
                  </a:lnTo>
                  <a:lnTo>
                    <a:pt x="23405" y="12529"/>
                  </a:lnTo>
                  <a:cubicBezTo>
                    <a:pt x="23527" y="12437"/>
                    <a:pt x="23709" y="12346"/>
                    <a:pt x="23861" y="12225"/>
                  </a:cubicBezTo>
                  <a:lnTo>
                    <a:pt x="23861" y="12164"/>
                  </a:lnTo>
                  <a:lnTo>
                    <a:pt x="23922" y="12194"/>
                  </a:lnTo>
                  <a:cubicBezTo>
                    <a:pt x="23952" y="12681"/>
                    <a:pt x="23983" y="13228"/>
                    <a:pt x="24013" y="13714"/>
                  </a:cubicBezTo>
                  <a:cubicBezTo>
                    <a:pt x="24104" y="14048"/>
                    <a:pt x="24226" y="14352"/>
                    <a:pt x="24287" y="14717"/>
                  </a:cubicBezTo>
                  <a:cubicBezTo>
                    <a:pt x="25533" y="19307"/>
                    <a:pt x="28420" y="22225"/>
                    <a:pt x="33071" y="23471"/>
                  </a:cubicBezTo>
                  <a:cubicBezTo>
                    <a:pt x="33405" y="23562"/>
                    <a:pt x="33709" y="23684"/>
                    <a:pt x="34044" y="23745"/>
                  </a:cubicBezTo>
                  <a:cubicBezTo>
                    <a:pt x="34651" y="23775"/>
                    <a:pt x="35229" y="23775"/>
                    <a:pt x="35807" y="23836"/>
                  </a:cubicBezTo>
                  <a:cubicBezTo>
                    <a:pt x="36354" y="23775"/>
                    <a:pt x="36901" y="23775"/>
                    <a:pt x="37478" y="23745"/>
                  </a:cubicBezTo>
                  <a:cubicBezTo>
                    <a:pt x="38846" y="23410"/>
                    <a:pt x="40214" y="23076"/>
                    <a:pt x="41460" y="22346"/>
                  </a:cubicBezTo>
                  <a:cubicBezTo>
                    <a:pt x="44925" y="20371"/>
                    <a:pt x="46992" y="17392"/>
                    <a:pt x="47539" y="13410"/>
                  </a:cubicBezTo>
                  <a:lnTo>
                    <a:pt x="47661" y="12954"/>
                  </a:lnTo>
                  <a:cubicBezTo>
                    <a:pt x="47965" y="7149"/>
                    <a:pt x="44530" y="2103"/>
                    <a:pt x="39120" y="583"/>
                  </a:cubicBezTo>
                  <a:cubicBezTo>
                    <a:pt x="37843" y="218"/>
                    <a:pt x="36566" y="127"/>
                    <a:pt x="35259" y="66"/>
                  </a:cubicBezTo>
                  <a:cubicBezTo>
                    <a:pt x="33746" y="12"/>
                    <a:pt x="32232" y="1"/>
                    <a:pt x="30712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7075406" y="4409370"/>
              <a:ext cx="563373" cy="571446"/>
            </a:xfrm>
            <a:custGeom>
              <a:avLst/>
              <a:gdLst/>
              <a:ahLst/>
              <a:cxnLst/>
              <a:rect l="l" t="t" r="r" b="b"/>
              <a:pathLst>
                <a:path w="23892" h="23709" extrusionOk="0">
                  <a:moveTo>
                    <a:pt x="12220" y="0"/>
                  </a:moveTo>
                  <a:cubicBezTo>
                    <a:pt x="12190" y="0"/>
                    <a:pt x="12159" y="0"/>
                    <a:pt x="12129" y="31"/>
                  </a:cubicBezTo>
                  <a:lnTo>
                    <a:pt x="12007" y="31"/>
                  </a:lnTo>
                  <a:cubicBezTo>
                    <a:pt x="11795" y="274"/>
                    <a:pt x="11582" y="517"/>
                    <a:pt x="11339" y="730"/>
                  </a:cubicBezTo>
                  <a:cubicBezTo>
                    <a:pt x="7843" y="4164"/>
                    <a:pt x="4378" y="7660"/>
                    <a:pt x="882" y="11125"/>
                  </a:cubicBezTo>
                  <a:cubicBezTo>
                    <a:pt x="639" y="11399"/>
                    <a:pt x="305" y="11551"/>
                    <a:pt x="1" y="11763"/>
                  </a:cubicBezTo>
                  <a:lnTo>
                    <a:pt x="1" y="12158"/>
                  </a:lnTo>
                  <a:cubicBezTo>
                    <a:pt x="47" y="12150"/>
                    <a:pt x="90" y="12146"/>
                    <a:pt x="130" y="12146"/>
                  </a:cubicBezTo>
                  <a:cubicBezTo>
                    <a:pt x="517" y="12146"/>
                    <a:pt x="665" y="12516"/>
                    <a:pt x="913" y="12736"/>
                  </a:cubicBezTo>
                  <a:lnTo>
                    <a:pt x="10609" y="22402"/>
                  </a:lnTo>
                  <a:cubicBezTo>
                    <a:pt x="11065" y="22827"/>
                    <a:pt x="11430" y="23283"/>
                    <a:pt x="11855" y="23709"/>
                  </a:cubicBezTo>
                  <a:cubicBezTo>
                    <a:pt x="12007" y="23678"/>
                    <a:pt x="12190" y="23587"/>
                    <a:pt x="12342" y="23557"/>
                  </a:cubicBezTo>
                  <a:cubicBezTo>
                    <a:pt x="12494" y="23435"/>
                    <a:pt x="12615" y="23253"/>
                    <a:pt x="12737" y="23131"/>
                  </a:cubicBezTo>
                  <a:lnTo>
                    <a:pt x="23284" y="12584"/>
                  </a:lnTo>
                  <a:cubicBezTo>
                    <a:pt x="23436" y="12432"/>
                    <a:pt x="23649" y="12310"/>
                    <a:pt x="23801" y="12158"/>
                  </a:cubicBezTo>
                  <a:lnTo>
                    <a:pt x="23892" y="11824"/>
                  </a:lnTo>
                  <a:cubicBezTo>
                    <a:pt x="23710" y="11672"/>
                    <a:pt x="23527" y="11520"/>
                    <a:pt x="23345" y="11307"/>
                  </a:cubicBezTo>
                  <a:cubicBezTo>
                    <a:pt x="19789" y="7781"/>
                    <a:pt x="16293" y="4256"/>
                    <a:pt x="12767" y="730"/>
                  </a:cubicBezTo>
                  <a:cubicBezTo>
                    <a:pt x="12524" y="517"/>
                    <a:pt x="12433" y="274"/>
                    <a:pt x="12220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080452" y="3837919"/>
              <a:ext cx="281710" cy="283542"/>
            </a:xfrm>
            <a:custGeom>
              <a:avLst/>
              <a:gdLst/>
              <a:ahLst/>
              <a:cxnLst/>
              <a:rect l="l" t="t" r="r" b="b"/>
              <a:pathLst>
                <a:path w="11947" h="11764" extrusionOk="0">
                  <a:moveTo>
                    <a:pt x="1" y="1"/>
                  </a:moveTo>
                  <a:lnTo>
                    <a:pt x="1" y="11764"/>
                  </a:lnTo>
                  <a:cubicBezTo>
                    <a:pt x="214" y="11642"/>
                    <a:pt x="457" y="11551"/>
                    <a:pt x="609" y="11399"/>
                  </a:cubicBezTo>
                  <a:lnTo>
                    <a:pt x="11946" y="61"/>
                  </a:lnTo>
                  <a:cubicBezTo>
                    <a:pt x="11430" y="31"/>
                    <a:pt x="10913" y="31"/>
                    <a:pt x="10457" y="31"/>
                  </a:cubicBezTo>
                  <a:cubicBezTo>
                    <a:pt x="6961" y="1"/>
                    <a:pt x="3496" y="1"/>
                    <a:pt x="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7079745" y="4410081"/>
              <a:ext cx="282418" cy="284289"/>
            </a:xfrm>
            <a:custGeom>
              <a:avLst/>
              <a:gdLst/>
              <a:ahLst/>
              <a:cxnLst/>
              <a:rect l="l" t="t" r="r" b="b"/>
              <a:pathLst>
                <a:path w="11977" h="11795" extrusionOk="0">
                  <a:moveTo>
                    <a:pt x="0" y="1"/>
                  </a:moveTo>
                  <a:lnTo>
                    <a:pt x="0" y="11794"/>
                  </a:lnTo>
                  <a:cubicBezTo>
                    <a:pt x="274" y="11551"/>
                    <a:pt x="608" y="11399"/>
                    <a:pt x="882" y="11125"/>
                  </a:cubicBezTo>
                  <a:cubicBezTo>
                    <a:pt x="4377" y="7691"/>
                    <a:pt x="7873" y="4195"/>
                    <a:pt x="11338" y="700"/>
                  </a:cubicBezTo>
                  <a:cubicBezTo>
                    <a:pt x="11551" y="487"/>
                    <a:pt x="11764" y="244"/>
                    <a:pt x="11976" y="1"/>
                  </a:cubicBezTo>
                  <a:lnTo>
                    <a:pt x="11976" y="1"/>
                  </a:lnTo>
                  <a:cubicBezTo>
                    <a:pt x="11946" y="16"/>
                    <a:pt x="11915" y="23"/>
                    <a:pt x="11885" y="23"/>
                  </a:cubicBezTo>
                  <a:cubicBezTo>
                    <a:pt x="11855" y="23"/>
                    <a:pt x="11824" y="16"/>
                    <a:pt x="11794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9745" y="4702972"/>
              <a:ext cx="279541" cy="282240"/>
            </a:xfrm>
            <a:custGeom>
              <a:avLst/>
              <a:gdLst/>
              <a:ahLst/>
              <a:cxnLst/>
              <a:rect l="l" t="t" r="r" b="b"/>
              <a:pathLst>
                <a:path w="11855" h="11710" extrusionOk="0">
                  <a:moveTo>
                    <a:pt x="110" y="0"/>
                  </a:moveTo>
                  <a:cubicBezTo>
                    <a:pt x="76" y="0"/>
                    <a:pt x="39" y="2"/>
                    <a:pt x="0" y="7"/>
                  </a:cubicBezTo>
                  <a:lnTo>
                    <a:pt x="0" y="11588"/>
                  </a:lnTo>
                  <a:cubicBezTo>
                    <a:pt x="699" y="11648"/>
                    <a:pt x="1429" y="11679"/>
                    <a:pt x="2098" y="11709"/>
                  </a:cubicBezTo>
                  <a:cubicBezTo>
                    <a:pt x="2493" y="11679"/>
                    <a:pt x="2858" y="11588"/>
                    <a:pt x="3253" y="11588"/>
                  </a:cubicBezTo>
                  <a:cubicBezTo>
                    <a:pt x="6140" y="11557"/>
                    <a:pt x="8967" y="11557"/>
                    <a:pt x="11855" y="11557"/>
                  </a:cubicBezTo>
                  <a:cubicBezTo>
                    <a:pt x="11460" y="11132"/>
                    <a:pt x="11034" y="10676"/>
                    <a:pt x="10608" y="10281"/>
                  </a:cubicBezTo>
                  <a:lnTo>
                    <a:pt x="912" y="584"/>
                  </a:lnTo>
                  <a:cubicBezTo>
                    <a:pt x="687" y="331"/>
                    <a:pt x="540" y="0"/>
                    <a:pt x="11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79745" y="4130158"/>
              <a:ext cx="278103" cy="279951"/>
            </a:xfrm>
            <a:custGeom>
              <a:avLst/>
              <a:gdLst/>
              <a:ahLst/>
              <a:cxnLst/>
              <a:rect l="l" t="t" r="r" b="b"/>
              <a:pathLst>
                <a:path w="11794" h="11615" extrusionOk="0">
                  <a:moveTo>
                    <a:pt x="191" y="0"/>
                  </a:moveTo>
                  <a:cubicBezTo>
                    <a:pt x="134" y="0"/>
                    <a:pt x="71" y="10"/>
                    <a:pt x="0" y="34"/>
                  </a:cubicBezTo>
                  <a:lnTo>
                    <a:pt x="0" y="11615"/>
                  </a:lnTo>
                  <a:lnTo>
                    <a:pt x="11794" y="11615"/>
                  </a:lnTo>
                  <a:cubicBezTo>
                    <a:pt x="11551" y="11341"/>
                    <a:pt x="11368" y="11098"/>
                    <a:pt x="11186" y="10855"/>
                  </a:cubicBezTo>
                  <a:cubicBezTo>
                    <a:pt x="9484" y="9122"/>
                    <a:pt x="7721" y="7390"/>
                    <a:pt x="6019" y="5687"/>
                  </a:cubicBezTo>
                  <a:cubicBezTo>
                    <a:pt x="4317" y="3955"/>
                    <a:pt x="2584" y="2222"/>
                    <a:pt x="851" y="520"/>
                  </a:cubicBezTo>
                  <a:cubicBezTo>
                    <a:pt x="646" y="315"/>
                    <a:pt x="505" y="0"/>
                    <a:pt x="19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65707" y="3839064"/>
              <a:ext cx="274518" cy="279493"/>
            </a:xfrm>
            <a:custGeom>
              <a:avLst/>
              <a:gdLst/>
              <a:ahLst/>
              <a:cxnLst/>
              <a:rect l="l" t="t" r="r" b="b"/>
              <a:pathLst>
                <a:path w="11642" h="11596" extrusionOk="0">
                  <a:moveTo>
                    <a:pt x="5545" y="1"/>
                  </a:moveTo>
                  <a:cubicBezTo>
                    <a:pt x="4522" y="1"/>
                    <a:pt x="3496" y="4"/>
                    <a:pt x="2462" y="14"/>
                  </a:cubicBezTo>
                  <a:cubicBezTo>
                    <a:pt x="1672" y="14"/>
                    <a:pt x="851" y="45"/>
                    <a:pt x="31" y="45"/>
                  </a:cubicBezTo>
                  <a:cubicBezTo>
                    <a:pt x="31" y="106"/>
                    <a:pt x="31" y="136"/>
                    <a:pt x="0" y="166"/>
                  </a:cubicBezTo>
                  <a:cubicBezTo>
                    <a:pt x="183" y="349"/>
                    <a:pt x="304" y="562"/>
                    <a:pt x="487" y="744"/>
                  </a:cubicBezTo>
                  <a:lnTo>
                    <a:pt x="10882" y="11109"/>
                  </a:lnTo>
                  <a:cubicBezTo>
                    <a:pt x="11064" y="11291"/>
                    <a:pt x="11247" y="11443"/>
                    <a:pt x="11429" y="11595"/>
                  </a:cubicBezTo>
                  <a:cubicBezTo>
                    <a:pt x="11490" y="11565"/>
                    <a:pt x="11551" y="11565"/>
                    <a:pt x="11581" y="11565"/>
                  </a:cubicBezTo>
                  <a:cubicBezTo>
                    <a:pt x="11581" y="11261"/>
                    <a:pt x="11642" y="10926"/>
                    <a:pt x="11642" y="10623"/>
                  </a:cubicBezTo>
                  <a:lnTo>
                    <a:pt x="11642" y="14"/>
                  </a:lnTo>
                  <a:cubicBezTo>
                    <a:pt x="9615" y="14"/>
                    <a:pt x="7589" y="1"/>
                    <a:pt x="5545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645232" y="4411564"/>
              <a:ext cx="556205" cy="574387"/>
            </a:xfrm>
            <a:custGeom>
              <a:avLst/>
              <a:gdLst/>
              <a:ahLst/>
              <a:cxnLst/>
              <a:rect l="l" t="t" r="r" b="b"/>
              <a:pathLst>
                <a:path w="23588" h="23831" extrusionOk="0">
                  <a:moveTo>
                    <a:pt x="23557" y="0"/>
                  </a:moveTo>
                  <a:cubicBezTo>
                    <a:pt x="23284" y="274"/>
                    <a:pt x="23010" y="517"/>
                    <a:pt x="22797" y="730"/>
                  </a:cubicBezTo>
                  <a:lnTo>
                    <a:pt x="821" y="22706"/>
                  </a:lnTo>
                  <a:cubicBezTo>
                    <a:pt x="578" y="23010"/>
                    <a:pt x="274" y="23223"/>
                    <a:pt x="1" y="23496"/>
                  </a:cubicBezTo>
                  <a:cubicBezTo>
                    <a:pt x="396" y="23557"/>
                    <a:pt x="791" y="23679"/>
                    <a:pt x="1186" y="23679"/>
                  </a:cubicBezTo>
                  <a:lnTo>
                    <a:pt x="19910" y="23679"/>
                  </a:lnTo>
                  <a:cubicBezTo>
                    <a:pt x="20335" y="23679"/>
                    <a:pt x="20791" y="23800"/>
                    <a:pt x="21217" y="23831"/>
                  </a:cubicBezTo>
                  <a:cubicBezTo>
                    <a:pt x="21916" y="23831"/>
                    <a:pt x="22676" y="23800"/>
                    <a:pt x="23436" y="23800"/>
                  </a:cubicBezTo>
                  <a:cubicBezTo>
                    <a:pt x="23496" y="23800"/>
                    <a:pt x="23527" y="23770"/>
                    <a:pt x="23557" y="23739"/>
                  </a:cubicBezTo>
                  <a:cubicBezTo>
                    <a:pt x="23557" y="16292"/>
                    <a:pt x="23557" y="8846"/>
                    <a:pt x="23588" y="1338"/>
                  </a:cubicBezTo>
                  <a:cubicBezTo>
                    <a:pt x="23588" y="882"/>
                    <a:pt x="23557" y="456"/>
                    <a:pt x="23557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7637356" y="4410093"/>
              <a:ext cx="563373" cy="568530"/>
            </a:xfrm>
            <a:custGeom>
              <a:avLst/>
              <a:gdLst/>
              <a:ahLst/>
              <a:cxnLst/>
              <a:rect l="l" t="t" r="r" b="b"/>
              <a:pathLst>
                <a:path w="23892" h="23588" extrusionOk="0">
                  <a:moveTo>
                    <a:pt x="13678" y="1"/>
                  </a:moveTo>
                  <a:cubicBezTo>
                    <a:pt x="13101" y="31"/>
                    <a:pt x="12554" y="31"/>
                    <a:pt x="12007" y="92"/>
                  </a:cubicBezTo>
                  <a:cubicBezTo>
                    <a:pt x="8207" y="3891"/>
                    <a:pt x="4438" y="7691"/>
                    <a:pt x="639" y="11490"/>
                  </a:cubicBezTo>
                  <a:cubicBezTo>
                    <a:pt x="487" y="11642"/>
                    <a:pt x="304" y="11703"/>
                    <a:pt x="122" y="11824"/>
                  </a:cubicBezTo>
                  <a:lnTo>
                    <a:pt x="0" y="12159"/>
                  </a:lnTo>
                  <a:cubicBezTo>
                    <a:pt x="31" y="12554"/>
                    <a:pt x="152" y="12888"/>
                    <a:pt x="152" y="13253"/>
                  </a:cubicBezTo>
                  <a:lnTo>
                    <a:pt x="152" y="23588"/>
                  </a:lnTo>
                  <a:lnTo>
                    <a:pt x="304" y="23588"/>
                  </a:lnTo>
                  <a:cubicBezTo>
                    <a:pt x="547" y="23344"/>
                    <a:pt x="882" y="23071"/>
                    <a:pt x="1186" y="22797"/>
                  </a:cubicBezTo>
                  <a:lnTo>
                    <a:pt x="23131" y="852"/>
                  </a:lnTo>
                  <a:cubicBezTo>
                    <a:pt x="23375" y="578"/>
                    <a:pt x="23618" y="335"/>
                    <a:pt x="23891" y="122"/>
                  </a:cubicBezTo>
                  <a:cubicBezTo>
                    <a:pt x="23861" y="122"/>
                    <a:pt x="23861" y="92"/>
                    <a:pt x="23861" y="31"/>
                  </a:cubicBezTo>
                  <a:lnTo>
                    <a:pt x="14712" y="31"/>
                  </a:lnTo>
                  <a:cubicBezTo>
                    <a:pt x="14347" y="31"/>
                    <a:pt x="14013" y="1"/>
                    <a:pt x="13678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7638794" y="4409370"/>
              <a:ext cx="280979" cy="285012"/>
            </a:xfrm>
            <a:custGeom>
              <a:avLst/>
              <a:gdLst/>
              <a:ahLst/>
              <a:cxnLst/>
              <a:rect l="l" t="t" r="r" b="b"/>
              <a:pathLst>
                <a:path w="11916" h="11825" extrusionOk="0">
                  <a:moveTo>
                    <a:pt x="30" y="0"/>
                  </a:moveTo>
                  <a:cubicBezTo>
                    <a:pt x="30" y="426"/>
                    <a:pt x="91" y="790"/>
                    <a:pt x="91" y="1216"/>
                  </a:cubicBezTo>
                  <a:lnTo>
                    <a:pt x="91" y="10669"/>
                  </a:lnTo>
                  <a:cubicBezTo>
                    <a:pt x="91" y="11064"/>
                    <a:pt x="30" y="11429"/>
                    <a:pt x="0" y="11824"/>
                  </a:cubicBezTo>
                  <a:cubicBezTo>
                    <a:pt x="182" y="11703"/>
                    <a:pt x="395" y="11611"/>
                    <a:pt x="547" y="11459"/>
                  </a:cubicBezTo>
                  <a:cubicBezTo>
                    <a:pt x="4347" y="7660"/>
                    <a:pt x="8116" y="3860"/>
                    <a:pt x="11915" y="61"/>
                  </a:cubicBezTo>
                  <a:cubicBezTo>
                    <a:pt x="11338" y="61"/>
                    <a:pt x="10760" y="31"/>
                    <a:pt x="10183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7362123" y="4130243"/>
              <a:ext cx="279541" cy="279878"/>
            </a:xfrm>
            <a:custGeom>
              <a:avLst/>
              <a:gdLst/>
              <a:ahLst/>
              <a:cxnLst/>
              <a:rect l="l" t="t" r="r" b="b"/>
              <a:pathLst>
                <a:path w="11855" h="11612" extrusionOk="0">
                  <a:moveTo>
                    <a:pt x="11733" y="0"/>
                  </a:moveTo>
                  <a:cubicBezTo>
                    <a:pt x="11551" y="152"/>
                    <a:pt x="11368" y="213"/>
                    <a:pt x="11277" y="335"/>
                  </a:cubicBezTo>
                  <a:lnTo>
                    <a:pt x="0" y="11612"/>
                  </a:lnTo>
                  <a:cubicBezTo>
                    <a:pt x="31" y="11581"/>
                    <a:pt x="61" y="11581"/>
                    <a:pt x="122" y="11581"/>
                  </a:cubicBezTo>
                  <a:lnTo>
                    <a:pt x="11855" y="11581"/>
                  </a:lnTo>
                  <a:lnTo>
                    <a:pt x="11855" y="1520"/>
                  </a:lnTo>
                  <a:cubicBezTo>
                    <a:pt x="11824" y="1004"/>
                    <a:pt x="11794" y="487"/>
                    <a:pt x="11733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7958453" y="4150031"/>
              <a:ext cx="242992" cy="260813"/>
            </a:xfrm>
            <a:custGeom>
              <a:avLst/>
              <a:gdLst/>
              <a:ahLst/>
              <a:cxnLst/>
              <a:rect l="l" t="t" r="r" b="b"/>
              <a:pathLst>
                <a:path w="10305" h="10821" extrusionOk="0">
                  <a:moveTo>
                    <a:pt x="10183" y="0"/>
                  </a:moveTo>
                  <a:lnTo>
                    <a:pt x="10092" y="456"/>
                  </a:lnTo>
                  <a:cubicBezTo>
                    <a:pt x="9545" y="4438"/>
                    <a:pt x="7508" y="7417"/>
                    <a:pt x="4013" y="9392"/>
                  </a:cubicBezTo>
                  <a:cubicBezTo>
                    <a:pt x="2736" y="10122"/>
                    <a:pt x="1368" y="10456"/>
                    <a:pt x="0" y="10791"/>
                  </a:cubicBezTo>
                  <a:cubicBezTo>
                    <a:pt x="365" y="10791"/>
                    <a:pt x="700" y="10821"/>
                    <a:pt x="1034" y="10821"/>
                  </a:cubicBezTo>
                  <a:lnTo>
                    <a:pt x="10213" y="10821"/>
                  </a:lnTo>
                  <a:cubicBezTo>
                    <a:pt x="10244" y="10821"/>
                    <a:pt x="10274" y="10791"/>
                    <a:pt x="10274" y="10791"/>
                  </a:cubicBezTo>
                  <a:cubicBezTo>
                    <a:pt x="10305" y="10760"/>
                    <a:pt x="10305" y="10730"/>
                    <a:pt x="10274" y="10669"/>
                  </a:cubicBezTo>
                  <a:cubicBezTo>
                    <a:pt x="10274" y="8936"/>
                    <a:pt x="10244" y="7143"/>
                    <a:pt x="10244" y="5411"/>
                  </a:cubicBezTo>
                  <a:cubicBezTo>
                    <a:pt x="10244" y="3587"/>
                    <a:pt x="10183" y="1794"/>
                    <a:pt x="10183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7640940" y="4167601"/>
              <a:ext cx="236531" cy="242519"/>
            </a:xfrm>
            <a:custGeom>
              <a:avLst/>
              <a:gdLst/>
              <a:ahLst/>
              <a:cxnLst/>
              <a:rect l="l" t="t" r="r" b="b"/>
              <a:pathLst>
                <a:path w="10031" h="10062" extrusionOk="0">
                  <a:moveTo>
                    <a:pt x="0" y="1"/>
                  </a:moveTo>
                  <a:lnTo>
                    <a:pt x="0" y="10062"/>
                  </a:lnTo>
                  <a:cubicBezTo>
                    <a:pt x="3374" y="10062"/>
                    <a:pt x="6718" y="10062"/>
                    <a:pt x="10031" y="10031"/>
                  </a:cubicBezTo>
                  <a:cubicBezTo>
                    <a:pt x="9696" y="9940"/>
                    <a:pt x="9392" y="9818"/>
                    <a:pt x="9028" y="9758"/>
                  </a:cubicBezTo>
                  <a:cubicBezTo>
                    <a:pt x="4438" y="8542"/>
                    <a:pt x="1520" y="5593"/>
                    <a:pt x="274" y="973"/>
                  </a:cubicBezTo>
                  <a:cubicBezTo>
                    <a:pt x="183" y="639"/>
                    <a:pt x="61" y="335"/>
                    <a:pt x="0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7638063" y="4128772"/>
              <a:ext cx="731" cy="2217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1" y="1"/>
                  </a:moveTo>
                  <a:lnTo>
                    <a:pt x="1" y="92"/>
                  </a:lnTo>
                  <a:lnTo>
                    <a:pt x="31" y="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7635210" y="4117059"/>
              <a:ext cx="3584" cy="747"/>
            </a:xfrm>
            <a:custGeom>
              <a:avLst/>
              <a:gdLst/>
              <a:ahLst/>
              <a:cxnLst/>
              <a:rect l="l" t="t" r="r" b="b"/>
              <a:pathLst>
                <a:path w="152" h="31" extrusionOk="0">
                  <a:moveTo>
                    <a:pt x="152" y="0"/>
                  </a:moveTo>
                  <a:cubicBezTo>
                    <a:pt x="122" y="0"/>
                    <a:pt x="61" y="0"/>
                    <a:pt x="0" y="31"/>
                  </a:cubicBezTo>
                  <a:cubicBezTo>
                    <a:pt x="91" y="31"/>
                    <a:pt x="122" y="31"/>
                    <a:pt x="152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7364269" y="4409370"/>
              <a:ext cx="275957" cy="285012"/>
            </a:xfrm>
            <a:custGeom>
              <a:avLst/>
              <a:gdLst/>
              <a:ahLst/>
              <a:cxnLst/>
              <a:rect l="l" t="t" r="r" b="b"/>
              <a:pathLst>
                <a:path w="11703" h="11825" extrusionOk="0">
                  <a:moveTo>
                    <a:pt x="0" y="0"/>
                  </a:moveTo>
                  <a:cubicBezTo>
                    <a:pt x="183" y="274"/>
                    <a:pt x="304" y="517"/>
                    <a:pt x="487" y="730"/>
                  </a:cubicBezTo>
                  <a:cubicBezTo>
                    <a:pt x="3982" y="4256"/>
                    <a:pt x="7508" y="7781"/>
                    <a:pt x="11034" y="11307"/>
                  </a:cubicBezTo>
                  <a:cubicBezTo>
                    <a:pt x="11247" y="11520"/>
                    <a:pt x="11429" y="11672"/>
                    <a:pt x="11612" y="11824"/>
                  </a:cubicBezTo>
                  <a:cubicBezTo>
                    <a:pt x="11642" y="11429"/>
                    <a:pt x="11703" y="11064"/>
                    <a:pt x="11703" y="10669"/>
                  </a:cubicBezTo>
                  <a:lnTo>
                    <a:pt x="11703" y="1216"/>
                  </a:lnTo>
                  <a:cubicBezTo>
                    <a:pt x="11703" y="790"/>
                    <a:pt x="11703" y="426"/>
                    <a:pt x="11642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366414" y="4703128"/>
              <a:ext cx="273811" cy="279155"/>
            </a:xfrm>
            <a:custGeom>
              <a:avLst/>
              <a:gdLst/>
              <a:ahLst/>
              <a:cxnLst/>
              <a:rect l="l" t="t" r="r" b="b"/>
              <a:pathLst>
                <a:path w="11612" h="11582" extrusionOk="0">
                  <a:moveTo>
                    <a:pt x="11460" y="1"/>
                  </a:moveTo>
                  <a:cubicBezTo>
                    <a:pt x="11308" y="122"/>
                    <a:pt x="11095" y="274"/>
                    <a:pt x="10943" y="426"/>
                  </a:cubicBezTo>
                  <a:lnTo>
                    <a:pt x="396" y="10974"/>
                  </a:lnTo>
                  <a:cubicBezTo>
                    <a:pt x="244" y="11095"/>
                    <a:pt x="122" y="11247"/>
                    <a:pt x="1" y="11399"/>
                  </a:cubicBezTo>
                  <a:cubicBezTo>
                    <a:pt x="305" y="11490"/>
                    <a:pt x="609" y="11582"/>
                    <a:pt x="913" y="11582"/>
                  </a:cubicBezTo>
                  <a:lnTo>
                    <a:pt x="10700" y="11582"/>
                  </a:lnTo>
                  <a:cubicBezTo>
                    <a:pt x="11004" y="11582"/>
                    <a:pt x="11308" y="11521"/>
                    <a:pt x="11612" y="11430"/>
                  </a:cubicBezTo>
                  <a:lnTo>
                    <a:pt x="11612" y="1095"/>
                  </a:lnTo>
                  <a:cubicBezTo>
                    <a:pt x="11612" y="730"/>
                    <a:pt x="11521" y="396"/>
                    <a:pt x="1146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8199282" y="4409370"/>
              <a:ext cx="562666" cy="574387"/>
            </a:xfrm>
            <a:custGeom>
              <a:avLst/>
              <a:gdLst/>
              <a:ahLst/>
              <a:cxnLst/>
              <a:rect l="l" t="t" r="r" b="b"/>
              <a:pathLst>
                <a:path w="23862" h="23831" extrusionOk="0">
                  <a:moveTo>
                    <a:pt x="4317" y="3526"/>
                  </a:moveTo>
                  <a:cubicBezTo>
                    <a:pt x="4347" y="3556"/>
                    <a:pt x="4347" y="3556"/>
                    <a:pt x="4347" y="3617"/>
                  </a:cubicBezTo>
                  <a:cubicBezTo>
                    <a:pt x="4347" y="3556"/>
                    <a:pt x="4317" y="3556"/>
                    <a:pt x="4286" y="3526"/>
                  </a:cubicBezTo>
                  <a:close/>
                  <a:moveTo>
                    <a:pt x="17478" y="21551"/>
                  </a:moveTo>
                  <a:lnTo>
                    <a:pt x="17508" y="21611"/>
                  </a:lnTo>
                  <a:lnTo>
                    <a:pt x="17417" y="21611"/>
                  </a:lnTo>
                  <a:lnTo>
                    <a:pt x="17478" y="21551"/>
                  </a:lnTo>
                  <a:close/>
                  <a:moveTo>
                    <a:pt x="61" y="0"/>
                  </a:moveTo>
                  <a:cubicBezTo>
                    <a:pt x="31" y="31"/>
                    <a:pt x="31" y="61"/>
                    <a:pt x="0" y="61"/>
                  </a:cubicBezTo>
                  <a:cubicBezTo>
                    <a:pt x="0" y="122"/>
                    <a:pt x="0" y="152"/>
                    <a:pt x="31" y="152"/>
                  </a:cubicBezTo>
                  <a:cubicBezTo>
                    <a:pt x="31" y="608"/>
                    <a:pt x="61" y="1064"/>
                    <a:pt x="152" y="1520"/>
                  </a:cubicBezTo>
                  <a:lnTo>
                    <a:pt x="152" y="23830"/>
                  </a:lnTo>
                  <a:lnTo>
                    <a:pt x="15958" y="23830"/>
                  </a:lnTo>
                  <a:cubicBezTo>
                    <a:pt x="18542" y="23830"/>
                    <a:pt x="21125" y="23770"/>
                    <a:pt x="23709" y="23770"/>
                  </a:cubicBezTo>
                  <a:cubicBezTo>
                    <a:pt x="23739" y="23709"/>
                    <a:pt x="23800" y="23678"/>
                    <a:pt x="23861" y="23587"/>
                  </a:cubicBezTo>
                  <a:lnTo>
                    <a:pt x="23861" y="12189"/>
                  </a:lnTo>
                  <a:lnTo>
                    <a:pt x="23496" y="11976"/>
                  </a:lnTo>
                  <a:cubicBezTo>
                    <a:pt x="22098" y="12189"/>
                    <a:pt x="20670" y="12432"/>
                    <a:pt x="19028" y="12675"/>
                  </a:cubicBezTo>
                  <a:cubicBezTo>
                    <a:pt x="19484" y="12888"/>
                    <a:pt x="19758" y="12979"/>
                    <a:pt x="20001" y="13101"/>
                  </a:cubicBezTo>
                  <a:cubicBezTo>
                    <a:pt x="20973" y="13496"/>
                    <a:pt x="21946" y="13891"/>
                    <a:pt x="22949" y="14286"/>
                  </a:cubicBezTo>
                  <a:cubicBezTo>
                    <a:pt x="21642" y="14256"/>
                    <a:pt x="20305" y="14195"/>
                    <a:pt x="18755" y="14165"/>
                  </a:cubicBezTo>
                  <a:lnTo>
                    <a:pt x="18755" y="14165"/>
                  </a:lnTo>
                  <a:cubicBezTo>
                    <a:pt x="19940" y="15046"/>
                    <a:pt x="21125" y="15654"/>
                    <a:pt x="22189" y="16383"/>
                  </a:cubicBezTo>
                  <a:cubicBezTo>
                    <a:pt x="22129" y="16444"/>
                    <a:pt x="22129" y="16475"/>
                    <a:pt x="22098" y="16566"/>
                  </a:cubicBezTo>
                  <a:cubicBezTo>
                    <a:pt x="20882" y="16231"/>
                    <a:pt x="19697" y="15927"/>
                    <a:pt x="18481" y="15563"/>
                  </a:cubicBezTo>
                  <a:cubicBezTo>
                    <a:pt x="18451" y="15624"/>
                    <a:pt x="18420" y="15684"/>
                    <a:pt x="18390" y="15715"/>
                  </a:cubicBezTo>
                  <a:cubicBezTo>
                    <a:pt x="19059" y="16687"/>
                    <a:pt x="20122" y="17326"/>
                    <a:pt x="20973" y="18450"/>
                  </a:cubicBezTo>
                  <a:cubicBezTo>
                    <a:pt x="20578" y="18298"/>
                    <a:pt x="20396" y="18268"/>
                    <a:pt x="20214" y="18207"/>
                  </a:cubicBezTo>
                  <a:cubicBezTo>
                    <a:pt x="19545" y="17842"/>
                    <a:pt x="18907" y="17478"/>
                    <a:pt x="18268" y="17174"/>
                  </a:cubicBezTo>
                  <a:cubicBezTo>
                    <a:pt x="17995" y="17022"/>
                    <a:pt x="17691" y="16991"/>
                    <a:pt x="17387" y="16900"/>
                  </a:cubicBezTo>
                  <a:lnTo>
                    <a:pt x="17387" y="16900"/>
                  </a:lnTo>
                  <a:cubicBezTo>
                    <a:pt x="17812" y="17599"/>
                    <a:pt x="18268" y="18268"/>
                    <a:pt x="18694" y="18967"/>
                  </a:cubicBezTo>
                  <a:cubicBezTo>
                    <a:pt x="18876" y="19210"/>
                    <a:pt x="19028" y="19514"/>
                    <a:pt x="19211" y="19818"/>
                  </a:cubicBezTo>
                  <a:cubicBezTo>
                    <a:pt x="19302" y="19909"/>
                    <a:pt x="19332" y="19970"/>
                    <a:pt x="19363" y="20061"/>
                  </a:cubicBezTo>
                  <a:lnTo>
                    <a:pt x="19363" y="20244"/>
                  </a:lnTo>
                  <a:lnTo>
                    <a:pt x="19241" y="20122"/>
                  </a:lnTo>
                  <a:cubicBezTo>
                    <a:pt x="19180" y="20092"/>
                    <a:pt x="19089" y="20031"/>
                    <a:pt x="19028" y="19970"/>
                  </a:cubicBezTo>
                  <a:cubicBezTo>
                    <a:pt x="18147" y="19301"/>
                    <a:pt x="17235" y="18572"/>
                    <a:pt x="16353" y="17903"/>
                  </a:cubicBezTo>
                  <a:lnTo>
                    <a:pt x="16353" y="17903"/>
                  </a:lnTo>
                  <a:cubicBezTo>
                    <a:pt x="16475" y="19058"/>
                    <a:pt x="17083" y="20061"/>
                    <a:pt x="17235" y="21277"/>
                  </a:cubicBezTo>
                  <a:cubicBezTo>
                    <a:pt x="17052" y="21156"/>
                    <a:pt x="16900" y="21004"/>
                    <a:pt x="16748" y="20852"/>
                  </a:cubicBezTo>
                  <a:cubicBezTo>
                    <a:pt x="16141" y="20092"/>
                    <a:pt x="15502" y="19362"/>
                    <a:pt x="14894" y="18602"/>
                  </a:cubicBezTo>
                  <a:lnTo>
                    <a:pt x="14894" y="18602"/>
                  </a:lnTo>
                  <a:cubicBezTo>
                    <a:pt x="15046" y="19727"/>
                    <a:pt x="15198" y="20791"/>
                    <a:pt x="15350" y="21885"/>
                  </a:cubicBezTo>
                  <a:cubicBezTo>
                    <a:pt x="15381" y="22098"/>
                    <a:pt x="15411" y="22311"/>
                    <a:pt x="15381" y="22554"/>
                  </a:cubicBezTo>
                  <a:cubicBezTo>
                    <a:pt x="14651" y="21459"/>
                    <a:pt x="14165" y="20274"/>
                    <a:pt x="13435" y="18967"/>
                  </a:cubicBezTo>
                  <a:cubicBezTo>
                    <a:pt x="13162" y="20426"/>
                    <a:pt x="13253" y="21763"/>
                    <a:pt x="13101" y="23070"/>
                  </a:cubicBezTo>
                  <a:cubicBezTo>
                    <a:pt x="12554" y="21794"/>
                    <a:pt x="12402" y="20487"/>
                    <a:pt x="11916" y="19028"/>
                  </a:cubicBezTo>
                  <a:cubicBezTo>
                    <a:pt x="11399" y="20396"/>
                    <a:pt x="11247" y="21733"/>
                    <a:pt x="10821" y="22949"/>
                  </a:cubicBezTo>
                  <a:lnTo>
                    <a:pt x="10639" y="22949"/>
                  </a:lnTo>
                  <a:cubicBezTo>
                    <a:pt x="10548" y="21642"/>
                    <a:pt x="10517" y="20365"/>
                    <a:pt x="10487" y="19058"/>
                  </a:cubicBezTo>
                  <a:cubicBezTo>
                    <a:pt x="10396" y="19058"/>
                    <a:pt x="10365" y="19028"/>
                    <a:pt x="10274" y="19028"/>
                  </a:cubicBezTo>
                  <a:cubicBezTo>
                    <a:pt x="9757" y="20183"/>
                    <a:pt x="9180" y="21308"/>
                    <a:pt x="8602" y="22463"/>
                  </a:cubicBezTo>
                  <a:cubicBezTo>
                    <a:pt x="8450" y="21125"/>
                    <a:pt x="8967" y="19909"/>
                    <a:pt x="8998" y="18420"/>
                  </a:cubicBezTo>
                  <a:lnTo>
                    <a:pt x="8998" y="18420"/>
                  </a:lnTo>
                  <a:cubicBezTo>
                    <a:pt x="8086" y="19575"/>
                    <a:pt x="7295" y="20548"/>
                    <a:pt x="6536" y="21490"/>
                  </a:cubicBezTo>
                  <a:cubicBezTo>
                    <a:pt x="6444" y="21459"/>
                    <a:pt x="6414" y="21429"/>
                    <a:pt x="6323" y="21399"/>
                  </a:cubicBezTo>
                  <a:cubicBezTo>
                    <a:pt x="6687" y="20213"/>
                    <a:pt x="7235" y="19119"/>
                    <a:pt x="7508" y="17812"/>
                  </a:cubicBezTo>
                  <a:lnTo>
                    <a:pt x="7508" y="17812"/>
                  </a:lnTo>
                  <a:cubicBezTo>
                    <a:pt x="6900" y="18298"/>
                    <a:pt x="6323" y="18845"/>
                    <a:pt x="5715" y="19301"/>
                  </a:cubicBezTo>
                  <a:cubicBezTo>
                    <a:pt x="5320" y="19605"/>
                    <a:pt x="4864" y="19879"/>
                    <a:pt x="4438" y="20183"/>
                  </a:cubicBezTo>
                  <a:cubicBezTo>
                    <a:pt x="4347" y="20244"/>
                    <a:pt x="4286" y="20274"/>
                    <a:pt x="4195" y="20365"/>
                  </a:cubicBezTo>
                  <a:cubicBezTo>
                    <a:pt x="4256" y="20274"/>
                    <a:pt x="4317" y="20244"/>
                    <a:pt x="4408" y="20183"/>
                  </a:cubicBezTo>
                  <a:cubicBezTo>
                    <a:pt x="4894" y="19362"/>
                    <a:pt x="5411" y="18572"/>
                    <a:pt x="5928" y="17782"/>
                  </a:cubicBezTo>
                  <a:cubicBezTo>
                    <a:pt x="6080" y="17508"/>
                    <a:pt x="6262" y="17204"/>
                    <a:pt x="6444" y="16931"/>
                  </a:cubicBezTo>
                  <a:cubicBezTo>
                    <a:pt x="6384" y="16900"/>
                    <a:pt x="6323" y="16839"/>
                    <a:pt x="6292" y="16779"/>
                  </a:cubicBezTo>
                  <a:lnTo>
                    <a:pt x="3891" y="18055"/>
                  </a:lnTo>
                  <a:cubicBezTo>
                    <a:pt x="3557" y="18238"/>
                    <a:pt x="3222" y="18359"/>
                    <a:pt x="2888" y="18511"/>
                  </a:cubicBezTo>
                  <a:cubicBezTo>
                    <a:pt x="2827" y="18542"/>
                    <a:pt x="2797" y="18542"/>
                    <a:pt x="2766" y="18572"/>
                  </a:cubicBezTo>
                  <a:cubicBezTo>
                    <a:pt x="2797" y="18542"/>
                    <a:pt x="2797" y="18511"/>
                    <a:pt x="2827" y="18450"/>
                  </a:cubicBezTo>
                  <a:cubicBezTo>
                    <a:pt x="3405" y="17842"/>
                    <a:pt x="3982" y="17234"/>
                    <a:pt x="4560" y="16687"/>
                  </a:cubicBezTo>
                  <a:lnTo>
                    <a:pt x="5472" y="15776"/>
                  </a:lnTo>
                  <a:cubicBezTo>
                    <a:pt x="5411" y="15715"/>
                    <a:pt x="5380" y="15654"/>
                    <a:pt x="5350" y="15563"/>
                  </a:cubicBezTo>
                  <a:lnTo>
                    <a:pt x="1703" y="16596"/>
                  </a:lnTo>
                  <a:cubicBezTo>
                    <a:pt x="1672" y="16535"/>
                    <a:pt x="1672" y="16475"/>
                    <a:pt x="1611" y="16414"/>
                  </a:cubicBezTo>
                  <a:cubicBezTo>
                    <a:pt x="2736" y="15715"/>
                    <a:pt x="3830" y="15016"/>
                    <a:pt x="4925" y="14317"/>
                  </a:cubicBezTo>
                  <a:cubicBezTo>
                    <a:pt x="4894" y="14256"/>
                    <a:pt x="4894" y="14195"/>
                    <a:pt x="4864" y="14134"/>
                  </a:cubicBezTo>
                  <a:cubicBezTo>
                    <a:pt x="3435" y="14195"/>
                    <a:pt x="2067" y="14317"/>
                    <a:pt x="669" y="14408"/>
                  </a:cubicBezTo>
                  <a:cubicBezTo>
                    <a:pt x="669" y="14347"/>
                    <a:pt x="639" y="14317"/>
                    <a:pt x="639" y="14286"/>
                  </a:cubicBezTo>
                  <a:cubicBezTo>
                    <a:pt x="1915" y="13800"/>
                    <a:pt x="3222" y="13344"/>
                    <a:pt x="4499" y="12827"/>
                  </a:cubicBezTo>
                  <a:lnTo>
                    <a:pt x="4499" y="12645"/>
                  </a:lnTo>
                  <a:cubicBezTo>
                    <a:pt x="3131" y="12432"/>
                    <a:pt x="1824" y="12219"/>
                    <a:pt x="456" y="12006"/>
                  </a:cubicBezTo>
                  <a:lnTo>
                    <a:pt x="456" y="11854"/>
                  </a:lnTo>
                  <a:cubicBezTo>
                    <a:pt x="1824" y="11672"/>
                    <a:pt x="3131" y="11459"/>
                    <a:pt x="4469" y="11277"/>
                  </a:cubicBezTo>
                  <a:cubicBezTo>
                    <a:pt x="4469" y="11216"/>
                    <a:pt x="4499" y="11155"/>
                    <a:pt x="4499" y="11095"/>
                  </a:cubicBezTo>
                  <a:cubicBezTo>
                    <a:pt x="3253" y="10608"/>
                    <a:pt x="2037" y="10152"/>
                    <a:pt x="791" y="9696"/>
                  </a:cubicBezTo>
                  <a:cubicBezTo>
                    <a:pt x="791" y="9636"/>
                    <a:pt x="821" y="9575"/>
                    <a:pt x="821" y="9544"/>
                  </a:cubicBezTo>
                  <a:lnTo>
                    <a:pt x="4712" y="9757"/>
                  </a:lnTo>
                  <a:cubicBezTo>
                    <a:pt x="3739" y="8785"/>
                    <a:pt x="2523" y="8207"/>
                    <a:pt x="1551" y="7295"/>
                  </a:cubicBezTo>
                  <a:lnTo>
                    <a:pt x="1551" y="7295"/>
                  </a:lnTo>
                  <a:cubicBezTo>
                    <a:pt x="2827" y="7660"/>
                    <a:pt x="4134" y="8025"/>
                    <a:pt x="5411" y="8389"/>
                  </a:cubicBezTo>
                  <a:cubicBezTo>
                    <a:pt x="5472" y="8359"/>
                    <a:pt x="5502" y="8268"/>
                    <a:pt x="5532" y="8237"/>
                  </a:cubicBezTo>
                  <a:cubicBezTo>
                    <a:pt x="4621" y="7356"/>
                    <a:pt x="3739" y="6444"/>
                    <a:pt x="2827" y="5593"/>
                  </a:cubicBezTo>
                  <a:cubicBezTo>
                    <a:pt x="2888" y="5502"/>
                    <a:pt x="2918" y="5471"/>
                    <a:pt x="2949" y="5380"/>
                  </a:cubicBezTo>
                  <a:cubicBezTo>
                    <a:pt x="4043" y="5927"/>
                    <a:pt x="5107" y="6444"/>
                    <a:pt x="6171" y="6991"/>
                  </a:cubicBezTo>
                  <a:cubicBezTo>
                    <a:pt x="6232" y="6961"/>
                    <a:pt x="6262" y="6870"/>
                    <a:pt x="6292" y="6839"/>
                  </a:cubicBezTo>
                  <a:cubicBezTo>
                    <a:pt x="5654" y="5836"/>
                    <a:pt x="5046" y="4894"/>
                    <a:pt x="4438" y="3921"/>
                  </a:cubicBezTo>
                  <a:cubicBezTo>
                    <a:pt x="4408" y="3800"/>
                    <a:pt x="4408" y="3708"/>
                    <a:pt x="4347" y="3617"/>
                  </a:cubicBezTo>
                  <a:lnTo>
                    <a:pt x="4347" y="3617"/>
                  </a:lnTo>
                  <a:cubicBezTo>
                    <a:pt x="4438" y="3678"/>
                    <a:pt x="4499" y="3708"/>
                    <a:pt x="4590" y="3769"/>
                  </a:cubicBezTo>
                  <a:cubicBezTo>
                    <a:pt x="5259" y="4286"/>
                    <a:pt x="5928" y="4772"/>
                    <a:pt x="6566" y="5319"/>
                  </a:cubicBezTo>
                  <a:cubicBezTo>
                    <a:pt x="6839" y="5532"/>
                    <a:pt x="7143" y="5745"/>
                    <a:pt x="7387" y="5927"/>
                  </a:cubicBezTo>
                  <a:lnTo>
                    <a:pt x="7508" y="5806"/>
                  </a:lnTo>
                  <a:cubicBezTo>
                    <a:pt x="7174" y="4833"/>
                    <a:pt x="6779" y="3860"/>
                    <a:pt x="6444" y="2888"/>
                  </a:cubicBezTo>
                  <a:cubicBezTo>
                    <a:pt x="6323" y="2553"/>
                    <a:pt x="6232" y="2249"/>
                    <a:pt x="6110" y="1885"/>
                  </a:cubicBezTo>
                  <a:lnTo>
                    <a:pt x="6080" y="1854"/>
                  </a:lnTo>
                  <a:lnTo>
                    <a:pt x="6110" y="1854"/>
                  </a:lnTo>
                  <a:cubicBezTo>
                    <a:pt x="6292" y="2128"/>
                    <a:pt x="6475" y="2341"/>
                    <a:pt x="6687" y="2614"/>
                  </a:cubicBezTo>
                  <a:cubicBezTo>
                    <a:pt x="7356" y="3465"/>
                    <a:pt x="8086" y="4316"/>
                    <a:pt x="8754" y="5167"/>
                  </a:cubicBezTo>
                  <a:cubicBezTo>
                    <a:pt x="8906" y="3921"/>
                    <a:pt x="8450" y="2736"/>
                    <a:pt x="8390" y="1368"/>
                  </a:cubicBezTo>
                  <a:lnTo>
                    <a:pt x="8390" y="1368"/>
                  </a:lnTo>
                  <a:cubicBezTo>
                    <a:pt x="9028" y="1854"/>
                    <a:pt x="9119" y="2553"/>
                    <a:pt x="9423" y="3070"/>
                  </a:cubicBezTo>
                  <a:cubicBezTo>
                    <a:pt x="9727" y="3617"/>
                    <a:pt x="9970" y="4164"/>
                    <a:pt x="10244" y="4742"/>
                  </a:cubicBezTo>
                  <a:cubicBezTo>
                    <a:pt x="10335" y="4742"/>
                    <a:pt x="10396" y="4712"/>
                    <a:pt x="10487" y="4712"/>
                  </a:cubicBezTo>
                  <a:cubicBezTo>
                    <a:pt x="10487" y="4104"/>
                    <a:pt x="10517" y="3465"/>
                    <a:pt x="10517" y="2797"/>
                  </a:cubicBezTo>
                  <a:cubicBezTo>
                    <a:pt x="10548" y="2158"/>
                    <a:pt x="10548" y="1490"/>
                    <a:pt x="10548" y="821"/>
                  </a:cubicBezTo>
                  <a:cubicBezTo>
                    <a:pt x="10578" y="730"/>
                    <a:pt x="10639" y="639"/>
                    <a:pt x="10669" y="517"/>
                  </a:cubicBezTo>
                  <a:cubicBezTo>
                    <a:pt x="10730" y="639"/>
                    <a:pt x="10791" y="730"/>
                    <a:pt x="10852" y="790"/>
                  </a:cubicBezTo>
                  <a:cubicBezTo>
                    <a:pt x="11156" y="2037"/>
                    <a:pt x="11460" y="3344"/>
                    <a:pt x="11764" y="4590"/>
                  </a:cubicBezTo>
                  <a:lnTo>
                    <a:pt x="12007" y="4590"/>
                  </a:lnTo>
                  <a:cubicBezTo>
                    <a:pt x="12341" y="3222"/>
                    <a:pt x="12675" y="1824"/>
                    <a:pt x="13010" y="456"/>
                  </a:cubicBezTo>
                  <a:cubicBezTo>
                    <a:pt x="12979" y="335"/>
                    <a:pt x="12979" y="183"/>
                    <a:pt x="12949" y="61"/>
                  </a:cubicBezTo>
                  <a:cubicBezTo>
                    <a:pt x="12645" y="31"/>
                    <a:pt x="12311" y="31"/>
                    <a:pt x="12007" y="0"/>
                  </a:cubicBezTo>
                  <a:cubicBezTo>
                    <a:pt x="9940" y="0"/>
                    <a:pt x="7903" y="31"/>
                    <a:pt x="5836" y="31"/>
                  </a:cubicBezTo>
                  <a:cubicBezTo>
                    <a:pt x="3891" y="31"/>
                    <a:pt x="2007" y="0"/>
                    <a:pt x="61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8201428" y="3837208"/>
              <a:ext cx="560520" cy="573639"/>
            </a:xfrm>
            <a:custGeom>
              <a:avLst/>
              <a:gdLst/>
              <a:ahLst/>
              <a:cxnLst/>
              <a:rect l="l" t="t" r="r" b="b"/>
              <a:pathLst>
                <a:path w="23771" h="23800" extrusionOk="0">
                  <a:moveTo>
                    <a:pt x="23679" y="0"/>
                  </a:moveTo>
                  <a:cubicBezTo>
                    <a:pt x="23648" y="31"/>
                    <a:pt x="23557" y="31"/>
                    <a:pt x="23527" y="61"/>
                  </a:cubicBezTo>
                  <a:cubicBezTo>
                    <a:pt x="23345" y="335"/>
                    <a:pt x="23101" y="639"/>
                    <a:pt x="22889" y="851"/>
                  </a:cubicBezTo>
                  <a:lnTo>
                    <a:pt x="1976" y="21763"/>
                  </a:lnTo>
                  <a:cubicBezTo>
                    <a:pt x="1338" y="22402"/>
                    <a:pt x="669" y="23010"/>
                    <a:pt x="1" y="23648"/>
                  </a:cubicBezTo>
                  <a:cubicBezTo>
                    <a:pt x="61" y="23709"/>
                    <a:pt x="61" y="23739"/>
                    <a:pt x="1" y="23770"/>
                  </a:cubicBezTo>
                  <a:cubicBezTo>
                    <a:pt x="1946" y="23770"/>
                    <a:pt x="3861" y="23800"/>
                    <a:pt x="5776" y="23800"/>
                  </a:cubicBezTo>
                  <a:cubicBezTo>
                    <a:pt x="7843" y="23800"/>
                    <a:pt x="9879" y="23770"/>
                    <a:pt x="11946" y="23770"/>
                  </a:cubicBezTo>
                  <a:cubicBezTo>
                    <a:pt x="12098" y="23587"/>
                    <a:pt x="12250" y="23344"/>
                    <a:pt x="12432" y="23192"/>
                  </a:cubicBezTo>
                  <a:lnTo>
                    <a:pt x="23101" y="12523"/>
                  </a:lnTo>
                  <a:cubicBezTo>
                    <a:pt x="23314" y="12371"/>
                    <a:pt x="23497" y="12189"/>
                    <a:pt x="23679" y="12037"/>
                  </a:cubicBezTo>
                  <a:cubicBezTo>
                    <a:pt x="23679" y="11642"/>
                    <a:pt x="23709" y="11277"/>
                    <a:pt x="23709" y="10882"/>
                  </a:cubicBezTo>
                  <a:lnTo>
                    <a:pt x="23709" y="1398"/>
                  </a:lnTo>
                  <a:cubicBezTo>
                    <a:pt x="23709" y="943"/>
                    <a:pt x="23770" y="517"/>
                    <a:pt x="23770" y="61"/>
                  </a:cubicBezTo>
                  <a:lnTo>
                    <a:pt x="23679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8483121" y="4127302"/>
              <a:ext cx="277395" cy="285759"/>
            </a:xfrm>
            <a:custGeom>
              <a:avLst/>
              <a:gdLst/>
              <a:ahLst/>
              <a:cxnLst/>
              <a:rect l="l" t="t" r="r" b="b"/>
              <a:pathLst>
                <a:path w="11764" h="11856" extrusionOk="0">
                  <a:moveTo>
                    <a:pt x="11733" y="1"/>
                  </a:moveTo>
                  <a:cubicBezTo>
                    <a:pt x="11551" y="153"/>
                    <a:pt x="11368" y="305"/>
                    <a:pt x="11155" y="487"/>
                  </a:cubicBezTo>
                  <a:lnTo>
                    <a:pt x="486" y="11156"/>
                  </a:lnTo>
                  <a:cubicBezTo>
                    <a:pt x="304" y="11369"/>
                    <a:pt x="152" y="11551"/>
                    <a:pt x="0" y="11734"/>
                  </a:cubicBezTo>
                  <a:cubicBezTo>
                    <a:pt x="304" y="11734"/>
                    <a:pt x="608" y="11764"/>
                    <a:pt x="912" y="11855"/>
                  </a:cubicBezTo>
                  <a:lnTo>
                    <a:pt x="1125" y="11855"/>
                  </a:lnTo>
                  <a:cubicBezTo>
                    <a:pt x="4134" y="11855"/>
                    <a:pt x="7174" y="11825"/>
                    <a:pt x="10183" y="11825"/>
                  </a:cubicBezTo>
                  <a:cubicBezTo>
                    <a:pt x="10699" y="11825"/>
                    <a:pt x="11247" y="11764"/>
                    <a:pt x="11763" y="11764"/>
                  </a:cubicBezTo>
                  <a:lnTo>
                    <a:pt x="11763" y="5837"/>
                  </a:lnTo>
                  <a:cubicBezTo>
                    <a:pt x="11763" y="3861"/>
                    <a:pt x="11733" y="1916"/>
                    <a:pt x="11733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8212888" y="4421807"/>
              <a:ext cx="541161" cy="542162"/>
            </a:xfrm>
            <a:custGeom>
              <a:avLst/>
              <a:gdLst/>
              <a:ahLst/>
              <a:cxnLst/>
              <a:rect l="l" t="t" r="r" b="b"/>
              <a:pathLst>
                <a:path w="22950" h="22494" extrusionOk="0">
                  <a:moveTo>
                    <a:pt x="16810" y="16323"/>
                  </a:moveTo>
                  <a:cubicBezTo>
                    <a:pt x="16810" y="16337"/>
                    <a:pt x="16816" y="16351"/>
                    <a:pt x="16823" y="16365"/>
                  </a:cubicBezTo>
                  <a:lnTo>
                    <a:pt x="16823" y="16365"/>
                  </a:lnTo>
                  <a:cubicBezTo>
                    <a:pt x="16815" y="16359"/>
                    <a:pt x="16810" y="16354"/>
                    <a:pt x="16810" y="16354"/>
                  </a:cubicBezTo>
                  <a:cubicBezTo>
                    <a:pt x="16779" y="16354"/>
                    <a:pt x="16810" y="16323"/>
                    <a:pt x="16810" y="16323"/>
                  </a:cubicBezTo>
                  <a:close/>
                  <a:moveTo>
                    <a:pt x="12463" y="1"/>
                  </a:moveTo>
                  <a:cubicBezTo>
                    <a:pt x="12129" y="1369"/>
                    <a:pt x="11794" y="2797"/>
                    <a:pt x="11460" y="4165"/>
                  </a:cubicBezTo>
                  <a:lnTo>
                    <a:pt x="11217" y="4165"/>
                  </a:lnTo>
                  <a:cubicBezTo>
                    <a:pt x="10913" y="2889"/>
                    <a:pt x="10609" y="1612"/>
                    <a:pt x="10305" y="366"/>
                  </a:cubicBezTo>
                  <a:cubicBezTo>
                    <a:pt x="10184" y="366"/>
                    <a:pt x="10123" y="396"/>
                    <a:pt x="10001" y="396"/>
                  </a:cubicBezTo>
                  <a:cubicBezTo>
                    <a:pt x="10001" y="1034"/>
                    <a:pt x="9971" y="1733"/>
                    <a:pt x="9971" y="2372"/>
                  </a:cubicBezTo>
                  <a:cubicBezTo>
                    <a:pt x="9971" y="2980"/>
                    <a:pt x="9940" y="3618"/>
                    <a:pt x="9940" y="4256"/>
                  </a:cubicBezTo>
                  <a:cubicBezTo>
                    <a:pt x="9849" y="4256"/>
                    <a:pt x="9788" y="4317"/>
                    <a:pt x="9697" y="4317"/>
                  </a:cubicBezTo>
                  <a:cubicBezTo>
                    <a:pt x="9424" y="3740"/>
                    <a:pt x="9180" y="3162"/>
                    <a:pt x="8877" y="2645"/>
                  </a:cubicBezTo>
                  <a:cubicBezTo>
                    <a:pt x="8573" y="2098"/>
                    <a:pt x="8481" y="1430"/>
                    <a:pt x="7843" y="913"/>
                  </a:cubicBezTo>
                  <a:lnTo>
                    <a:pt x="7843" y="913"/>
                  </a:lnTo>
                  <a:cubicBezTo>
                    <a:pt x="7904" y="2281"/>
                    <a:pt x="8329" y="3466"/>
                    <a:pt x="8238" y="4712"/>
                  </a:cubicBezTo>
                  <a:cubicBezTo>
                    <a:pt x="7539" y="3892"/>
                    <a:pt x="6810" y="3010"/>
                    <a:pt x="6141" y="2189"/>
                  </a:cubicBezTo>
                  <a:cubicBezTo>
                    <a:pt x="6071" y="2236"/>
                    <a:pt x="6019" y="2301"/>
                    <a:pt x="6026" y="2301"/>
                  </a:cubicBezTo>
                  <a:cubicBezTo>
                    <a:pt x="6028" y="2301"/>
                    <a:pt x="6036" y="2295"/>
                    <a:pt x="6050" y="2281"/>
                  </a:cubicBezTo>
                  <a:cubicBezTo>
                    <a:pt x="6384" y="3284"/>
                    <a:pt x="6779" y="4226"/>
                    <a:pt x="7114" y="5229"/>
                  </a:cubicBezTo>
                  <a:lnTo>
                    <a:pt x="7114" y="5442"/>
                  </a:lnTo>
                  <a:lnTo>
                    <a:pt x="6992" y="5320"/>
                  </a:lnTo>
                  <a:cubicBezTo>
                    <a:pt x="6688" y="5138"/>
                    <a:pt x="6445" y="4955"/>
                    <a:pt x="6171" y="4712"/>
                  </a:cubicBezTo>
                  <a:cubicBezTo>
                    <a:pt x="5472" y="4226"/>
                    <a:pt x="4834" y="3709"/>
                    <a:pt x="4196" y="3162"/>
                  </a:cubicBezTo>
                  <a:cubicBezTo>
                    <a:pt x="4165" y="3253"/>
                    <a:pt x="4074" y="3284"/>
                    <a:pt x="4044" y="3314"/>
                  </a:cubicBezTo>
                  <a:cubicBezTo>
                    <a:pt x="4682" y="4317"/>
                    <a:pt x="5290" y="5259"/>
                    <a:pt x="5898" y="6232"/>
                  </a:cubicBezTo>
                  <a:cubicBezTo>
                    <a:pt x="5928" y="6323"/>
                    <a:pt x="6019" y="6384"/>
                    <a:pt x="6050" y="6475"/>
                  </a:cubicBezTo>
                  <a:cubicBezTo>
                    <a:pt x="5928" y="6475"/>
                    <a:pt x="5867" y="6445"/>
                    <a:pt x="5746" y="6445"/>
                  </a:cubicBezTo>
                  <a:cubicBezTo>
                    <a:pt x="4652" y="5898"/>
                    <a:pt x="3588" y="5381"/>
                    <a:pt x="2524" y="4834"/>
                  </a:cubicBezTo>
                  <a:cubicBezTo>
                    <a:pt x="2493" y="4925"/>
                    <a:pt x="2433" y="4955"/>
                    <a:pt x="2402" y="5016"/>
                  </a:cubicBezTo>
                  <a:cubicBezTo>
                    <a:pt x="3314" y="5898"/>
                    <a:pt x="4196" y="6810"/>
                    <a:pt x="5107" y="7691"/>
                  </a:cubicBezTo>
                  <a:cubicBezTo>
                    <a:pt x="5077" y="7721"/>
                    <a:pt x="5016" y="7813"/>
                    <a:pt x="4986" y="7843"/>
                  </a:cubicBezTo>
                  <a:cubicBezTo>
                    <a:pt x="3709" y="7448"/>
                    <a:pt x="2402" y="7113"/>
                    <a:pt x="1126" y="6749"/>
                  </a:cubicBezTo>
                  <a:lnTo>
                    <a:pt x="1126" y="6749"/>
                  </a:lnTo>
                  <a:cubicBezTo>
                    <a:pt x="2098" y="7661"/>
                    <a:pt x="3314" y="8208"/>
                    <a:pt x="4256" y="9211"/>
                  </a:cubicBezTo>
                  <a:lnTo>
                    <a:pt x="396" y="8968"/>
                  </a:lnTo>
                  <a:cubicBezTo>
                    <a:pt x="396" y="9028"/>
                    <a:pt x="366" y="9089"/>
                    <a:pt x="366" y="9120"/>
                  </a:cubicBezTo>
                  <a:cubicBezTo>
                    <a:pt x="1612" y="9636"/>
                    <a:pt x="2828" y="10092"/>
                    <a:pt x="4074" y="10548"/>
                  </a:cubicBezTo>
                  <a:cubicBezTo>
                    <a:pt x="4074" y="10609"/>
                    <a:pt x="4044" y="10639"/>
                    <a:pt x="4044" y="10731"/>
                  </a:cubicBezTo>
                  <a:cubicBezTo>
                    <a:pt x="2676" y="10913"/>
                    <a:pt x="1338" y="11095"/>
                    <a:pt x="1" y="11308"/>
                  </a:cubicBezTo>
                  <a:lnTo>
                    <a:pt x="1" y="11460"/>
                  </a:lnTo>
                  <a:cubicBezTo>
                    <a:pt x="1369" y="11673"/>
                    <a:pt x="2706" y="11855"/>
                    <a:pt x="4074" y="12098"/>
                  </a:cubicBezTo>
                  <a:lnTo>
                    <a:pt x="4074" y="12281"/>
                  </a:lnTo>
                  <a:cubicBezTo>
                    <a:pt x="2797" y="12767"/>
                    <a:pt x="1490" y="13223"/>
                    <a:pt x="214" y="13740"/>
                  </a:cubicBezTo>
                  <a:cubicBezTo>
                    <a:pt x="214" y="13770"/>
                    <a:pt x="244" y="13801"/>
                    <a:pt x="244" y="13831"/>
                  </a:cubicBezTo>
                  <a:cubicBezTo>
                    <a:pt x="1642" y="13770"/>
                    <a:pt x="3010" y="13649"/>
                    <a:pt x="4408" y="13588"/>
                  </a:cubicBezTo>
                  <a:cubicBezTo>
                    <a:pt x="4469" y="13649"/>
                    <a:pt x="4469" y="13679"/>
                    <a:pt x="4500" y="13770"/>
                  </a:cubicBezTo>
                  <a:cubicBezTo>
                    <a:pt x="3405" y="14439"/>
                    <a:pt x="2281" y="15168"/>
                    <a:pt x="1186" y="15867"/>
                  </a:cubicBezTo>
                  <a:cubicBezTo>
                    <a:pt x="1217" y="15928"/>
                    <a:pt x="1217" y="15959"/>
                    <a:pt x="1278" y="16050"/>
                  </a:cubicBezTo>
                  <a:lnTo>
                    <a:pt x="4925" y="15016"/>
                  </a:lnTo>
                  <a:cubicBezTo>
                    <a:pt x="4955" y="15047"/>
                    <a:pt x="4986" y="15138"/>
                    <a:pt x="5016" y="15199"/>
                  </a:cubicBezTo>
                  <a:lnTo>
                    <a:pt x="4104" y="16111"/>
                  </a:lnTo>
                  <a:cubicBezTo>
                    <a:pt x="3557" y="16718"/>
                    <a:pt x="2980" y="17296"/>
                    <a:pt x="2402" y="17904"/>
                  </a:cubicBezTo>
                  <a:lnTo>
                    <a:pt x="2433" y="17934"/>
                  </a:lnTo>
                  <a:lnTo>
                    <a:pt x="3466" y="17478"/>
                  </a:lnTo>
                  <a:lnTo>
                    <a:pt x="5867" y="16232"/>
                  </a:lnTo>
                  <a:cubicBezTo>
                    <a:pt x="5928" y="16263"/>
                    <a:pt x="5989" y="16354"/>
                    <a:pt x="6019" y="16384"/>
                  </a:cubicBezTo>
                  <a:cubicBezTo>
                    <a:pt x="5867" y="16658"/>
                    <a:pt x="5685" y="16962"/>
                    <a:pt x="5472" y="17235"/>
                  </a:cubicBezTo>
                  <a:cubicBezTo>
                    <a:pt x="4986" y="18026"/>
                    <a:pt x="4469" y="18816"/>
                    <a:pt x="3952" y="19606"/>
                  </a:cubicBezTo>
                  <a:cubicBezTo>
                    <a:pt x="4378" y="19302"/>
                    <a:pt x="4834" y="19059"/>
                    <a:pt x="5259" y="18755"/>
                  </a:cubicBezTo>
                  <a:cubicBezTo>
                    <a:pt x="5867" y="18238"/>
                    <a:pt x="6445" y="17752"/>
                    <a:pt x="7053" y="17266"/>
                  </a:cubicBezTo>
                  <a:lnTo>
                    <a:pt x="7053" y="17266"/>
                  </a:lnTo>
                  <a:cubicBezTo>
                    <a:pt x="6810" y="18542"/>
                    <a:pt x="6232" y="19667"/>
                    <a:pt x="5867" y="20822"/>
                  </a:cubicBezTo>
                  <a:cubicBezTo>
                    <a:pt x="5928" y="20883"/>
                    <a:pt x="5989" y="20913"/>
                    <a:pt x="6050" y="20943"/>
                  </a:cubicBezTo>
                  <a:cubicBezTo>
                    <a:pt x="6840" y="19971"/>
                    <a:pt x="7600" y="18998"/>
                    <a:pt x="8512" y="17874"/>
                  </a:cubicBezTo>
                  <a:lnTo>
                    <a:pt x="8512" y="17874"/>
                  </a:lnTo>
                  <a:cubicBezTo>
                    <a:pt x="8451" y="19363"/>
                    <a:pt x="7965" y="20579"/>
                    <a:pt x="8147" y="21886"/>
                  </a:cubicBezTo>
                  <a:cubicBezTo>
                    <a:pt x="8664" y="20761"/>
                    <a:pt x="9241" y="19606"/>
                    <a:pt x="9819" y="18481"/>
                  </a:cubicBezTo>
                  <a:cubicBezTo>
                    <a:pt x="9880" y="18481"/>
                    <a:pt x="9940" y="18512"/>
                    <a:pt x="10001" y="18512"/>
                  </a:cubicBezTo>
                  <a:cubicBezTo>
                    <a:pt x="10092" y="19819"/>
                    <a:pt x="10123" y="21095"/>
                    <a:pt x="10153" y="22402"/>
                  </a:cubicBezTo>
                  <a:lnTo>
                    <a:pt x="10336" y="22402"/>
                  </a:lnTo>
                  <a:cubicBezTo>
                    <a:pt x="10761" y="21187"/>
                    <a:pt x="10913" y="19849"/>
                    <a:pt x="11460" y="18481"/>
                  </a:cubicBezTo>
                  <a:cubicBezTo>
                    <a:pt x="11946" y="19971"/>
                    <a:pt x="12098" y="21278"/>
                    <a:pt x="12615" y="22494"/>
                  </a:cubicBezTo>
                  <a:cubicBezTo>
                    <a:pt x="12767" y="21217"/>
                    <a:pt x="12676" y="19880"/>
                    <a:pt x="12980" y="18390"/>
                  </a:cubicBezTo>
                  <a:cubicBezTo>
                    <a:pt x="13740" y="19728"/>
                    <a:pt x="14196" y="20943"/>
                    <a:pt x="14895" y="22007"/>
                  </a:cubicBezTo>
                  <a:cubicBezTo>
                    <a:pt x="14956" y="21734"/>
                    <a:pt x="14895" y="21551"/>
                    <a:pt x="14864" y="21339"/>
                  </a:cubicBezTo>
                  <a:cubicBezTo>
                    <a:pt x="14716" y="20242"/>
                    <a:pt x="14568" y="19204"/>
                    <a:pt x="14420" y="18139"/>
                  </a:cubicBezTo>
                  <a:lnTo>
                    <a:pt x="14420" y="18139"/>
                  </a:lnTo>
                  <a:cubicBezTo>
                    <a:pt x="15014" y="18881"/>
                    <a:pt x="15609" y="19623"/>
                    <a:pt x="16232" y="20336"/>
                  </a:cubicBezTo>
                  <a:cubicBezTo>
                    <a:pt x="16384" y="20488"/>
                    <a:pt x="16567" y="20609"/>
                    <a:pt x="16719" y="20761"/>
                  </a:cubicBezTo>
                  <a:cubicBezTo>
                    <a:pt x="16567" y="19545"/>
                    <a:pt x="15959" y="18542"/>
                    <a:pt x="15868" y="17387"/>
                  </a:cubicBezTo>
                  <a:lnTo>
                    <a:pt x="15868" y="17387"/>
                  </a:lnTo>
                  <a:cubicBezTo>
                    <a:pt x="16719" y="18056"/>
                    <a:pt x="17630" y="18785"/>
                    <a:pt x="18512" y="19454"/>
                  </a:cubicBezTo>
                  <a:cubicBezTo>
                    <a:pt x="18603" y="19424"/>
                    <a:pt x="18634" y="19363"/>
                    <a:pt x="18694" y="19302"/>
                  </a:cubicBezTo>
                  <a:cubicBezTo>
                    <a:pt x="18512" y="18998"/>
                    <a:pt x="18360" y="18755"/>
                    <a:pt x="18178" y="18451"/>
                  </a:cubicBezTo>
                  <a:cubicBezTo>
                    <a:pt x="17762" y="17768"/>
                    <a:pt x="17317" y="17114"/>
                    <a:pt x="16900" y="16432"/>
                  </a:cubicBezTo>
                  <a:lnTo>
                    <a:pt x="16900" y="16432"/>
                  </a:lnTo>
                  <a:cubicBezTo>
                    <a:pt x="17184" y="16514"/>
                    <a:pt x="17466" y="16574"/>
                    <a:pt x="17722" y="16688"/>
                  </a:cubicBezTo>
                  <a:lnTo>
                    <a:pt x="19667" y="17722"/>
                  </a:lnTo>
                  <a:cubicBezTo>
                    <a:pt x="19819" y="17843"/>
                    <a:pt x="20032" y="17874"/>
                    <a:pt x="20427" y="17995"/>
                  </a:cubicBezTo>
                  <a:cubicBezTo>
                    <a:pt x="19576" y="16840"/>
                    <a:pt x="18542" y="16202"/>
                    <a:pt x="17843" y="15260"/>
                  </a:cubicBezTo>
                  <a:cubicBezTo>
                    <a:pt x="17874" y="15199"/>
                    <a:pt x="17904" y="15138"/>
                    <a:pt x="17934" y="15108"/>
                  </a:cubicBezTo>
                  <a:cubicBezTo>
                    <a:pt x="19150" y="15442"/>
                    <a:pt x="20336" y="15746"/>
                    <a:pt x="21552" y="16080"/>
                  </a:cubicBezTo>
                  <a:cubicBezTo>
                    <a:pt x="21582" y="16019"/>
                    <a:pt x="21582" y="15959"/>
                    <a:pt x="21643" y="15898"/>
                  </a:cubicBezTo>
                  <a:cubicBezTo>
                    <a:pt x="20579" y="15168"/>
                    <a:pt x="19424" y="14560"/>
                    <a:pt x="18208" y="13679"/>
                  </a:cubicBezTo>
                  <a:lnTo>
                    <a:pt x="18208" y="13679"/>
                  </a:lnTo>
                  <a:cubicBezTo>
                    <a:pt x="19758" y="13740"/>
                    <a:pt x="21065" y="13770"/>
                    <a:pt x="22403" y="13801"/>
                  </a:cubicBezTo>
                  <a:cubicBezTo>
                    <a:pt x="21430" y="13436"/>
                    <a:pt x="20457" y="13010"/>
                    <a:pt x="19454" y="12615"/>
                  </a:cubicBezTo>
                  <a:cubicBezTo>
                    <a:pt x="19211" y="12524"/>
                    <a:pt x="18937" y="12402"/>
                    <a:pt x="18482" y="12220"/>
                  </a:cubicBezTo>
                  <a:cubicBezTo>
                    <a:pt x="20123" y="11946"/>
                    <a:pt x="21552" y="11703"/>
                    <a:pt x="22950" y="11490"/>
                  </a:cubicBezTo>
                  <a:cubicBezTo>
                    <a:pt x="22919" y="11460"/>
                    <a:pt x="22919" y="11399"/>
                    <a:pt x="22919" y="11369"/>
                  </a:cubicBezTo>
                  <a:cubicBezTo>
                    <a:pt x="21521" y="11217"/>
                    <a:pt x="20153" y="11035"/>
                    <a:pt x="18755" y="10852"/>
                  </a:cubicBezTo>
                  <a:lnTo>
                    <a:pt x="18755" y="10609"/>
                  </a:lnTo>
                  <a:cubicBezTo>
                    <a:pt x="20001" y="10123"/>
                    <a:pt x="21248" y="9667"/>
                    <a:pt x="22494" y="9211"/>
                  </a:cubicBezTo>
                  <a:cubicBezTo>
                    <a:pt x="22494" y="9180"/>
                    <a:pt x="22463" y="9089"/>
                    <a:pt x="22463" y="9059"/>
                  </a:cubicBezTo>
                  <a:lnTo>
                    <a:pt x="18603" y="9272"/>
                  </a:lnTo>
                  <a:cubicBezTo>
                    <a:pt x="18573" y="9241"/>
                    <a:pt x="18573" y="9180"/>
                    <a:pt x="18512" y="9120"/>
                  </a:cubicBezTo>
                  <a:cubicBezTo>
                    <a:pt x="18664" y="9028"/>
                    <a:pt x="18877" y="8816"/>
                    <a:pt x="19059" y="8724"/>
                  </a:cubicBezTo>
                  <a:cubicBezTo>
                    <a:pt x="19941" y="8147"/>
                    <a:pt x="20761" y="7569"/>
                    <a:pt x="21643" y="6992"/>
                  </a:cubicBezTo>
                  <a:lnTo>
                    <a:pt x="21643" y="6992"/>
                  </a:lnTo>
                  <a:cubicBezTo>
                    <a:pt x="21248" y="7053"/>
                    <a:pt x="20883" y="7083"/>
                    <a:pt x="20548" y="7144"/>
                  </a:cubicBezTo>
                  <a:cubicBezTo>
                    <a:pt x="19637" y="7387"/>
                    <a:pt x="18725" y="7661"/>
                    <a:pt x="17722" y="7752"/>
                  </a:cubicBezTo>
                  <a:cubicBezTo>
                    <a:pt x="18573" y="6901"/>
                    <a:pt x="19424" y="5989"/>
                    <a:pt x="20305" y="5107"/>
                  </a:cubicBezTo>
                  <a:lnTo>
                    <a:pt x="20184" y="4986"/>
                  </a:lnTo>
                  <a:cubicBezTo>
                    <a:pt x="19120" y="5533"/>
                    <a:pt x="18056" y="6050"/>
                    <a:pt x="16810" y="6688"/>
                  </a:cubicBezTo>
                  <a:cubicBezTo>
                    <a:pt x="16962" y="6323"/>
                    <a:pt x="17053" y="6141"/>
                    <a:pt x="17144" y="5928"/>
                  </a:cubicBezTo>
                  <a:cubicBezTo>
                    <a:pt x="17661" y="5107"/>
                    <a:pt x="18208" y="4256"/>
                    <a:pt x="18755" y="3436"/>
                  </a:cubicBezTo>
                  <a:lnTo>
                    <a:pt x="18634" y="3314"/>
                  </a:lnTo>
                  <a:cubicBezTo>
                    <a:pt x="17691" y="4044"/>
                    <a:pt x="16779" y="4803"/>
                    <a:pt x="15807" y="5533"/>
                  </a:cubicBezTo>
                  <a:cubicBezTo>
                    <a:pt x="15776" y="5472"/>
                    <a:pt x="15716" y="5442"/>
                    <a:pt x="15655" y="5411"/>
                  </a:cubicBezTo>
                  <a:cubicBezTo>
                    <a:pt x="16050" y="4196"/>
                    <a:pt x="16658" y="3101"/>
                    <a:pt x="17023" y="1885"/>
                  </a:cubicBezTo>
                  <a:cubicBezTo>
                    <a:pt x="16992" y="1885"/>
                    <a:pt x="16931" y="1825"/>
                    <a:pt x="16871" y="1794"/>
                  </a:cubicBezTo>
                  <a:cubicBezTo>
                    <a:pt x="16080" y="2797"/>
                    <a:pt x="15320" y="3740"/>
                    <a:pt x="14561" y="4712"/>
                  </a:cubicBezTo>
                  <a:lnTo>
                    <a:pt x="14348" y="4621"/>
                  </a:lnTo>
                  <a:cubicBezTo>
                    <a:pt x="14378" y="3314"/>
                    <a:pt x="14804" y="2098"/>
                    <a:pt x="14743" y="761"/>
                  </a:cubicBezTo>
                  <a:lnTo>
                    <a:pt x="14743" y="761"/>
                  </a:lnTo>
                  <a:cubicBezTo>
                    <a:pt x="14196" y="1946"/>
                    <a:pt x="13588" y="3132"/>
                    <a:pt x="13010" y="4317"/>
                  </a:cubicBezTo>
                  <a:cubicBezTo>
                    <a:pt x="12585" y="2858"/>
                    <a:pt x="12706" y="1430"/>
                    <a:pt x="12585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504627" y="4410817"/>
              <a:ext cx="5023" cy="9882"/>
            </a:xfrm>
            <a:custGeom>
              <a:avLst/>
              <a:gdLst/>
              <a:ahLst/>
              <a:cxnLst/>
              <a:rect l="l" t="t" r="r" b="b"/>
              <a:pathLst>
                <a:path w="213" h="410" extrusionOk="0">
                  <a:moveTo>
                    <a:pt x="0" y="1"/>
                  </a:moveTo>
                  <a:cubicBezTo>
                    <a:pt x="30" y="123"/>
                    <a:pt x="30" y="275"/>
                    <a:pt x="61" y="396"/>
                  </a:cubicBezTo>
                  <a:cubicBezTo>
                    <a:pt x="81" y="406"/>
                    <a:pt x="98" y="410"/>
                    <a:pt x="113" y="410"/>
                  </a:cubicBezTo>
                  <a:cubicBezTo>
                    <a:pt x="142" y="410"/>
                    <a:pt x="162" y="396"/>
                    <a:pt x="182" y="396"/>
                  </a:cubicBezTo>
                  <a:cubicBezTo>
                    <a:pt x="182" y="275"/>
                    <a:pt x="213" y="153"/>
                    <a:pt x="21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301787" y="4495078"/>
              <a:ext cx="2169" cy="2217"/>
            </a:xfrm>
            <a:custGeom>
              <a:avLst/>
              <a:gdLst/>
              <a:ahLst/>
              <a:cxnLst/>
              <a:rect l="l" t="t" r="r" b="b"/>
              <a:pathLst>
                <a:path w="92" h="92" extrusionOk="0">
                  <a:moveTo>
                    <a:pt x="0" y="0"/>
                  </a:moveTo>
                  <a:cubicBezTo>
                    <a:pt x="0" y="61"/>
                    <a:pt x="61" y="61"/>
                    <a:pt x="91" y="92"/>
                  </a:cubicBezTo>
                  <a:cubicBezTo>
                    <a:pt x="91" y="92"/>
                    <a:pt x="91" y="61"/>
                    <a:pt x="6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8343336" y="4454779"/>
              <a:ext cx="755" cy="1494"/>
            </a:xfrm>
            <a:custGeom>
              <a:avLst/>
              <a:gdLst/>
              <a:ahLst/>
              <a:cxnLst/>
              <a:rect l="l" t="t" r="r" b="b"/>
              <a:pathLst>
                <a:path w="32" h="62" extrusionOk="0">
                  <a:moveTo>
                    <a:pt x="31" y="6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8303932" y="4497271"/>
              <a:ext cx="5023" cy="7351"/>
            </a:xfrm>
            <a:custGeom>
              <a:avLst/>
              <a:gdLst/>
              <a:ahLst/>
              <a:cxnLst/>
              <a:rect l="l" t="t" r="r" b="b"/>
              <a:pathLst>
                <a:path w="213" h="305" extrusionOk="0">
                  <a:moveTo>
                    <a:pt x="0" y="1"/>
                  </a:moveTo>
                  <a:lnTo>
                    <a:pt x="0" y="1"/>
                  </a:lnTo>
                  <a:cubicBezTo>
                    <a:pt x="31" y="61"/>
                    <a:pt x="61" y="183"/>
                    <a:pt x="61" y="305"/>
                  </a:cubicBezTo>
                  <a:cubicBezTo>
                    <a:pt x="91" y="213"/>
                    <a:pt x="183" y="183"/>
                    <a:pt x="213" y="153"/>
                  </a:cubicBezTo>
                  <a:cubicBezTo>
                    <a:pt x="152" y="61"/>
                    <a:pt x="61" y="31"/>
                    <a:pt x="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8508919" y="4409370"/>
              <a:ext cx="251599" cy="285012"/>
            </a:xfrm>
            <a:custGeom>
              <a:avLst/>
              <a:gdLst/>
              <a:ahLst/>
              <a:cxnLst/>
              <a:rect l="l" t="t" r="r" b="b"/>
              <a:pathLst>
                <a:path w="10670" h="11825" extrusionOk="0">
                  <a:moveTo>
                    <a:pt x="8998" y="7326"/>
                  </a:moveTo>
                  <a:lnTo>
                    <a:pt x="9089" y="7417"/>
                  </a:lnTo>
                  <a:cubicBezTo>
                    <a:pt x="9058" y="7417"/>
                    <a:pt x="8967" y="7447"/>
                    <a:pt x="8937" y="7447"/>
                  </a:cubicBezTo>
                  <a:cubicBezTo>
                    <a:pt x="8967" y="7417"/>
                    <a:pt x="8967" y="7356"/>
                    <a:pt x="8998" y="7326"/>
                  </a:cubicBezTo>
                  <a:close/>
                  <a:moveTo>
                    <a:pt x="10669" y="0"/>
                  </a:moveTo>
                  <a:cubicBezTo>
                    <a:pt x="10153" y="0"/>
                    <a:pt x="9605" y="31"/>
                    <a:pt x="9089" y="31"/>
                  </a:cubicBezTo>
                  <a:cubicBezTo>
                    <a:pt x="6080" y="31"/>
                    <a:pt x="3040" y="61"/>
                    <a:pt x="31" y="61"/>
                  </a:cubicBezTo>
                  <a:cubicBezTo>
                    <a:pt x="31" y="213"/>
                    <a:pt x="0" y="335"/>
                    <a:pt x="0" y="456"/>
                  </a:cubicBezTo>
                  <a:cubicBezTo>
                    <a:pt x="122" y="1885"/>
                    <a:pt x="0" y="3344"/>
                    <a:pt x="274" y="4712"/>
                  </a:cubicBezTo>
                  <a:cubicBezTo>
                    <a:pt x="851" y="3526"/>
                    <a:pt x="1459" y="2341"/>
                    <a:pt x="2007" y="1186"/>
                  </a:cubicBezTo>
                  <a:lnTo>
                    <a:pt x="2007" y="1186"/>
                  </a:lnTo>
                  <a:cubicBezTo>
                    <a:pt x="2067" y="2493"/>
                    <a:pt x="1642" y="3769"/>
                    <a:pt x="1611" y="5015"/>
                  </a:cubicBezTo>
                  <a:lnTo>
                    <a:pt x="1824" y="5137"/>
                  </a:lnTo>
                  <a:cubicBezTo>
                    <a:pt x="2614" y="4134"/>
                    <a:pt x="3374" y="3192"/>
                    <a:pt x="4134" y="2189"/>
                  </a:cubicBezTo>
                  <a:cubicBezTo>
                    <a:pt x="4195" y="2189"/>
                    <a:pt x="4256" y="2249"/>
                    <a:pt x="4286" y="2280"/>
                  </a:cubicBezTo>
                  <a:cubicBezTo>
                    <a:pt x="3921" y="3465"/>
                    <a:pt x="3283" y="4590"/>
                    <a:pt x="2918" y="5806"/>
                  </a:cubicBezTo>
                  <a:cubicBezTo>
                    <a:pt x="2979" y="5836"/>
                    <a:pt x="3040" y="5897"/>
                    <a:pt x="3070" y="5927"/>
                  </a:cubicBezTo>
                  <a:cubicBezTo>
                    <a:pt x="4043" y="5198"/>
                    <a:pt x="4955" y="4438"/>
                    <a:pt x="5897" y="3708"/>
                  </a:cubicBezTo>
                  <a:cubicBezTo>
                    <a:pt x="6019" y="3708"/>
                    <a:pt x="6080" y="3678"/>
                    <a:pt x="6201" y="3648"/>
                  </a:cubicBezTo>
                  <a:lnTo>
                    <a:pt x="6201" y="3648"/>
                  </a:lnTo>
                  <a:cubicBezTo>
                    <a:pt x="6171" y="3708"/>
                    <a:pt x="6080" y="3800"/>
                    <a:pt x="6049" y="3860"/>
                  </a:cubicBezTo>
                  <a:lnTo>
                    <a:pt x="4438" y="6383"/>
                  </a:lnTo>
                  <a:cubicBezTo>
                    <a:pt x="4347" y="6566"/>
                    <a:pt x="4256" y="6748"/>
                    <a:pt x="4104" y="7143"/>
                  </a:cubicBezTo>
                  <a:cubicBezTo>
                    <a:pt x="5350" y="6505"/>
                    <a:pt x="6414" y="5958"/>
                    <a:pt x="7478" y="5441"/>
                  </a:cubicBezTo>
                  <a:lnTo>
                    <a:pt x="7721" y="5441"/>
                  </a:lnTo>
                  <a:lnTo>
                    <a:pt x="7599" y="5532"/>
                  </a:lnTo>
                  <a:cubicBezTo>
                    <a:pt x="6779" y="6414"/>
                    <a:pt x="5897" y="7326"/>
                    <a:pt x="5016" y="8207"/>
                  </a:cubicBezTo>
                  <a:cubicBezTo>
                    <a:pt x="6019" y="8085"/>
                    <a:pt x="6931" y="7812"/>
                    <a:pt x="7842" y="7599"/>
                  </a:cubicBezTo>
                  <a:cubicBezTo>
                    <a:pt x="8177" y="7508"/>
                    <a:pt x="8542" y="7478"/>
                    <a:pt x="8937" y="7447"/>
                  </a:cubicBezTo>
                  <a:lnTo>
                    <a:pt x="8937" y="7447"/>
                  </a:lnTo>
                  <a:cubicBezTo>
                    <a:pt x="8055" y="8025"/>
                    <a:pt x="7235" y="8572"/>
                    <a:pt x="6353" y="9149"/>
                  </a:cubicBezTo>
                  <a:cubicBezTo>
                    <a:pt x="6171" y="9271"/>
                    <a:pt x="6019" y="9423"/>
                    <a:pt x="5806" y="9575"/>
                  </a:cubicBezTo>
                  <a:cubicBezTo>
                    <a:pt x="5867" y="9605"/>
                    <a:pt x="5867" y="9696"/>
                    <a:pt x="5897" y="9727"/>
                  </a:cubicBezTo>
                  <a:lnTo>
                    <a:pt x="9757" y="9484"/>
                  </a:lnTo>
                  <a:cubicBezTo>
                    <a:pt x="9757" y="9544"/>
                    <a:pt x="9818" y="9605"/>
                    <a:pt x="9818" y="9636"/>
                  </a:cubicBezTo>
                  <a:cubicBezTo>
                    <a:pt x="8542" y="10152"/>
                    <a:pt x="7295" y="10608"/>
                    <a:pt x="6049" y="11064"/>
                  </a:cubicBezTo>
                  <a:lnTo>
                    <a:pt x="6049" y="11277"/>
                  </a:lnTo>
                  <a:cubicBezTo>
                    <a:pt x="7447" y="11429"/>
                    <a:pt x="8815" y="11611"/>
                    <a:pt x="10213" y="11824"/>
                  </a:cubicBezTo>
                  <a:cubicBezTo>
                    <a:pt x="10365" y="11824"/>
                    <a:pt x="10487" y="11763"/>
                    <a:pt x="10608" y="11763"/>
                  </a:cubicBezTo>
                  <a:cubicBezTo>
                    <a:pt x="10608" y="11368"/>
                    <a:pt x="10639" y="10973"/>
                    <a:pt x="10639" y="10547"/>
                  </a:cubicBezTo>
                  <a:cubicBezTo>
                    <a:pt x="10669" y="7022"/>
                    <a:pt x="10669" y="3526"/>
                    <a:pt x="10669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8618592" y="4815939"/>
              <a:ext cx="2169" cy="1494"/>
            </a:xfrm>
            <a:custGeom>
              <a:avLst/>
              <a:gdLst/>
              <a:ahLst/>
              <a:cxnLst/>
              <a:rect l="l" t="t" r="r" b="b"/>
              <a:pathLst>
                <a:path w="92" h="62" extrusionOk="0">
                  <a:moveTo>
                    <a:pt x="0" y="1"/>
                  </a:moveTo>
                  <a:lnTo>
                    <a:pt x="0" y="31"/>
                  </a:lnTo>
                  <a:cubicBezTo>
                    <a:pt x="61" y="31"/>
                    <a:pt x="61" y="62"/>
                    <a:pt x="91" y="62"/>
                  </a:cubicBezTo>
                  <a:cubicBezTo>
                    <a:pt x="61" y="31"/>
                    <a:pt x="61" y="1"/>
                    <a:pt x="0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8353381" y="4579315"/>
              <a:ext cx="24" cy="2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8345505" y="4574929"/>
              <a:ext cx="7899" cy="4411"/>
            </a:xfrm>
            <a:custGeom>
              <a:avLst/>
              <a:gdLst/>
              <a:ahLst/>
              <a:cxnLst/>
              <a:rect l="l" t="t" r="r" b="b"/>
              <a:pathLst>
                <a:path w="335" h="183" extrusionOk="0">
                  <a:moveTo>
                    <a:pt x="122" y="1"/>
                  </a:moveTo>
                  <a:cubicBezTo>
                    <a:pt x="91" y="31"/>
                    <a:pt x="61" y="122"/>
                    <a:pt x="0" y="153"/>
                  </a:cubicBezTo>
                  <a:cubicBezTo>
                    <a:pt x="122" y="153"/>
                    <a:pt x="213" y="183"/>
                    <a:pt x="335" y="183"/>
                  </a:cubicBezTo>
                  <a:cubicBezTo>
                    <a:pt x="274" y="122"/>
                    <a:pt x="213" y="31"/>
                    <a:pt x="122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374155" y="4550031"/>
              <a:ext cx="2900" cy="5881"/>
            </a:xfrm>
            <a:custGeom>
              <a:avLst/>
              <a:gdLst/>
              <a:ahLst/>
              <a:cxnLst/>
              <a:rect l="l" t="t" r="r" b="b"/>
              <a:pathLst>
                <a:path w="123" h="244" extrusionOk="0">
                  <a:moveTo>
                    <a:pt x="123" y="0"/>
                  </a:moveTo>
                  <a:lnTo>
                    <a:pt x="1" y="122"/>
                  </a:lnTo>
                  <a:lnTo>
                    <a:pt x="123" y="24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640711" y="4610070"/>
              <a:ext cx="3608" cy="2965"/>
            </a:xfrm>
            <a:custGeom>
              <a:avLst/>
              <a:gdLst/>
              <a:ahLst/>
              <a:cxnLst/>
              <a:rect l="l" t="t" r="r" b="b"/>
              <a:pathLst>
                <a:path w="153" h="123" extrusionOk="0">
                  <a:moveTo>
                    <a:pt x="91" y="1"/>
                  </a:moveTo>
                  <a:cubicBezTo>
                    <a:pt x="31" y="31"/>
                    <a:pt x="31" y="92"/>
                    <a:pt x="0" y="122"/>
                  </a:cubicBezTo>
                  <a:cubicBezTo>
                    <a:pt x="31" y="92"/>
                    <a:pt x="91" y="92"/>
                    <a:pt x="152" y="61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8670186" y="4497259"/>
              <a:ext cx="24" cy="2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8607721" y="4565384"/>
              <a:ext cx="5046" cy="2941"/>
            </a:xfrm>
            <a:custGeom>
              <a:avLst/>
              <a:gdLst/>
              <a:ahLst/>
              <a:cxnLst/>
              <a:rect l="l" t="t" r="r" b="b"/>
              <a:pathLst>
                <a:path w="214" h="122" extrusionOk="0">
                  <a:moveTo>
                    <a:pt x="1" y="0"/>
                  </a:moveTo>
                  <a:lnTo>
                    <a:pt x="123" y="122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8663749" y="4497259"/>
              <a:ext cx="6461" cy="5158"/>
            </a:xfrm>
            <a:custGeom>
              <a:avLst/>
              <a:gdLst/>
              <a:ahLst/>
              <a:cxnLst/>
              <a:rect l="l" t="t" r="r" b="b"/>
              <a:pathLst>
                <a:path w="274" h="214" extrusionOk="0">
                  <a:moveTo>
                    <a:pt x="274" y="1"/>
                  </a:moveTo>
                  <a:cubicBezTo>
                    <a:pt x="183" y="31"/>
                    <a:pt x="61" y="61"/>
                    <a:pt x="0" y="122"/>
                  </a:cubicBezTo>
                  <a:lnTo>
                    <a:pt x="122" y="213"/>
                  </a:lnTo>
                  <a:cubicBezTo>
                    <a:pt x="152" y="153"/>
                    <a:pt x="213" y="61"/>
                    <a:pt x="274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-10425" y="4956675"/>
              <a:ext cx="9144000" cy="219900"/>
            </a:xfrm>
            <a:prstGeom prst="rect">
              <a:avLst/>
            </a:prstGeom>
            <a:solidFill>
              <a:srgbClr val="FFF7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43727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3" name="Google Shape;153;p3"/>
          <p:cNvSpPr txBox="1">
            <a:spLocks noGrp="1"/>
          </p:cNvSpPr>
          <p:nvPr>
            <p:ph type="subTitle" idx="1"/>
          </p:nvPr>
        </p:nvSpPr>
        <p:spPr>
          <a:xfrm>
            <a:off x="732925" y="3132175"/>
            <a:ext cx="77040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"/>
          <p:cNvSpPr/>
          <p:nvPr/>
        </p:nvSpPr>
        <p:spPr>
          <a:xfrm>
            <a:off x="701225" y="1222450"/>
            <a:ext cx="3732600" cy="3182700"/>
          </a:xfrm>
          <a:prstGeom prst="round1Rect">
            <a:avLst>
              <a:gd name="adj" fmla="val 50000"/>
            </a:avLst>
          </a:prstGeom>
          <a:solidFill>
            <a:srgbClr val="8386EA">
              <a:alpha val="42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5"/>
          <p:cNvSpPr/>
          <p:nvPr/>
        </p:nvSpPr>
        <p:spPr>
          <a:xfrm rot="-5400000">
            <a:off x="4910950" y="1004050"/>
            <a:ext cx="3295800" cy="3732600"/>
          </a:xfrm>
          <a:prstGeom prst="rect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"/>
          <p:cNvSpPr txBox="1">
            <a:spLocks noGrp="1"/>
          </p:cNvSpPr>
          <p:nvPr>
            <p:ph type="subTitle" idx="1"/>
          </p:nvPr>
        </p:nvSpPr>
        <p:spPr>
          <a:xfrm>
            <a:off x="1128863" y="2033450"/>
            <a:ext cx="28773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7" name="Google Shape;357;p5"/>
          <p:cNvSpPr txBox="1">
            <a:spLocks noGrp="1"/>
          </p:cNvSpPr>
          <p:nvPr>
            <p:ph type="subTitle" idx="2"/>
          </p:nvPr>
        </p:nvSpPr>
        <p:spPr>
          <a:xfrm>
            <a:off x="5120190" y="2033450"/>
            <a:ext cx="28773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8" name="Google Shape;358;p5"/>
          <p:cNvSpPr txBox="1">
            <a:spLocks noGrp="1"/>
          </p:cNvSpPr>
          <p:nvPr>
            <p:ph type="subTitle" idx="3"/>
          </p:nvPr>
        </p:nvSpPr>
        <p:spPr>
          <a:xfrm>
            <a:off x="1128863" y="2647475"/>
            <a:ext cx="28773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5"/>
          <p:cNvSpPr txBox="1">
            <a:spLocks noGrp="1"/>
          </p:cNvSpPr>
          <p:nvPr>
            <p:ph type="subTitle" idx="4"/>
          </p:nvPr>
        </p:nvSpPr>
        <p:spPr>
          <a:xfrm>
            <a:off x="5120190" y="2647475"/>
            <a:ext cx="28773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5"/>
          <p:cNvGrpSpPr/>
          <p:nvPr/>
        </p:nvGrpSpPr>
        <p:grpSpPr>
          <a:xfrm flipH="1">
            <a:off x="701225" y="4391874"/>
            <a:ext cx="7727577" cy="563882"/>
            <a:chOff x="701225" y="4391874"/>
            <a:chExt cx="7727577" cy="563882"/>
          </a:xfrm>
        </p:grpSpPr>
        <p:sp>
          <p:nvSpPr>
            <p:cNvPr id="362" name="Google Shape;362;p5"/>
            <p:cNvSpPr/>
            <p:nvPr/>
          </p:nvSpPr>
          <p:spPr>
            <a:xfrm rot="5400000">
              <a:off x="703925" y="4395630"/>
              <a:ext cx="546900" cy="552300"/>
            </a:xfrm>
            <a:prstGeom prst="rect">
              <a:avLst/>
            </a:pr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 rot="5400000">
              <a:off x="3191005" y="2909789"/>
              <a:ext cx="536700" cy="3525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 rot="5400000">
              <a:off x="699658" y="4678798"/>
              <a:ext cx="275915" cy="272365"/>
            </a:xfrm>
            <a:custGeom>
              <a:avLst/>
              <a:gdLst/>
              <a:ahLst/>
              <a:cxnLst/>
              <a:rect l="l" t="t" r="r" b="b"/>
              <a:pathLst>
                <a:path w="11795" h="11642" extrusionOk="0">
                  <a:moveTo>
                    <a:pt x="11581" y="0"/>
                  </a:moveTo>
                  <a:cubicBezTo>
                    <a:pt x="7751" y="3800"/>
                    <a:pt x="3952" y="7630"/>
                    <a:pt x="153" y="11429"/>
                  </a:cubicBezTo>
                  <a:cubicBezTo>
                    <a:pt x="61" y="11490"/>
                    <a:pt x="31" y="11581"/>
                    <a:pt x="1" y="11642"/>
                  </a:cubicBezTo>
                  <a:lnTo>
                    <a:pt x="11794" y="11642"/>
                  </a:lnTo>
                  <a:cubicBezTo>
                    <a:pt x="11733" y="7812"/>
                    <a:pt x="11733" y="3952"/>
                    <a:pt x="11733" y="61"/>
                  </a:cubicBezTo>
                  <a:cubicBezTo>
                    <a:pt x="11703" y="31"/>
                    <a:pt x="11642" y="31"/>
                    <a:pt x="1158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 rot="5400000">
              <a:off x="704433" y="4394351"/>
              <a:ext cx="272335" cy="273090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0" y="1"/>
                  </a:moveTo>
                  <a:lnTo>
                    <a:pt x="0" y="8998"/>
                  </a:lnTo>
                  <a:lnTo>
                    <a:pt x="0" y="10123"/>
                  </a:lnTo>
                  <a:cubicBezTo>
                    <a:pt x="31" y="10670"/>
                    <a:pt x="31" y="11156"/>
                    <a:pt x="61" y="11673"/>
                  </a:cubicBezTo>
                  <a:lnTo>
                    <a:pt x="11642" y="11673"/>
                  </a:lnTo>
                  <a:cubicBezTo>
                    <a:pt x="11520" y="11521"/>
                    <a:pt x="11460" y="11338"/>
                    <a:pt x="11338" y="11217"/>
                  </a:cubicBezTo>
                  <a:cubicBezTo>
                    <a:pt x="7782" y="7600"/>
                    <a:pt x="4165" y="4043"/>
                    <a:pt x="548" y="426"/>
                  </a:cubicBezTo>
                  <a:cubicBezTo>
                    <a:pt x="456" y="335"/>
                    <a:pt x="304" y="244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 rot="5400000">
              <a:off x="4594754" y="4397892"/>
              <a:ext cx="546800" cy="551841"/>
            </a:xfrm>
            <a:custGeom>
              <a:avLst/>
              <a:gdLst/>
              <a:ahLst/>
              <a:cxnLst/>
              <a:rect l="l" t="t" r="r" b="b"/>
              <a:pathLst>
                <a:path w="23375" h="23588" extrusionOk="0">
                  <a:moveTo>
                    <a:pt x="16566" y="1"/>
                  </a:moveTo>
                  <a:cubicBezTo>
                    <a:pt x="14864" y="1824"/>
                    <a:pt x="13314" y="3466"/>
                    <a:pt x="11703" y="5168"/>
                  </a:cubicBezTo>
                  <a:cubicBezTo>
                    <a:pt x="10062" y="3466"/>
                    <a:pt x="8542" y="1794"/>
                    <a:pt x="6992" y="153"/>
                  </a:cubicBezTo>
                  <a:cubicBezTo>
                    <a:pt x="6931" y="214"/>
                    <a:pt x="6870" y="214"/>
                    <a:pt x="6809" y="244"/>
                  </a:cubicBezTo>
                  <a:cubicBezTo>
                    <a:pt x="6870" y="2493"/>
                    <a:pt x="6931" y="4712"/>
                    <a:pt x="6992" y="7083"/>
                  </a:cubicBezTo>
                  <a:cubicBezTo>
                    <a:pt x="4651" y="6992"/>
                    <a:pt x="2402" y="6961"/>
                    <a:pt x="153" y="6901"/>
                  </a:cubicBezTo>
                  <a:cubicBezTo>
                    <a:pt x="122" y="6961"/>
                    <a:pt x="122" y="6992"/>
                    <a:pt x="92" y="7083"/>
                  </a:cubicBezTo>
                  <a:cubicBezTo>
                    <a:pt x="1764" y="8633"/>
                    <a:pt x="3375" y="10183"/>
                    <a:pt x="5107" y="11794"/>
                  </a:cubicBezTo>
                  <a:cubicBezTo>
                    <a:pt x="4195" y="12615"/>
                    <a:pt x="3344" y="13375"/>
                    <a:pt x="2554" y="14195"/>
                  </a:cubicBezTo>
                  <a:cubicBezTo>
                    <a:pt x="1764" y="14986"/>
                    <a:pt x="852" y="15685"/>
                    <a:pt x="1" y="16688"/>
                  </a:cubicBezTo>
                  <a:cubicBezTo>
                    <a:pt x="1995" y="16688"/>
                    <a:pt x="3813" y="16493"/>
                    <a:pt x="5660" y="16493"/>
                  </a:cubicBezTo>
                  <a:cubicBezTo>
                    <a:pt x="6121" y="16493"/>
                    <a:pt x="6584" y="16506"/>
                    <a:pt x="7052" y="16536"/>
                  </a:cubicBezTo>
                  <a:cubicBezTo>
                    <a:pt x="6961" y="18937"/>
                    <a:pt x="6900" y="21217"/>
                    <a:pt x="6809" y="23527"/>
                  </a:cubicBezTo>
                  <a:lnTo>
                    <a:pt x="6992" y="23527"/>
                  </a:lnTo>
                  <a:cubicBezTo>
                    <a:pt x="7387" y="23071"/>
                    <a:pt x="7812" y="22585"/>
                    <a:pt x="8207" y="22129"/>
                  </a:cubicBezTo>
                  <a:cubicBezTo>
                    <a:pt x="9119" y="21156"/>
                    <a:pt x="10031" y="20153"/>
                    <a:pt x="11004" y="19180"/>
                  </a:cubicBezTo>
                  <a:cubicBezTo>
                    <a:pt x="11186" y="18937"/>
                    <a:pt x="11399" y="18755"/>
                    <a:pt x="11703" y="18451"/>
                  </a:cubicBezTo>
                  <a:cubicBezTo>
                    <a:pt x="13314" y="20183"/>
                    <a:pt x="14864" y="21855"/>
                    <a:pt x="16414" y="23588"/>
                  </a:cubicBezTo>
                  <a:lnTo>
                    <a:pt x="16505" y="23588"/>
                  </a:lnTo>
                  <a:cubicBezTo>
                    <a:pt x="16475" y="22159"/>
                    <a:pt x="16414" y="20731"/>
                    <a:pt x="16475" y="19332"/>
                  </a:cubicBezTo>
                  <a:lnTo>
                    <a:pt x="16475" y="16506"/>
                  </a:lnTo>
                  <a:cubicBezTo>
                    <a:pt x="18785" y="16536"/>
                    <a:pt x="21065" y="16627"/>
                    <a:pt x="23314" y="16688"/>
                  </a:cubicBezTo>
                  <a:cubicBezTo>
                    <a:pt x="23345" y="16627"/>
                    <a:pt x="23345" y="16597"/>
                    <a:pt x="23375" y="16506"/>
                  </a:cubicBezTo>
                  <a:cubicBezTo>
                    <a:pt x="21703" y="14955"/>
                    <a:pt x="20062" y="13436"/>
                    <a:pt x="18360" y="11794"/>
                  </a:cubicBezTo>
                  <a:cubicBezTo>
                    <a:pt x="19271" y="10943"/>
                    <a:pt x="20062" y="10153"/>
                    <a:pt x="20913" y="9393"/>
                  </a:cubicBezTo>
                  <a:cubicBezTo>
                    <a:pt x="21734" y="8633"/>
                    <a:pt x="22615" y="7873"/>
                    <a:pt x="23345" y="6961"/>
                  </a:cubicBezTo>
                  <a:cubicBezTo>
                    <a:pt x="21034" y="6961"/>
                    <a:pt x="18785" y="7083"/>
                    <a:pt x="16475" y="7083"/>
                  </a:cubicBezTo>
                  <a:cubicBezTo>
                    <a:pt x="16353" y="4682"/>
                    <a:pt x="16688" y="2432"/>
                    <a:pt x="16566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5"/>
            <p:cNvSpPr/>
            <p:nvPr/>
          </p:nvSpPr>
          <p:spPr>
            <a:xfrm rot="5400000">
              <a:off x="4350478" y="4397545"/>
              <a:ext cx="247469" cy="236126"/>
            </a:xfrm>
            <a:custGeom>
              <a:avLst/>
              <a:gdLst/>
              <a:ahLst/>
              <a:cxnLst/>
              <a:rect l="l" t="t" r="r" b="b"/>
              <a:pathLst>
                <a:path w="10579" h="10093" extrusionOk="0">
                  <a:moveTo>
                    <a:pt x="7083" y="1"/>
                  </a:moveTo>
                  <a:cubicBezTo>
                    <a:pt x="4803" y="31"/>
                    <a:pt x="2493" y="31"/>
                    <a:pt x="214" y="31"/>
                  </a:cubicBezTo>
                  <a:cubicBezTo>
                    <a:pt x="92" y="639"/>
                    <a:pt x="62" y="1156"/>
                    <a:pt x="1" y="1703"/>
                  </a:cubicBezTo>
                  <a:cubicBezTo>
                    <a:pt x="214" y="2341"/>
                    <a:pt x="183" y="2979"/>
                    <a:pt x="1" y="3618"/>
                  </a:cubicBezTo>
                  <a:cubicBezTo>
                    <a:pt x="31" y="3983"/>
                    <a:pt x="92" y="4317"/>
                    <a:pt x="92" y="4651"/>
                  </a:cubicBezTo>
                  <a:cubicBezTo>
                    <a:pt x="92" y="6475"/>
                    <a:pt x="153" y="8268"/>
                    <a:pt x="153" y="10092"/>
                  </a:cubicBezTo>
                  <a:cubicBezTo>
                    <a:pt x="244" y="9727"/>
                    <a:pt x="366" y="9302"/>
                    <a:pt x="487" y="8907"/>
                  </a:cubicBezTo>
                  <a:cubicBezTo>
                    <a:pt x="1733" y="4621"/>
                    <a:pt x="4499" y="1824"/>
                    <a:pt x="8755" y="487"/>
                  </a:cubicBezTo>
                  <a:cubicBezTo>
                    <a:pt x="9332" y="305"/>
                    <a:pt x="9971" y="213"/>
                    <a:pt x="10579" y="62"/>
                  </a:cubicBezTo>
                  <a:cubicBezTo>
                    <a:pt x="9484" y="31"/>
                    <a:pt x="8390" y="31"/>
                    <a:pt x="7296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5"/>
            <p:cNvSpPr/>
            <p:nvPr/>
          </p:nvSpPr>
          <p:spPr>
            <a:xfrm rot="5400000">
              <a:off x="2368632" y="4393914"/>
              <a:ext cx="558192" cy="556965"/>
            </a:xfrm>
            <a:custGeom>
              <a:avLst/>
              <a:gdLst/>
              <a:ahLst/>
              <a:cxnLst/>
              <a:rect l="l" t="t" r="r" b="b"/>
              <a:pathLst>
                <a:path w="23862" h="23807" extrusionOk="0">
                  <a:moveTo>
                    <a:pt x="23679" y="1"/>
                  </a:moveTo>
                  <a:cubicBezTo>
                    <a:pt x="21095" y="1"/>
                    <a:pt x="18512" y="61"/>
                    <a:pt x="15928" y="61"/>
                  </a:cubicBezTo>
                  <a:lnTo>
                    <a:pt x="122" y="61"/>
                  </a:lnTo>
                  <a:cubicBezTo>
                    <a:pt x="92" y="92"/>
                    <a:pt x="61" y="122"/>
                    <a:pt x="1" y="122"/>
                  </a:cubicBezTo>
                  <a:cubicBezTo>
                    <a:pt x="1" y="426"/>
                    <a:pt x="61" y="760"/>
                    <a:pt x="61" y="1064"/>
                  </a:cubicBezTo>
                  <a:lnTo>
                    <a:pt x="61" y="11156"/>
                  </a:lnTo>
                  <a:cubicBezTo>
                    <a:pt x="1" y="15320"/>
                    <a:pt x="1" y="19545"/>
                    <a:pt x="1" y="23770"/>
                  </a:cubicBezTo>
                  <a:cubicBezTo>
                    <a:pt x="61" y="23770"/>
                    <a:pt x="92" y="23770"/>
                    <a:pt x="153" y="23800"/>
                  </a:cubicBezTo>
                  <a:cubicBezTo>
                    <a:pt x="321" y="23804"/>
                    <a:pt x="489" y="23806"/>
                    <a:pt x="657" y="23806"/>
                  </a:cubicBezTo>
                  <a:cubicBezTo>
                    <a:pt x="4273" y="23806"/>
                    <a:pt x="7718" y="22874"/>
                    <a:pt x="10913" y="21247"/>
                  </a:cubicBezTo>
                  <a:cubicBezTo>
                    <a:pt x="15259" y="18998"/>
                    <a:pt x="18542" y="15745"/>
                    <a:pt x="20943" y="11490"/>
                  </a:cubicBezTo>
                  <a:cubicBezTo>
                    <a:pt x="22402" y="8876"/>
                    <a:pt x="23253" y="6080"/>
                    <a:pt x="23649" y="3162"/>
                  </a:cubicBezTo>
                  <a:cubicBezTo>
                    <a:pt x="23800" y="2128"/>
                    <a:pt x="23800" y="1064"/>
                    <a:pt x="23861" y="61"/>
                  </a:cubicBezTo>
                  <a:cubicBezTo>
                    <a:pt x="23800" y="61"/>
                    <a:pt x="23709" y="1"/>
                    <a:pt x="23679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 rot="5400000">
              <a:off x="1257641" y="4391505"/>
              <a:ext cx="551782" cy="561082"/>
            </a:xfrm>
            <a:custGeom>
              <a:avLst/>
              <a:gdLst/>
              <a:ahLst/>
              <a:cxnLst/>
              <a:rect l="l" t="t" r="r" b="b"/>
              <a:pathLst>
                <a:path w="23588" h="23983" extrusionOk="0">
                  <a:moveTo>
                    <a:pt x="11703" y="0"/>
                  </a:moveTo>
                  <a:cubicBezTo>
                    <a:pt x="11551" y="213"/>
                    <a:pt x="11429" y="426"/>
                    <a:pt x="11247" y="608"/>
                  </a:cubicBezTo>
                  <a:lnTo>
                    <a:pt x="304" y="11551"/>
                  </a:lnTo>
                  <a:cubicBezTo>
                    <a:pt x="183" y="11642"/>
                    <a:pt x="122" y="11703"/>
                    <a:pt x="0" y="11794"/>
                  </a:cubicBezTo>
                  <a:lnTo>
                    <a:pt x="0" y="12006"/>
                  </a:lnTo>
                  <a:cubicBezTo>
                    <a:pt x="183" y="12189"/>
                    <a:pt x="426" y="12402"/>
                    <a:pt x="639" y="12706"/>
                  </a:cubicBezTo>
                  <a:cubicBezTo>
                    <a:pt x="4104" y="16140"/>
                    <a:pt x="7599" y="19605"/>
                    <a:pt x="11064" y="23101"/>
                  </a:cubicBezTo>
                  <a:cubicBezTo>
                    <a:pt x="11277" y="23283"/>
                    <a:pt x="11429" y="23587"/>
                    <a:pt x="11642" y="23830"/>
                  </a:cubicBezTo>
                  <a:cubicBezTo>
                    <a:pt x="11672" y="23861"/>
                    <a:pt x="11703" y="23922"/>
                    <a:pt x="11703" y="23982"/>
                  </a:cubicBezTo>
                  <a:lnTo>
                    <a:pt x="11915" y="23982"/>
                  </a:lnTo>
                  <a:cubicBezTo>
                    <a:pt x="11915" y="23891"/>
                    <a:pt x="11976" y="23861"/>
                    <a:pt x="12007" y="23830"/>
                  </a:cubicBezTo>
                  <a:cubicBezTo>
                    <a:pt x="12189" y="23557"/>
                    <a:pt x="12432" y="23253"/>
                    <a:pt x="12645" y="23010"/>
                  </a:cubicBezTo>
                  <a:lnTo>
                    <a:pt x="22858" y="12797"/>
                  </a:lnTo>
                  <a:cubicBezTo>
                    <a:pt x="23131" y="12554"/>
                    <a:pt x="23375" y="12219"/>
                    <a:pt x="23587" y="11915"/>
                  </a:cubicBezTo>
                  <a:lnTo>
                    <a:pt x="23587" y="11885"/>
                  </a:lnTo>
                  <a:cubicBezTo>
                    <a:pt x="23405" y="11672"/>
                    <a:pt x="23223" y="11429"/>
                    <a:pt x="23010" y="11247"/>
                  </a:cubicBezTo>
                  <a:lnTo>
                    <a:pt x="12007" y="213"/>
                  </a:lnTo>
                  <a:cubicBezTo>
                    <a:pt x="11915" y="152"/>
                    <a:pt x="11855" y="61"/>
                    <a:pt x="11763" y="31"/>
                  </a:cubicBezTo>
                  <a:lnTo>
                    <a:pt x="11733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 rot="5400000">
              <a:off x="1657263" y="4275609"/>
              <a:ext cx="275189" cy="513427"/>
            </a:xfrm>
            <a:custGeom>
              <a:avLst/>
              <a:gdLst/>
              <a:ahLst/>
              <a:cxnLst/>
              <a:rect l="l" t="t" r="r" b="b"/>
              <a:pathLst>
                <a:path w="11764" h="21946" extrusionOk="0">
                  <a:moveTo>
                    <a:pt x="183" y="0"/>
                  </a:moveTo>
                  <a:cubicBezTo>
                    <a:pt x="152" y="456"/>
                    <a:pt x="61" y="973"/>
                    <a:pt x="61" y="1429"/>
                  </a:cubicBezTo>
                  <a:cubicBezTo>
                    <a:pt x="61" y="4347"/>
                    <a:pt x="31" y="7234"/>
                    <a:pt x="31" y="10122"/>
                  </a:cubicBezTo>
                  <a:cubicBezTo>
                    <a:pt x="31" y="10730"/>
                    <a:pt x="0" y="11368"/>
                    <a:pt x="0" y="12006"/>
                  </a:cubicBezTo>
                  <a:cubicBezTo>
                    <a:pt x="0" y="13587"/>
                    <a:pt x="31" y="15107"/>
                    <a:pt x="31" y="16657"/>
                  </a:cubicBezTo>
                  <a:cubicBezTo>
                    <a:pt x="31" y="18389"/>
                    <a:pt x="61" y="20183"/>
                    <a:pt x="61" y="21946"/>
                  </a:cubicBezTo>
                  <a:cubicBezTo>
                    <a:pt x="183" y="21855"/>
                    <a:pt x="304" y="21794"/>
                    <a:pt x="365" y="21703"/>
                  </a:cubicBezTo>
                  <a:lnTo>
                    <a:pt x="11308" y="10760"/>
                  </a:lnTo>
                  <a:cubicBezTo>
                    <a:pt x="11490" y="10578"/>
                    <a:pt x="11612" y="10335"/>
                    <a:pt x="11764" y="10152"/>
                  </a:cubicBezTo>
                  <a:cubicBezTo>
                    <a:pt x="5776" y="10091"/>
                    <a:pt x="943" y="5562"/>
                    <a:pt x="18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 rot="5400000">
              <a:off x="980891" y="4676307"/>
              <a:ext cx="277341" cy="275921"/>
            </a:xfrm>
            <a:custGeom>
              <a:avLst/>
              <a:gdLst/>
              <a:ahLst/>
              <a:cxnLst/>
              <a:rect l="l" t="t" r="r" b="b"/>
              <a:pathLst>
                <a:path w="11856" h="11794" extrusionOk="0">
                  <a:moveTo>
                    <a:pt x="11855" y="0"/>
                  </a:moveTo>
                  <a:lnTo>
                    <a:pt x="11855" y="0"/>
                  </a:lnTo>
                  <a:cubicBezTo>
                    <a:pt x="7904" y="31"/>
                    <a:pt x="3983" y="31"/>
                    <a:pt x="62" y="31"/>
                  </a:cubicBezTo>
                  <a:cubicBezTo>
                    <a:pt x="31" y="61"/>
                    <a:pt x="1" y="122"/>
                    <a:pt x="1" y="183"/>
                  </a:cubicBezTo>
                  <a:cubicBezTo>
                    <a:pt x="1673" y="1855"/>
                    <a:pt x="3344" y="3526"/>
                    <a:pt x="5046" y="5168"/>
                  </a:cubicBezTo>
                  <a:cubicBezTo>
                    <a:pt x="7235" y="7356"/>
                    <a:pt x="9454" y="9605"/>
                    <a:pt x="11642" y="11794"/>
                  </a:cubicBezTo>
                  <a:cubicBezTo>
                    <a:pt x="11733" y="11794"/>
                    <a:pt x="11764" y="11763"/>
                    <a:pt x="11794" y="11733"/>
                  </a:cubicBezTo>
                  <a:cubicBezTo>
                    <a:pt x="11855" y="7812"/>
                    <a:pt x="11855" y="3921"/>
                    <a:pt x="11855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 rot="5400000">
              <a:off x="984228" y="4393999"/>
              <a:ext cx="273786" cy="276646"/>
            </a:xfrm>
            <a:custGeom>
              <a:avLst/>
              <a:gdLst/>
              <a:ahLst/>
              <a:cxnLst/>
              <a:rect l="l" t="t" r="r" b="b"/>
              <a:pathLst>
                <a:path w="11704" h="11825" extrusionOk="0">
                  <a:moveTo>
                    <a:pt x="31" y="1"/>
                  </a:moveTo>
                  <a:cubicBezTo>
                    <a:pt x="31" y="153"/>
                    <a:pt x="1" y="305"/>
                    <a:pt x="1" y="457"/>
                  </a:cubicBezTo>
                  <a:lnTo>
                    <a:pt x="1" y="10974"/>
                  </a:lnTo>
                  <a:cubicBezTo>
                    <a:pt x="1" y="11217"/>
                    <a:pt x="31" y="11399"/>
                    <a:pt x="62" y="11825"/>
                  </a:cubicBezTo>
                  <a:cubicBezTo>
                    <a:pt x="4013" y="7843"/>
                    <a:pt x="7873" y="3983"/>
                    <a:pt x="11703" y="153"/>
                  </a:cubicBezTo>
                  <a:cubicBezTo>
                    <a:pt x="11673" y="122"/>
                    <a:pt x="11673" y="31"/>
                    <a:pt x="1161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 rot="5400000">
              <a:off x="1259788" y="4394351"/>
              <a:ext cx="272335" cy="273090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31" y="1"/>
                  </a:moveTo>
                  <a:cubicBezTo>
                    <a:pt x="31" y="426"/>
                    <a:pt x="0" y="822"/>
                    <a:pt x="0" y="1217"/>
                  </a:cubicBezTo>
                  <a:lnTo>
                    <a:pt x="0" y="9059"/>
                  </a:lnTo>
                  <a:cubicBezTo>
                    <a:pt x="0" y="9940"/>
                    <a:pt x="31" y="10791"/>
                    <a:pt x="31" y="11673"/>
                  </a:cubicBezTo>
                  <a:lnTo>
                    <a:pt x="11642" y="11673"/>
                  </a:lnTo>
                  <a:cubicBezTo>
                    <a:pt x="11490" y="11460"/>
                    <a:pt x="11308" y="11186"/>
                    <a:pt x="11095" y="11004"/>
                  </a:cubicBezTo>
                  <a:lnTo>
                    <a:pt x="669" y="578"/>
                  </a:lnTo>
                  <a:cubicBezTo>
                    <a:pt x="456" y="396"/>
                    <a:pt x="244" y="214"/>
                    <a:pt x="3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 rot="5400000">
              <a:off x="4035118" y="4397189"/>
              <a:ext cx="556765" cy="554695"/>
            </a:xfrm>
            <a:custGeom>
              <a:avLst/>
              <a:gdLst/>
              <a:ahLst/>
              <a:cxnLst/>
              <a:rect l="l" t="t" r="r" b="b"/>
              <a:pathLst>
                <a:path w="23801" h="23710" extrusionOk="0">
                  <a:moveTo>
                    <a:pt x="11787" y="8480"/>
                  </a:moveTo>
                  <a:cubicBezTo>
                    <a:pt x="13588" y="8480"/>
                    <a:pt x="15168" y="9989"/>
                    <a:pt x="15168" y="11824"/>
                  </a:cubicBezTo>
                  <a:cubicBezTo>
                    <a:pt x="15168" y="13648"/>
                    <a:pt x="13678" y="15138"/>
                    <a:pt x="11855" y="15168"/>
                  </a:cubicBezTo>
                  <a:cubicBezTo>
                    <a:pt x="11835" y="15168"/>
                    <a:pt x="11816" y="15168"/>
                    <a:pt x="11797" y="15168"/>
                  </a:cubicBezTo>
                  <a:cubicBezTo>
                    <a:pt x="10000" y="15168"/>
                    <a:pt x="8541" y="13750"/>
                    <a:pt x="8511" y="11885"/>
                  </a:cubicBezTo>
                  <a:cubicBezTo>
                    <a:pt x="8481" y="10031"/>
                    <a:pt x="9909" y="8511"/>
                    <a:pt x="11733" y="8481"/>
                  </a:cubicBezTo>
                  <a:cubicBezTo>
                    <a:pt x="11751" y="8481"/>
                    <a:pt x="11769" y="8480"/>
                    <a:pt x="11787" y="8480"/>
                  </a:cubicBezTo>
                  <a:close/>
                  <a:moveTo>
                    <a:pt x="10456" y="1"/>
                  </a:moveTo>
                  <a:cubicBezTo>
                    <a:pt x="9848" y="152"/>
                    <a:pt x="9241" y="244"/>
                    <a:pt x="8633" y="426"/>
                  </a:cubicBezTo>
                  <a:cubicBezTo>
                    <a:pt x="4347" y="1763"/>
                    <a:pt x="1550" y="4560"/>
                    <a:pt x="335" y="8846"/>
                  </a:cubicBezTo>
                  <a:cubicBezTo>
                    <a:pt x="243" y="9241"/>
                    <a:pt x="122" y="9666"/>
                    <a:pt x="0" y="10031"/>
                  </a:cubicBezTo>
                  <a:lnTo>
                    <a:pt x="0" y="13648"/>
                  </a:lnTo>
                  <a:cubicBezTo>
                    <a:pt x="31" y="13830"/>
                    <a:pt x="122" y="13982"/>
                    <a:pt x="152" y="14165"/>
                  </a:cubicBezTo>
                  <a:cubicBezTo>
                    <a:pt x="1246" y="18967"/>
                    <a:pt x="4225" y="22007"/>
                    <a:pt x="8937" y="23375"/>
                  </a:cubicBezTo>
                  <a:cubicBezTo>
                    <a:pt x="9301" y="23496"/>
                    <a:pt x="9666" y="23587"/>
                    <a:pt x="10031" y="23679"/>
                  </a:cubicBezTo>
                  <a:cubicBezTo>
                    <a:pt x="11247" y="23679"/>
                    <a:pt x="12462" y="23679"/>
                    <a:pt x="13678" y="23709"/>
                  </a:cubicBezTo>
                  <a:cubicBezTo>
                    <a:pt x="13861" y="23648"/>
                    <a:pt x="14013" y="23557"/>
                    <a:pt x="14225" y="23527"/>
                  </a:cubicBezTo>
                  <a:cubicBezTo>
                    <a:pt x="19180" y="22402"/>
                    <a:pt x="22797" y="18603"/>
                    <a:pt x="23587" y="13587"/>
                  </a:cubicBezTo>
                  <a:cubicBezTo>
                    <a:pt x="23648" y="13405"/>
                    <a:pt x="23709" y="13253"/>
                    <a:pt x="23739" y="13071"/>
                  </a:cubicBezTo>
                  <a:cubicBezTo>
                    <a:pt x="23739" y="12645"/>
                    <a:pt x="23800" y="12280"/>
                    <a:pt x="23800" y="11885"/>
                  </a:cubicBezTo>
                  <a:cubicBezTo>
                    <a:pt x="23800" y="11703"/>
                    <a:pt x="23739" y="11520"/>
                    <a:pt x="23739" y="11308"/>
                  </a:cubicBezTo>
                  <a:cubicBezTo>
                    <a:pt x="23405" y="6262"/>
                    <a:pt x="20305" y="2128"/>
                    <a:pt x="15624" y="578"/>
                  </a:cubicBezTo>
                  <a:cubicBezTo>
                    <a:pt x="14894" y="335"/>
                    <a:pt x="14134" y="183"/>
                    <a:pt x="13405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 rot="5400000">
              <a:off x="4541048" y="4612306"/>
              <a:ext cx="220451" cy="120905"/>
            </a:xfrm>
            <a:custGeom>
              <a:avLst/>
              <a:gdLst/>
              <a:ahLst/>
              <a:cxnLst/>
              <a:rect l="l" t="t" r="r" b="b"/>
              <a:pathLst>
                <a:path w="9424" h="5168" extrusionOk="0">
                  <a:moveTo>
                    <a:pt x="4712" y="0"/>
                  </a:moveTo>
                  <a:cubicBezTo>
                    <a:pt x="4439" y="304"/>
                    <a:pt x="4195" y="487"/>
                    <a:pt x="3983" y="730"/>
                  </a:cubicBezTo>
                  <a:cubicBezTo>
                    <a:pt x="3071" y="1702"/>
                    <a:pt x="2129" y="2705"/>
                    <a:pt x="1217" y="3678"/>
                  </a:cubicBezTo>
                  <a:cubicBezTo>
                    <a:pt x="791" y="4134"/>
                    <a:pt x="396" y="4590"/>
                    <a:pt x="1" y="5107"/>
                  </a:cubicBezTo>
                  <a:cubicBezTo>
                    <a:pt x="1095" y="5137"/>
                    <a:pt x="2189" y="5137"/>
                    <a:pt x="3284" y="5168"/>
                  </a:cubicBezTo>
                  <a:lnTo>
                    <a:pt x="6262" y="5168"/>
                  </a:lnTo>
                  <a:cubicBezTo>
                    <a:pt x="7326" y="5137"/>
                    <a:pt x="8390" y="5137"/>
                    <a:pt x="9423" y="5137"/>
                  </a:cubicBezTo>
                  <a:cubicBezTo>
                    <a:pt x="7873" y="3435"/>
                    <a:pt x="6293" y="1763"/>
                    <a:pt x="471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 rot="5400000">
              <a:off x="2924408" y="4395060"/>
              <a:ext cx="558192" cy="557526"/>
            </a:xfrm>
            <a:custGeom>
              <a:avLst/>
              <a:gdLst/>
              <a:ahLst/>
              <a:cxnLst/>
              <a:rect l="l" t="t" r="r" b="b"/>
              <a:pathLst>
                <a:path w="23862" h="23831" extrusionOk="0">
                  <a:moveTo>
                    <a:pt x="4317" y="3526"/>
                  </a:moveTo>
                  <a:cubicBezTo>
                    <a:pt x="4347" y="3556"/>
                    <a:pt x="4347" y="3556"/>
                    <a:pt x="4347" y="3617"/>
                  </a:cubicBezTo>
                  <a:cubicBezTo>
                    <a:pt x="4347" y="3556"/>
                    <a:pt x="4317" y="3556"/>
                    <a:pt x="4286" y="3526"/>
                  </a:cubicBezTo>
                  <a:close/>
                  <a:moveTo>
                    <a:pt x="17478" y="21551"/>
                  </a:moveTo>
                  <a:lnTo>
                    <a:pt x="17508" y="21611"/>
                  </a:lnTo>
                  <a:lnTo>
                    <a:pt x="17417" y="21611"/>
                  </a:lnTo>
                  <a:lnTo>
                    <a:pt x="17478" y="21551"/>
                  </a:lnTo>
                  <a:close/>
                  <a:moveTo>
                    <a:pt x="61" y="0"/>
                  </a:moveTo>
                  <a:cubicBezTo>
                    <a:pt x="31" y="31"/>
                    <a:pt x="31" y="61"/>
                    <a:pt x="0" y="61"/>
                  </a:cubicBezTo>
                  <a:cubicBezTo>
                    <a:pt x="0" y="122"/>
                    <a:pt x="0" y="152"/>
                    <a:pt x="31" y="152"/>
                  </a:cubicBezTo>
                  <a:cubicBezTo>
                    <a:pt x="31" y="608"/>
                    <a:pt x="61" y="1064"/>
                    <a:pt x="152" y="1520"/>
                  </a:cubicBezTo>
                  <a:lnTo>
                    <a:pt x="152" y="23830"/>
                  </a:lnTo>
                  <a:lnTo>
                    <a:pt x="15958" y="23830"/>
                  </a:lnTo>
                  <a:cubicBezTo>
                    <a:pt x="18542" y="23830"/>
                    <a:pt x="21125" y="23770"/>
                    <a:pt x="23709" y="23770"/>
                  </a:cubicBezTo>
                  <a:cubicBezTo>
                    <a:pt x="23739" y="23709"/>
                    <a:pt x="23800" y="23678"/>
                    <a:pt x="23861" y="23587"/>
                  </a:cubicBezTo>
                  <a:lnTo>
                    <a:pt x="23861" y="12189"/>
                  </a:lnTo>
                  <a:lnTo>
                    <a:pt x="23496" y="11976"/>
                  </a:lnTo>
                  <a:cubicBezTo>
                    <a:pt x="22098" y="12189"/>
                    <a:pt x="20670" y="12432"/>
                    <a:pt x="19028" y="12675"/>
                  </a:cubicBezTo>
                  <a:cubicBezTo>
                    <a:pt x="19484" y="12888"/>
                    <a:pt x="19758" y="12979"/>
                    <a:pt x="20001" y="13101"/>
                  </a:cubicBezTo>
                  <a:cubicBezTo>
                    <a:pt x="20973" y="13496"/>
                    <a:pt x="21946" y="13891"/>
                    <a:pt x="22949" y="14286"/>
                  </a:cubicBezTo>
                  <a:cubicBezTo>
                    <a:pt x="21642" y="14256"/>
                    <a:pt x="20305" y="14195"/>
                    <a:pt x="18755" y="14165"/>
                  </a:cubicBezTo>
                  <a:lnTo>
                    <a:pt x="18755" y="14165"/>
                  </a:lnTo>
                  <a:cubicBezTo>
                    <a:pt x="19940" y="15046"/>
                    <a:pt x="21125" y="15654"/>
                    <a:pt x="22189" y="16383"/>
                  </a:cubicBezTo>
                  <a:cubicBezTo>
                    <a:pt x="22129" y="16444"/>
                    <a:pt x="22129" y="16475"/>
                    <a:pt x="22098" y="16566"/>
                  </a:cubicBezTo>
                  <a:cubicBezTo>
                    <a:pt x="20882" y="16231"/>
                    <a:pt x="19697" y="15927"/>
                    <a:pt x="18481" y="15563"/>
                  </a:cubicBezTo>
                  <a:cubicBezTo>
                    <a:pt x="18451" y="15624"/>
                    <a:pt x="18420" y="15684"/>
                    <a:pt x="18390" y="15715"/>
                  </a:cubicBezTo>
                  <a:cubicBezTo>
                    <a:pt x="19059" y="16687"/>
                    <a:pt x="20122" y="17326"/>
                    <a:pt x="20973" y="18450"/>
                  </a:cubicBezTo>
                  <a:cubicBezTo>
                    <a:pt x="20578" y="18298"/>
                    <a:pt x="20396" y="18268"/>
                    <a:pt x="20214" y="18207"/>
                  </a:cubicBezTo>
                  <a:cubicBezTo>
                    <a:pt x="19545" y="17842"/>
                    <a:pt x="18907" y="17478"/>
                    <a:pt x="18268" y="17174"/>
                  </a:cubicBezTo>
                  <a:cubicBezTo>
                    <a:pt x="17995" y="17022"/>
                    <a:pt x="17691" y="16991"/>
                    <a:pt x="17387" y="16900"/>
                  </a:cubicBezTo>
                  <a:lnTo>
                    <a:pt x="17387" y="16900"/>
                  </a:lnTo>
                  <a:cubicBezTo>
                    <a:pt x="17812" y="17599"/>
                    <a:pt x="18268" y="18268"/>
                    <a:pt x="18694" y="18967"/>
                  </a:cubicBezTo>
                  <a:cubicBezTo>
                    <a:pt x="18876" y="19210"/>
                    <a:pt x="19028" y="19514"/>
                    <a:pt x="19211" y="19818"/>
                  </a:cubicBezTo>
                  <a:cubicBezTo>
                    <a:pt x="19302" y="19909"/>
                    <a:pt x="19332" y="19970"/>
                    <a:pt x="19363" y="20061"/>
                  </a:cubicBezTo>
                  <a:lnTo>
                    <a:pt x="19363" y="20244"/>
                  </a:lnTo>
                  <a:lnTo>
                    <a:pt x="19241" y="20122"/>
                  </a:lnTo>
                  <a:cubicBezTo>
                    <a:pt x="19180" y="20092"/>
                    <a:pt x="19089" y="20031"/>
                    <a:pt x="19028" y="19970"/>
                  </a:cubicBezTo>
                  <a:cubicBezTo>
                    <a:pt x="18147" y="19301"/>
                    <a:pt x="17235" y="18572"/>
                    <a:pt x="16353" y="17903"/>
                  </a:cubicBezTo>
                  <a:lnTo>
                    <a:pt x="16353" y="17903"/>
                  </a:lnTo>
                  <a:cubicBezTo>
                    <a:pt x="16475" y="19058"/>
                    <a:pt x="17083" y="20061"/>
                    <a:pt x="17235" y="21277"/>
                  </a:cubicBezTo>
                  <a:cubicBezTo>
                    <a:pt x="17052" y="21156"/>
                    <a:pt x="16900" y="21004"/>
                    <a:pt x="16748" y="20852"/>
                  </a:cubicBezTo>
                  <a:cubicBezTo>
                    <a:pt x="16141" y="20092"/>
                    <a:pt x="15502" y="19362"/>
                    <a:pt x="14894" y="18602"/>
                  </a:cubicBezTo>
                  <a:lnTo>
                    <a:pt x="14894" y="18602"/>
                  </a:lnTo>
                  <a:cubicBezTo>
                    <a:pt x="15046" y="19727"/>
                    <a:pt x="15198" y="20791"/>
                    <a:pt x="15350" y="21885"/>
                  </a:cubicBezTo>
                  <a:cubicBezTo>
                    <a:pt x="15381" y="22098"/>
                    <a:pt x="15411" y="22311"/>
                    <a:pt x="15381" y="22554"/>
                  </a:cubicBezTo>
                  <a:cubicBezTo>
                    <a:pt x="14651" y="21459"/>
                    <a:pt x="14165" y="20274"/>
                    <a:pt x="13435" y="18967"/>
                  </a:cubicBezTo>
                  <a:cubicBezTo>
                    <a:pt x="13162" y="20426"/>
                    <a:pt x="13253" y="21763"/>
                    <a:pt x="13101" y="23070"/>
                  </a:cubicBezTo>
                  <a:cubicBezTo>
                    <a:pt x="12554" y="21794"/>
                    <a:pt x="12402" y="20487"/>
                    <a:pt x="11916" y="19028"/>
                  </a:cubicBezTo>
                  <a:cubicBezTo>
                    <a:pt x="11399" y="20396"/>
                    <a:pt x="11247" y="21733"/>
                    <a:pt x="10821" y="22949"/>
                  </a:cubicBezTo>
                  <a:lnTo>
                    <a:pt x="10639" y="22949"/>
                  </a:lnTo>
                  <a:cubicBezTo>
                    <a:pt x="10548" y="21642"/>
                    <a:pt x="10517" y="20365"/>
                    <a:pt x="10487" y="19058"/>
                  </a:cubicBezTo>
                  <a:cubicBezTo>
                    <a:pt x="10396" y="19058"/>
                    <a:pt x="10365" y="19028"/>
                    <a:pt x="10274" y="19028"/>
                  </a:cubicBezTo>
                  <a:cubicBezTo>
                    <a:pt x="9757" y="20183"/>
                    <a:pt x="9180" y="21308"/>
                    <a:pt x="8602" y="22463"/>
                  </a:cubicBezTo>
                  <a:cubicBezTo>
                    <a:pt x="8450" y="21125"/>
                    <a:pt x="8967" y="19909"/>
                    <a:pt x="8998" y="18420"/>
                  </a:cubicBezTo>
                  <a:lnTo>
                    <a:pt x="8998" y="18420"/>
                  </a:lnTo>
                  <a:cubicBezTo>
                    <a:pt x="8086" y="19575"/>
                    <a:pt x="7295" y="20548"/>
                    <a:pt x="6536" y="21490"/>
                  </a:cubicBezTo>
                  <a:cubicBezTo>
                    <a:pt x="6444" y="21459"/>
                    <a:pt x="6414" y="21429"/>
                    <a:pt x="6323" y="21399"/>
                  </a:cubicBezTo>
                  <a:cubicBezTo>
                    <a:pt x="6687" y="20213"/>
                    <a:pt x="7235" y="19119"/>
                    <a:pt x="7508" y="17812"/>
                  </a:cubicBezTo>
                  <a:lnTo>
                    <a:pt x="7508" y="17812"/>
                  </a:lnTo>
                  <a:cubicBezTo>
                    <a:pt x="6900" y="18298"/>
                    <a:pt x="6323" y="18845"/>
                    <a:pt x="5715" y="19301"/>
                  </a:cubicBezTo>
                  <a:cubicBezTo>
                    <a:pt x="5320" y="19605"/>
                    <a:pt x="4864" y="19879"/>
                    <a:pt x="4438" y="20183"/>
                  </a:cubicBezTo>
                  <a:cubicBezTo>
                    <a:pt x="4347" y="20244"/>
                    <a:pt x="4286" y="20274"/>
                    <a:pt x="4195" y="20365"/>
                  </a:cubicBezTo>
                  <a:cubicBezTo>
                    <a:pt x="4256" y="20274"/>
                    <a:pt x="4317" y="20244"/>
                    <a:pt x="4408" y="20183"/>
                  </a:cubicBezTo>
                  <a:cubicBezTo>
                    <a:pt x="4894" y="19362"/>
                    <a:pt x="5411" y="18572"/>
                    <a:pt x="5928" y="17782"/>
                  </a:cubicBezTo>
                  <a:cubicBezTo>
                    <a:pt x="6080" y="17508"/>
                    <a:pt x="6262" y="17204"/>
                    <a:pt x="6444" y="16931"/>
                  </a:cubicBezTo>
                  <a:cubicBezTo>
                    <a:pt x="6384" y="16900"/>
                    <a:pt x="6323" y="16839"/>
                    <a:pt x="6292" y="16779"/>
                  </a:cubicBezTo>
                  <a:lnTo>
                    <a:pt x="3891" y="18055"/>
                  </a:lnTo>
                  <a:cubicBezTo>
                    <a:pt x="3557" y="18238"/>
                    <a:pt x="3222" y="18359"/>
                    <a:pt x="2888" y="18511"/>
                  </a:cubicBezTo>
                  <a:cubicBezTo>
                    <a:pt x="2827" y="18542"/>
                    <a:pt x="2797" y="18542"/>
                    <a:pt x="2766" y="18572"/>
                  </a:cubicBezTo>
                  <a:cubicBezTo>
                    <a:pt x="2797" y="18542"/>
                    <a:pt x="2797" y="18511"/>
                    <a:pt x="2827" y="18450"/>
                  </a:cubicBezTo>
                  <a:cubicBezTo>
                    <a:pt x="3405" y="17842"/>
                    <a:pt x="3982" y="17234"/>
                    <a:pt x="4560" y="16687"/>
                  </a:cubicBezTo>
                  <a:lnTo>
                    <a:pt x="5472" y="15776"/>
                  </a:lnTo>
                  <a:cubicBezTo>
                    <a:pt x="5411" y="15715"/>
                    <a:pt x="5380" y="15654"/>
                    <a:pt x="5350" y="15563"/>
                  </a:cubicBezTo>
                  <a:lnTo>
                    <a:pt x="1703" y="16596"/>
                  </a:lnTo>
                  <a:cubicBezTo>
                    <a:pt x="1672" y="16535"/>
                    <a:pt x="1672" y="16475"/>
                    <a:pt x="1611" y="16414"/>
                  </a:cubicBezTo>
                  <a:cubicBezTo>
                    <a:pt x="2736" y="15715"/>
                    <a:pt x="3830" y="15016"/>
                    <a:pt x="4925" y="14317"/>
                  </a:cubicBezTo>
                  <a:cubicBezTo>
                    <a:pt x="4894" y="14256"/>
                    <a:pt x="4894" y="14195"/>
                    <a:pt x="4864" y="14134"/>
                  </a:cubicBezTo>
                  <a:cubicBezTo>
                    <a:pt x="3435" y="14195"/>
                    <a:pt x="2067" y="14317"/>
                    <a:pt x="669" y="14408"/>
                  </a:cubicBezTo>
                  <a:cubicBezTo>
                    <a:pt x="669" y="14347"/>
                    <a:pt x="639" y="14317"/>
                    <a:pt x="639" y="14286"/>
                  </a:cubicBezTo>
                  <a:cubicBezTo>
                    <a:pt x="1915" y="13800"/>
                    <a:pt x="3222" y="13344"/>
                    <a:pt x="4499" y="12827"/>
                  </a:cubicBezTo>
                  <a:lnTo>
                    <a:pt x="4499" y="12645"/>
                  </a:lnTo>
                  <a:cubicBezTo>
                    <a:pt x="3131" y="12432"/>
                    <a:pt x="1824" y="12219"/>
                    <a:pt x="456" y="12006"/>
                  </a:cubicBezTo>
                  <a:lnTo>
                    <a:pt x="456" y="11854"/>
                  </a:lnTo>
                  <a:cubicBezTo>
                    <a:pt x="1824" y="11672"/>
                    <a:pt x="3131" y="11459"/>
                    <a:pt x="4469" y="11277"/>
                  </a:cubicBezTo>
                  <a:cubicBezTo>
                    <a:pt x="4469" y="11216"/>
                    <a:pt x="4499" y="11155"/>
                    <a:pt x="4499" y="11095"/>
                  </a:cubicBezTo>
                  <a:cubicBezTo>
                    <a:pt x="3253" y="10608"/>
                    <a:pt x="2037" y="10152"/>
                    <a:pt x="791" y="9696"/>
                  </a:cubicBezTo>
                  <a:cubicBezTo>
                    <a:pt x="791" y="9636"/>
                    <a:pt x="821" y="9575"/>
                    <a:pt x="821" y="9544"/>
                  </a:cubicBezTo>
                  <a:lnTo>
                    <a:pt x="4712" y="9757"/>
                  </a:lnTo>
                  <a:cubicBezTo>
                    <a:pt x="3739" y="8785"/>
                    <a:pt x="2523" y="8207"/>
                    <a:pt x="1551" y="7295"/>
                  </a:cubicBezTo>
                  <a:lnTo>
                    <a:pt x="1551" y="7295"/>
                  </a:lnTo>
                  <a:cubicBezTo>
                    <a:pt x="2827" y="7660"/>
                    <a:pt x="4134" y="8025"/>
                    <a:pt x="5411" y="8389"/>
                  </a:cubicBezTo>
                  <a:cubicBezTo>
                    <a:pt x="5472" y="8359"/>
                    <a:pt x="5502" y="8268"/>
                    <a:pt x="5532" y="8237"/>
                  </a:cubicBezTo>
                  <a:cubicBezTo>
                    <a:pt x="4621" y="7356"/>
                    <a:pt x="3739" y="6444"/>
                    <a:pt x="2827" y="5593"/>
                  </a:cubicBezTo>
                  <a:cubicBezTo>
                    <a:pt x="2888" y="5502"/>
                    <a:pt x="2918" y="5471"/>
                    <a:pt x="2949" y="5380"/>
                  </a:cubicBezTo>
                  <a:cubicBezTo>
                    <a:pt x="4043" y="5927"/>
                    <a:pt x="5107" y="6444"/>
                    <a:pt x="6171" y="6991"/>
                  </a:cubicBezTo>
                  <a:cubicBezTo>
                    <a:pt x="6232" y="6961"/>
                    <a:pt x="6262" y="6870"/>
                    <a:pt x="6292" y="6839"/>
                  </a:cubicBezTo>
                  <a:cubicBezTo>
                    <a:pt x="5654" y="5836"/>
                    <a:pt x="5046" y="4894"/>
                    <a:pt x="4438" y="3921"/>
                  </a:cubicBezTo>
                  <a:cubicBezTo>
                    <a:pt x="4408" y="3800"/>
                    <a:pt x="4408" y="3708"/>
                    <a:pt x="4347" y="3617"/>
                  </a:cubicBezTo>
                  <a:lnTo>
                    <a:pt x="4347" y="3617"/>
                  </a:lnTo>
                  <a:cubicBezTo>
                    <a:pt x="4438" y="3678"/>
                    <a:pt x="4499" y="3708"/>
                    <a:pt x="4590" y="3769"/>
                  </a:cubicBezTo>
                  <a:cubicBezTo>
                    <a:pt x="5259" y="4286"/>
                    <a:pt x="5928" y="4772"/>
                    <a:pt x="6566" y="5319"/>
                  </a:cubicBezTo>
                  <a:cubicBezTo>
                    <a:pt x="6839" y="5532"/>
                    <a:pt x="7143" y="5745"/>
                    <a:pt x="7387" y="5927"/>
                  </a:cubicBezTo>
                  <a:lnTo>
                    <a:pt x="7508" y="5806"/>
                  </a:lnTo>
                  <a:cubicBezTo>
                    <a:pt x="7174" y="4833"/>
                    <a:pt x="6779" y="3860"/>
                    <a:pt x="6444" y="2888"/>
                  </a:cubicBezTo>
                  <a:cubicBezTo>
                    <a:pt x="6323" y="2553"/>
                    <a:pt x="6232" y="2249"/>
                    <a:pt x="6110" y="1885"/>
                  </a:cubicBezTo>
                  <a:lnTo>
                    <a:pt x="6080" y="1854"/>
                  </a:lnTo>
                  <a:lnTo>
                    <a:pt x="6110" y="1854"/>
                  </a:lnTo>
                  <a:cubicBezTo>
                    <a:pt x="6292" y="2128"/>
                    <a:pt x="6475" y="2341"/>
                    <a:pt x="6687" y="2614"/>
                  </a:cubicBezTo>
                  <a:cubicBezTo>
                    <a:pt x="7356" y="3465"/>
                    <a:pt x="8086" y="4316"/>
                    <a:pt x="8754" y="5167"/>
                  </a:cubicBezTo>
                  <a:cubicBezTo>
                    <a:pt x="8906" y="3921"/>
                    <a:pt x="8450" y="2736"/>
                    <a:pt x="8390" y="1368"/>
                  </a:cubicBezTo>
                  <a:lnTo>
                    <a:pt x="8390" y="1368"/>
                  </a:lnTo>
                  <a:cubicBezTo>
                    <a:pt x="9028" y="1854"/>
                    <a:pt x="9119" y="2553"/>
                    <a:pt x="9423" y="3070"/>
                  </a:cubicBezTo>
                  <a:cubicBezTo>
                    <a:pt x="9727" y="3617"/>
                    <a:pt x="9970" y="4164"/>
                    <a:pt x="10244" y="4742"/>
                  </a:cubicBezTo>
                  <a:cubicBezTo>
                    <a:pt x="10335" y="4742"/>
                    <a:pt x="10396" y="4712"/>
                    <a:pt x="10487" y="4712"/>
                  </a:cubicBezTo>
                  <a:cubicBezTo>
                    <a:pt x="10487" y="4104"/>
                    <a:pt x="10517" y="3465"/>
                    <a:pt x="10517" y="2797"/>
                  </a:cubicBezTo>
                  <a:cubicBezTo>
                    <a:pt x="10548" y="2158"/>
                    <a:pt x="10548" y="1490"/>
                    <a:pt x="10548" y="821"/>
                  </a:cubicBezTo>
                  <a:cubicBezTo>
                    <a:pt x="10578" y="730"/>
                    <a:pt x="10639" y="639"/>
                    <a:pt x="10669" y="517"/>
                  </a:cubicBezTo>
                  <a:cubicBezTo>
                    <a:pt x="10730" y="639"/>
                    <a:pt x="10791" y="730"/>
                    <a:pt x="10852" y="790"/>
                  </a:cubicBezTo>
                  <a:cubicBezTo>
                    <a:pt x="11156" y="2037"/>
                    <a:pt x="11460" y="3344"/>
                    <a:pt x="11764" y="4590"/>
                  </a:cubicBezTo>
                  <a:lnTo>
                    <a:pt x="12007" y="4590"/>
                  </a:lnTo>
                  <a:cubicBezTo>
                    <a:pt x="12341" y="3222"/>
                    <a:pt x="12675" y="1824"/>
                    <a:pt x="13010" y="456"/>
                  </a:cubicBezTo>
                  <a:cubicBezTo>
                    <a:pt x="12979" y="335"/>
                    <a:pt x="12979" y="183"/>
                    <a:pt x="12949" y="61"/>
                  </a:cubicBezTo>
                  <a:cubicBezTo>
                    <a:pt x="12645" y="31"/>
                    <a:pt x="12311" y="31"/>
                    <a:pt x="12007" y="0"/>
                  </a:cubicBezTo>
                  <a:cubicBezTo>
                    <a:pt x="9940" y="0"/>
                    <a:pt x="7903" y="31"/>
                    <a:pt x="5836" y="31"/>
                  </a:cubicBezTo>
                  <a:cubicBezTo>
                    <a:pt x="3891" y="31"/>
                    <a:pt x="2007" y="0"/>
                    <a:pt x="61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 rot="5400000">
              <a:off x="3481190" y="4396488"/>
              <a:ext cx="556063" cy="556801"/>
            </a:xfrm>
            <a:custGeom>
              <a:avLst/>
              <a:gdLst/>
              <a:ahLst/>
              <a:cxnLst/>
              <a:rect l="l" t="t" r="r" b="b"/>
              <a:pathLst>
                <a:path w="23771" h="23800" extrusionOk="0">
                  <a:moveTo>
                    <a:pt x="23679" y="0"/>
                  </a:moveTo>
                  <a:cubicBezTo>
                    <a:pt x="23648" y="31"/>
                    <a:pt x="23557" y="31"/>
                    <a:pt x="23527" y="61"/>
                  </a:cubicBezTo>
                  <a:cubicBezTo>
                    <a:pt x="23345" y="335"/>
                    <a:pt x="23101" y="639"/>
                    <a:pt x="22889" y="851"/>
                  </a:cubicBezTo>
                  <a:lnTo>
                    <a:pt x="1976" y="21763"/>
                  </a:lnTo>
                  <a:cubicBezTo>
                    <a:pt x="1338" y="22402"/>
                    <a:pt x="669" y="23010"/>
                    <a:pt x="1" y="23648"/>
                  </a:cubicBezTo>
                  <a:cubicBezTo>
                    <a:pt x="61" y="23709"/>
                    <a:pt x="61" y="23739"/>
                    <a:pt x="1" y="23770"/>
                  </a:cubicBezTo>
                  <a:cubicBezTo>
                    <a:pt x="1946" y="23770"/>
                    <a:pt x="3861" y="23800"/>
                    <a:pt x="5776" y="23800"/>
                  </a:cubicBezTo>
                  <a:cubicBezTo>
                    <a:pt x="7843" y="23800"/>
                    <a:pt x="9879" y="23770"/>
                    <a:pt x="11946" y="23770"/>
                  </a:cubicBezTo>
                  <a:cubicBezTo>
                    <a:pt x="12098" y="23587"/>
                    <a:pt x="12250" y="23344"/>
                    <a:pt x="12432" y="23192"/>
                  </a:cubicBezTo>
                  <a:lnTo>
                    <a:pt x="23101" y="12523"/>
                  </a:lnTo>
                  <a:cubicBezTo>
                    <a:pt x="23314" y="12371"/>
                    <a:pt x="23497" y="12189"/>
                    <a:pt x="23679" y="12037"/>
                  </a:cubicBezTo>
                  <a:cubicBezTo>
                    <a:pt x="23679" y="11642"/>
                    <a:pt x="23709" y="11277"/>
                    <a:pt x="23709" y="10882"/>
                  </a:cubicBezTo>
                  <a:lnTo>
                    <a:pt x="23709" y="1398"/>
                  </a:lnTo>
                  <a:cubicBezTo>
                    <a:pt x="23709" y="943"/>
                    <a:pt x="23770" y="517"/>
                    <a:pt x="23770" y="61"/>
                  </a:cubicBezTo>
                  <a:lnTo>
                    <a:pt x="23679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 rot="5400000">
              <a:off x="4040665" y="4708288"/>
              <a:ext cx="235375" cy="249625"/>
            </a:xfrm>
            <a:custGeom>
              <a:avLst/>
              <a:gdLst/>
              <a:ahLst/>
              <a:cxnLst/>
              <a:rect l="l" t="t" r="r" b="b"/>
              <a:pathLst>
                <a:path w="10062" h="10670" extrusionOk="0">
                  <a:moveTo>
                    <a:pt x="10062" y="0"/>
                  </a:moveTo>
                  <a:cubicBezTo>
                    <a:pt x="10001" y="152"/>
                    <a:pt x="9940" y="335"/>
                    <a:pt x="9910" y="517"/>
                  </a:cubicBezTo>
                  <a:cubicBezTo>
                    <a:pt x="9120" y="5593"/>
                    <a:pt x="5533" y="9392"/>
                    <a:pt x="518" y="10456"/>
                  </a:cubicBezTo>
                  <a:cubicBezTo>
                    <a:pt x="335" y="10517"/>
                    <a:pt x="183" y="10547"/>
                    <a:pt x="1" y="10639"/>
                  </a:cubicBezTo>
                  <a:cubicBezTo>
                    <a:pt x="3314" y="10639"/>
                    <a:pt x="6597" y="10669"/>
                    <a:pt x="9910" y="10669"/>
                  </a:cubicBezTo>
                  <a:cubicBezTo>
                    <a:pt x="9940" y="10639"/>
                    <a:pt x="10031" y="10608"/>
                    <a:pt x="10062" y="10608"/>
                  </a:cubicBezTo>
                  <a:lnTo>
                    <a:pt x="10062" y="0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 rot="5400000">
              <a:off x="1650722" y="4556115"/>
              <a:ext cx="278745" cy="510596"/>
            </a:xfrm>
            <a:custGeom>
              <a:avLst/>
              <a:gdLst/>
              <a:ahLst/>
              <a:cxnLst/>
              <a:rect l="l" t="t" r="r" b="b"/>
              <a:pathLst>
                <a:path w="11916" h="21825" extrusionOk="0">
                  <a:moveTo>
                    <a:pt x="11916" y="0"/>
                  </a:moveTo>
                  <a:cubicBezTo>
                    <a:pt x="11703" y="304"/>
                    <a:pt x="11612" y="608"/>
                    <a:pt x="11521" y="912"/>
                  </a:cubicBezTo>
                  <a:cubicBezTo>
                    <a:pt x="11126" y="2675"/>
                    <a:pt x="10335" y="4255"/>
                    <a:pt x="9180" y="5623"/>
                  </a:cubicBezTo>
                  <a:cubicBezTo>
                    <a:pt x="6779" y="8480"/>
                    <a:pt x="3709" y="9939"/>
                    <a:pt x="1" y="10000"/>
                  </a:cubicBezTo>
                  <a:cubicBezTo>
                    <a:pt x="62" y="10031"/>
                    <a:pt x="153" y="10122"/>
                    <a:pt x="183" y="10152"/>
                  </a:cubicBezTo>
                  <a:cubicBezTo>
                    <a:pt x="3861" y="13800"/>
                    <a:pt x="7509" y="17478"/>
                    <a:pt x="11186" y="21186"/>
                  </a:cubicBezTo>
                  <a:cubicBezTo>
                    <a:pt x="11430" y="21399"/>
                    <a:pt x="11582" y="21581"/>
                    <a:pt x="11764" y="21824"/>
                  </a:cubicBezTo>
                  <a:cubicBezTo>
                    <a:pt x="11855" y="21794"/>
                    <a:pt x="11885" y="21733"/>
                    <a:pt x="11916" y="21703"/>
                  </a:cubicBezTo>
                  <a:lnTo>
                    <a:pt x="11916" y="9970"/>
                  </a:lnTo>
                  <a:lnTo>
                    <a:pt x="11916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 rot="5400000">
              <a:off x="1257142" y="4675944"/>
              <a:ext cx="275915" cy="278073"/>
            </a:xfrm>
            <a:custGeom>
              <a:avLst/>
              <a:gdLst/>
              <a:ahLst/>
              <a:cxnLst/>
              <a:rect l="l" t="t" r="r" b="b"/>
              <a:pathLst>
                <a:path w="11795" h="11886" extrusionOk="0">
                  <a:moveTo>
                    <a:pt x="11581" y="1"/>
                  </a:moveTo>
                  <a:cubicBezTo>
                    <a:pt x="11338" y="304"/>
                    <a:pt x="11125" y="608"/>
                    <a:pt x="10882" y="882"/>
                  </a:cubicBezTo>
                  <a:lnTo>
                    <a:pt x="639" y="11095"/>
                  </a:lnTo>
                  <a:cubicBezTo>
                    <a:pt x="426" y="11368"/>
                    <a:pt x="213" y="11642"/>
                    <a:pt x="1" y="11885"/>
                  </a:cubicBezTo>
                  <a:cubicBezTo>
                    <a:pt x="3952" y="11855"/>
                    <a:pt x="7873" y="11855"/>
                    <a:pt x="11794" y="11855"/>
                  </a:cubicBezTo>
                  <a:lnTo>
                    <a:pt x="11794" y="183"/>
                  </a:lnTo>
                  <a:lnTo>
                    <a:pt x="1158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 rot="5400000">
              <a:off x="3477146" y="4675231"/>
              <a:ext cx="275189" cy="277371"/>
            </a:xfrm>
            <a:custGeom>
              <a:avLst/>
              <a:gdLst/>
              <a:ahLst/>
              <a:cxnLst/>
              <a:rect l="l" t="t" r="r" b="b"/>
              <a:pathLst>
                <a:path w="11764" h="11856" extrusionOk="0">
                  <a:moveTo>
                    <a:pt x="11733" y="1"/>
                  </a:moveTo>
                  <a:cubicBezTo>
                    <a:pt x="11551" y="153"/>
                    <a:pt x="11368" y="305"/>
                    <a:pt x="11155" y="487"/>
                  </a:cubicBezTo>
                  <a:lnTo>
                    <a:pt x="486" y="11156"/>
                  </a:lnTo>
                  <a:cubicBezTo>
                    <a:pt x="304" y="11369"/>
                    <a:pt x="152" y="11551"/>
                    <a:pt x="0" y="11734"/>
                  </a:cubicBezTo>
                  <a:cubicBezTo>
                    <a:pt x="304" y="11734"/>
                    <a:pt x="608" y="11764"/>
                    <a:pt x="912" y="11855"/>
                  </a:cubicBezTo>
                  <a:lnTo>
                    <a:pt x="1125" y="11855"/>
                  </a:lnTo>
                  <a:cubicBezTo>
                    <a:pt x="4134" y="11855"/>
                    <a:pt x="7174" y="11825"/>
                    <a:pt x="10183" y="11825"/>
                  </a:cubicBezTo>
                  <a:cubicBezTo>
                    <a:pt x="10699" y="11825"/>
                    <a:pt x="11247" y="11764"/>
                    <a:pt x="11763" y="11764"/>
                  </a:cubicBezTo>
                  <a:lnTo>
                    <a:pt x="11763" y="5837"/>
                  </a:lnTo>
                  <a:cubicBezTo>
                    <a:pt x="11763" y="3861"/>
                    <a:pt x="11733" y="1916"/>
                    <a:pt x="11733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 rot="5400000">
              <a:off x="4234920" y="4594165"/>
              <a:ext cx="158601" cy="156489"/>
            </a:xfrm>
            <a:custGeom>
              <a:avLst/>
              <a:gdLst/>
              <a:ahLst/>
              <a:cxnLst/>
              <a:rect l="l" t="t" r="r" b="b"/>
              <a:pathLst>
                <a:path w="6780" h="6689" extrusionOk="0">
                  <a:moveTo>
                    <a:pt x="3337" y="0"/>
                  </a:moveTo>
                  <a:cubicBezTo>
                    <a:pt x="3319" y="0"/>
                    <a:pt x="3302" y="1"/>
                    <a:pt x="3284" y="1"/>
                  </a:cubicBezTo>
                  <a:cubicBezTo>
                    <a:pt x="1460" y="62"/>
                    <a:pt x="1" y="1581"/>
                    <a:pt x="62" y="3405"/>
                  </a:cubicBezTo>
                  <a:cubicBezTo>
                    <a:pt x="92" y="5270"/>
                    <a:pt x="1550" y="6688"/>
                    <a:pt x="3378" y="6688"/>
                  </a:cubicBezTo>
                  <a:cubicBezTo>
                    <a:pt x="3397" y="6688"/>
                    <a:pt x="3416" y="6688"/>
                    <a:pt x="3436" y="6688"/>
                  </a:cubicBezTo>
                  <a:cubicBezTo>
                    <a:pt x="5259" y="6688"/>
                    <a:pt x="6779" y="5168"/>
                    <a:pt x="6718" y="3344"/>
                  </a:cubicBezTo>
                  <a:cubicBezTo>
                    <a:pt x="6718" y="1509"/>
                    <a:pt x="5139" y="0"/>
                    <a:pt x="3337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 rot="5400000">
              <a:off x="2938643" y="4413531"/>
              <a:ext cx="536858" cy="526247"/>
            </a:xfrm>
            <a:custGeom>
              <a:avLst/>
              <a:gdLst/>
              <a:ahLst/>
              <a:cxnLst/>
              <a:rect l="l" t="t" r="r" b="b"/>
              <a:pathLst>
                <a:path w="22950" h="22494" extrusionOk="0">
                  <a:moveTo>
                    <a:pt x="16810" y="16323"/>
                  </a:moveTo>
                  <a:cubicBezTo>
                    <a:pt x="16810" y="16337"/>
                    <a:pt x="16816" y="16351"/>
                    <a:pt x="16823" y="16365"/>
                  </a:cubicBezTo>
                  <a:lnTo>
                    <a:pt x="16823" y="16365"/>
                  </a:lnTo>
                  <a:cubicBezTo>
                    <a:pt x="16815" y="16359"/>
                    <a:pt x="16810" y="16354"/>
                    <a:pt x="16810" y="16354"/>
                  </a:cubicBezTo>
                  <a:cubicBezTo>
                    <a:pt x="16779" y="16354"/>
                    <a:pt x="16810" y="16323"/>
                    <a:pt x="16810" y="16323"/>
                  </a:cubicBezTo>
                  <a:close/>
                  <a:moveTo>
                    <a:pt x="12463" y="1"/>
                  </a:moveTo>
                  <a:cubicBezTo>
                    <a:pt x="12129" y="1369"/>
                    <a:pt x="11794" y="2797"/>
                    <a:pt x="11460" y="4165"/>
                  </a:cubicBezTo>
                  <a:lnTo>
                    <a:pt x="11217" y="4165"/>
                  </a:lnTo>
                  <a:cubicBezTo>
                    <a:pt x="10913" y="2889"/>
                    <a:pt x="10609" y="1612"/>
                    <a:pt x="10305" y="366"/>
                  </a:cubicBezTo>
                  <a:cubicBezTo>
                    <a:pt x="10184" y="366"/>
                    <a:pt x="10123" y="396"/>
                    <a:pt x="10001" y="396"/>
                  </a:cubicBezTo>
                  <a:cubicBezTo>
                    <a:pt x="10001" y="1034"/>
                    <a:pt x="9971" y="1733"/>
                    <a:pt x="9971" y="2372"/>
                  </a:cubicBezTo>
                  <a:cubicBezTo>
                    <a:pt x="9971" y="2980"/>
                    <a:pt x="9940" y="3618"/>
                    <a:pt x="9940" y="4256"/>
                  </a:cubicBezTo>
                  <a:cubicBezTo>
                    <a:pt x="9849" y="4256"/>
                    <a:pt x="9788" y="4317"/>
                    <a:pt x="9697" y="4317"/>
                  </a:cubicBezTo>
                  <a:cubicBezTo>
                    <a:pt x="9424" y="3740"/>
                    <a:pt x="9180" y="3162"/>
                    <a:pt x="8877" y="2645"/>
                  </a:cubicBezTo>
                  <a:cubicBezTo>
                    <a:pt x="8573" y="2098"/>
                    <a:pt x="8481" y="1430"/>
                    <a:pt x="7843" y="913"/>
                  </a:cubicBezTo>
                  <a:lnTo>
                    <a:pt x="7843" y="913"/>
                  </a:lnTo>
                  <a:cubicBezTo>
                    <a:pt x="7904" y="2281"/>
                    <a:pt x="8329" y="3466"/>
                    <a:pt x="8238" y="4712"/>
                  </a:cubicBezTo>
                  <a:cubicBezTo>
                    <a:pt x="7539" y="3892"/>
                    <a:pt x="6810" y="3010"/>
                    <a:pt x="6141" y="2189"/>
                  </a:cubicBezTo>
                  <a:cubicBezTo>
                    <a:pt x="6071" y="2236"/>
                    <a:pt x="6019" y="2301"/>
                    <a:pt x="6026" y="2301"/>
                  </a:cubicBezTo>
                  <a:cubicBezTo>
                    <a:pt x="6028" y="2301"/>
                    <a:pt x="6036" y="2295"/>
                    <a:pt x="6050" y="2281"/>
                  </a:cubicBezTo>
                  <a:cubicBezTo>
                    <a:pt x="6384" y="3284"/>
                    <a:pt x="6779" y="4226"/>
                    <a:pt x="7114" y="5229"/>
                  </a:cubicBezTo>
                  <a:lnTo>
                    <a:pt x="7114" y="5442"/>
                  </a:lnTo>
                  <a:lnTo>
                    <a:pt x="6992" y="5320"/>
                  </a:lnTo>
                  <a:cubicBezTo>
                    <a:pt x="6688" y="5138"/>
                    <a:pt x="6445" y="4955"/>
                    <a:pt x="6171" y="4712"/>
                  </a:cubicBezTo>
                  <a:cubicBezTo>
                    <a:pt x="5472" y="4226"/>
                    <a:pt x="4834" y="3709"/>
                    <a:pt x="4196" y="3162"/>
                  </a:cubicBezTo>
                  <a:cubicBezTo>
                    <a:pt x="4165" y="3253"/>
                    <a:pt x="4074" y="3284"/>
                    <a:pt x="4044" y="3314"/>
                  </a:cubicBezTo>
                  <a:cubicBezTo>
                    <a:pt x="4682" y="4317"/>
                    <a:pt x="5290" y="5259"/>
                    <a:pt x="5898" y="6232"/>
                  </a:cubicBezTo>
                  <a:cubicBezTo>
                    <a:pt x="5928" y="6323"/>
                    <a:pt x="6019" y="6384"/>
                    <a:pt x="6050" y="6475"/>
                  </a:cubicBezTo>
                  <a:cubicBezTo>
                    <a:pt x="5928" y="6475"/>
                    <a:pt x="5867" y="6445"/>
                    <a:pt x="5746" y="6445"/>
                  </a:cubicBezTo>
                  <a:cubicBezTo>
                    <a:pt x="4652" y="5898"/>
                    <a:pt x="3588" y="5381"/>
                    <a:pt x="2524" y="4834"/>
                  </a:cubicBezTo>
                  <a:cubicBezTo>
                    <a:pt x="2493" y="4925"/>
                    <a:pt x="2433" y="4955"/>
                    <a:pt x="2402" y="5016"/>
                  </a:cubicBezTo>
                  <a:cubicBezTo>
                    <a:pt x="3314" y="5898"/>
                    <a:pt x="4196" y="6810"/>
                    <a:pt x="5107" y="7691"/>
                  </a:cubicBezTo>
                  <a:cubicBezTo>
                    <a:pt x="5077" y="7721"/>
                    <a:pt x="5016" y="7813"/>
                    <a:pt x="4986" y="7843"/>
                  </a:cubicBezTo>
                  <a:cubicBezTo>
                    <a:pt x="3709" y="7448"/>
                    <a:pt x="2402" y="7113"/>
                    <a:pt x="1126" y="6749"/>
                  </a:cubicBezTo>
                  <a:lnTo>
                    <a:pt x="1126" y="6749"/>
                  </a:lnTo>
                  <a:cubicBezTo>
                    <a:pt x="2098" y="7661"/>
                    <a:pt x="3314" y="8208"/>
                    <a:pt x="4256" y="9211"/>
                  </a:cubicBezTo>
                  <a:lnTo>
                    <a:pt x="396" y="8968"/>
                  </a:lnTo>
                  <a:cubicBezTo>
                    <a:pt x="396" y="9028"/>
                    <a:pt x="366" y="9089"/>
                    <a:pt x="366" y="9120"/>
                  </a:cubicBezTo>
                  <a:cubicBezTo>
                    <a:pt x="1612" y="9636"/>
                    <a:pt x="2828" y="10092"/>
                    <a:pt x="4074" y="10548"/>
                  </a:cubicBezTo>
                  <a:cubicBezTo>
                    <a:pt x="4074" y="10609"/>
                    <a:pt x="4044" y="10639"/>
                    <a:pt x="4044" y="10731"/>
                  </a:cubicBezTo>
                  <a:cubicBezTo>
                    <a:pt x="2676" y="10913"/>
                    <a:pt x="1338" y="11095"/>
                    <a:pt x="1" y="11308"/>
                  </a:cubicBezTo>
                  <a:lnTo>
                    <a:pt x="1" y="11460"/>
                  </a:lnTo>
                  <a:cubicBezTo>
                    <a:pt x="1369" y="11673"/>
                    <a:pt x="2706" y="11855"/>
                    <a:pt x="4074" y="12098"/>
                  </a:cubicBezTo>
                  <a:lnTo>
                    <a:pt x="4074" y="12281"/>
                  </a:lnTo>
                  <a:cubicBezTo>
                    <a:pt x="2797" y="12767"/>
                    <a:pt x="1490" y="13223"/>
                    <a:pt x="214" y="13740"/>
                  </a:cubicBezTo>
                  <a:cubicBezTo>
                    <a:pt x="214" y="13770"/>
                    <a:pt x="244" y="13801"/>
                    <a:pt x="244" y="13831"/>
                  </a:cubicBezTo>
                  <a:cubicBezTo>
                    <a:pt x="1642" y="13770"/>
                    <a:pt x="3010" y="13649"/>
                    <a:pt x="4408" y="13588"/>
                  </a:cubicBezTo>
                  <a:cubicBezTo>
                    <a:pt x="4469" y="13649"/>
                    <a:pt x="4469" y="13679"/>
                    <a:pt x="4500" y="13770"/>
                  </a:cubicBezTo>
                  <a:cubicBezTo>
                    <a:pt x="3405" y="14439"/>
                    <a:pt x="2281" y="15168"/>
                    <a:pt x="1186" y="15867"/>
                  </a:cubicBezTo>
                  <a:cubicBezTo>
                    <a:pt x="1217" y="15928"/>
                    <a:pt x="1217" y="15959"/>
                    <a:pt x="1278" y="16050"/>
                  </a:cubicBezTo>
                  <a:lnTo>
                    <a:pt x="4925" y="15016"/>
                  </a:lnTo>
                  <a:cubicBezTo>
                    <a:pt x="4955" y="15047"/>
                    <a:pt x="4986" y="15138"/>
                    <a:pt x="5016" y="15199"/>
                  </a:cubicBezTo>
                  <a:lnTo>
                    <a:pt x="4104" y="16111"/>
                  </a:lnTo>
                  <a:cubicBezTo>
                    <a:pt x="3557" y="16718"/>
                    <a:pt x="2980" y="17296"/>
                    <a:pt x="2402" y="17904"/>
                  </a:cubicBezTo>
                  <a:lnTo>
                    <a:pt x="2433" y="17934"/>
                  </a:lnTo>
                  <a:lnTo>
                    <a:pt x="3466" y="17478"/>
                  </a:lnTo>
                  <a:lnTo>
                    <a:pt x="5867" y="16232"/>
                  </a:lnTo>
                  <a:cubicBezTo>
                    <a:pt x="5928" y="16263"/>
                    <a:pt x="5989" y="16354"/>
                    <a:pt x="6019" y="16384"/>
                  </a:cubicBezTo>
                  <a:cubicBezTo>
                    <a:pt x="5867" y="16658"/>
                    <a:pt x="5685" y="16962"/>
                    <a:pt x="5472" y="17235"/>
                  </a:cubicBezTo>
                  <a:cubicBezTo>
                    <a:pt x="4986" y="18026"/>
                    <a:pt x="4469" y="18816"/>
                    <a:pt x="3952" y="19606"/>
                  </a:cubicBezTo>
                  <a:cubicBezTo>
                    <a:pt x="4378" y="19302"/>
                    <a:pt x="4834" y="19059"/>
                    <a:pt x="5259" y="18755"/>
                  </a:cubicBezTo>
                  <a:cubicBezTo>
                    <a:pt x="5867" y="18238"/>
                    <a:pt x="6445" y="17752"/>
                    <a:pt x="7053" y="17266"/>
                  </a:cubicBezTo>
                  <a:lnTo>
                    <a:pt x="7053" y="17266"/>
                  </a:lnTo>
                  <a:cubicBezTo>
                    <a:pt x="6810" y="18542"/>
                    <a:pt x="6232" y="19667"/>
                    <a:pt x="5867" y="20822"/>
                  </a:cubicBezTo>
                  <a:cubicBezTo>
                    <a:pt x="5928" y="20883"/>
                    <a:pt x="5989" y="20913"/>
                    <a:pt x="6050" y="20943"/>
                  </a:cubicBezTo>
                  <a:cubicBezTo>
                    <a:pt x="6840" y="19971"/>
                    <a:pt x="7600" y="18998"/>
                    <a:pt x="8512" y="17874"/>
                  </a:cubicBezTo>
                  <a:lnTo>
                    <a:pt x="8512" y="17874"/>
                  </a:lnTo>
                  <a:cubicBezTo>
                    <a:pt x="8451" y="19363"/>
                    <a:pt x="7965" y="20579"/>
                    <a:pt x="8147" y="21886"/>
                  </a:cubicBezTo>
                  <a:cubicBezTo>
                    <a:pt x="8664" y="20761"/>
                    <a:pt x="9241" y="19606"/>
                    <a:pt x="9819" y="18481"/>
                  </a:cubicBezTo>
                  <a:cubicBezTo>
                    <a:pt x="9880" y="18481"/>
                    <a:pt x="9940" y="18512"/>
                    <a:pt x="10001" y="18512"/>
                  </a:cubicBezTo>
                  <a:cubicBezTo>
                    <a:pt x="10092" y="19819"/>
                    <a:pt x="10123" y="21095"/>
                    <a:pt x="10153" y="22402"/>
                  </a:cubicBezTo>
                  <a:lnTo>
                    <a:pt x="10336" y="22402"/>
                  </a:lnTo>
                  <a:cubicBezTo>
                    <a:pt x="10761" y="21187"/>
                    <a:pt x="10913" y="19849"/>
                    <a:pt x="11460" y="18481"/>
                  </a:cubicBezTo>
                  <a:cubicBezTo>
                    <a:pt x="11946" y="19971"/>
                    <a:pt x="12098" y="21278"/>
                    <a:pt x="12615" y="22494"/>
                  </a:cubicBezTo>
                  <a:cubicBezTo>
                    <a:pt x="12767" y="21217"/>
                    <a:pt x="12676" y="19880"/>
                    <a:pt x="12980" y="18390"/>
                  </a:cubicBezTo>
                  <a:cubicBezTo>
                    <a:pt x="13740" y="19728"/>
                    <a:pt x="14196" y="20943"/>
                    <a:pt x="14895" y="22007"/>
                  </a:cubicBezTo>
                  <a:cubicBezTo>
                    <a:pt x="14956" y="21734"/>
                    <a:pt x="14895" y="21551"/>
                    <a:pt x="14864" y="21339"/>
                  </a:cubicBezTo>
                  <a:cubicBezTo>
                    <a:pt x="14716" y="20242"/>
                    <a:pt x="14568" y="19204"/>
                    <a:pt x="14420" y="18139"/>
                  </a:cubicBezTo>
                  <a:lnTo>
                    <a:pt x="14420" y="18139"/>
                  </a:lnTo>
                  <a:cubicBezTo>
                    <a:pt x="15014" y="18881"/>
                    <a:pt x="15609" y="19623"/>
                    <a:pt x="16232" y="20336"/>
                  </a:cubicBezTo>
                  <a:cubicBezTo>
                    <a:pt x="16384" y="20488"/>
                    <a:pt x="16567" y="20609"/>
                    <a:pt x="16719" y="20761"/>
                  </a:cubicBezTo>
                  <a:cubicBezTo>
                    <a:pt x="16567" y="19545"/>
                    <a:pt x="15959" y="18542"/>
                    <a:pt x="15868" y="17387"/>
                  </a:cubicBezTo>
                  <a:lnTo>
                    <a:pt x="15868" y="17387"/>
                  </a:lnTo>
                  <a:cubicBezTo>
                    <a:pt x="16719" y="18056"/>
                    <a:pt x="17630" y="18785"/>
                    <a:pt x="18512" y="19454"/>
                  </a:cubicBezTo>
                  <a:cubicBezTo>
                    <a:pt x="18603" y="19424"/>
                    <a:pt x="18634" y="19363"/>
                    <a:pt x="18694" y="19302"/>
                  </a:cubicBezTo>
                  <a:cubicBezTo>
                    <a:pt x="18512" y="18998"/>
                    <a:pt x="18360" y="18755"/>
                    <a:pt x="18178" y="18451"/>
                  </a:cubicBezTo>
                  <a:cubicBezTo>
                    <a:pt x="17762" y="17768"/>
                    <a:pt x="17317" y="17114"/>
                    <a:pt x="16900" y="16432"/>
                  </a:cubicBezTo>
                  <a:lnTo>
                    <a:pt x="16900" y="16432"/>
                  </a:lnTo>
                  <a:cubicBezTo>
                    <a:pt x="17184" y="16514"/>
                    <a:pt x="17466" y="16574"/>
                    <a:pt x="17722" y="16688"/>
                  </a:cubicBezTo>
                  <a:lnTo>
                    <a:pt x="19667" y="17722"/>
                  </a:lnTo>
                  <a:cubicBezTo>
                    <a:pt x="19819" y="17843"/>
                    <a:pt x="20032" y="17874"/>
                    <a:pt x="20427" y="17995"/>
                  </a:cubicBezTo>
                  <a:cubicBezTo>
                    <a:pt x="19576" y="16840"/>
                    <a:pt x="18542" y="16202"/>
                    <a:pt x="17843" y="15260"/>
                  </a:cubicBezTo>
                  <a:cubicBezTo>
                    <a:pt x="17874" y="15199"/>
                    <a:pt x="17904" y="15138"/>
                    <a:pt x="17934" y="15108"/>
                  </a:cubicBezTo>
                  <a:cubicBezTo>
                    <a:pt x="19150" y="15442"/>
                    <a:pt x="20336" y="15746"/>
                    <a:pt x="21552" y="16080"/>
                  </a:cubicBezTo>
                  <a:cubicBezTo>
                    <a:pt x="21582" y="16019"/>
                    <a:pt x="21582" y="15959"/>
                    <a:pt x="21643" y="15898"/>
                  </a:cubicBezTo>
                  <a:cubicBezTo>
                    <a:pt x="20579" y="15168"/>
                    <a:pt x="19424" y="14560"/>
                    <a:pt x="18208" y="13679"/>
                  </a:cubicBezTo>
                  <a:lnTo>
                    <a:pt x="18208" y="13679"/>
                  </a:lnTo>
                  <a:cubicBezTo>
                    <a:pt x="19758" y="13740"/>
                    <a:pt x="21065" y="13770"/>
                    <a:pt x="22403" y="13801"/>
                  </a:cubicBezTo>
                  <a:cubicBezTo>
                    <a:pt x="21430" y="13436"/>
                    <a:pt x="20457" y="13010"/>
                    <a:pt x="19454" y="12615"/>
                  </a:cubicBezTo>
                  <a:cubicBezTo>
                    <a:pt x="19211" y="12524"/>
                    <a:pt x="18937" y="12402"/>
                    <a:pt x="18482" y="12220"/>
                  </a:cubicBezTo>
                  <a:cubicBezTo>
                    <a:pt x="20123" y="11946"/>
                    <a:pt x="21552" y="11703"/>
                    <a:pt x="22950" y="11490"/>
                  </a:cubicBezTo>
                  <a:cubicBezTo>
                    <a:pt x="22919" y="11460"/>
                    <a:pt x="22919" y="11399"/>
                    <a:pt x="22919" y="11369"/>
                  </a:cubicBezTo>
                  <a:cubicBezTo>
                    <a:pt x="21521" y="11217"/>
                    <a:pt x="20153" y="11035"/>
                    <a:pt x="18755" y="10852"/>
                  </a:cubicBezTo>
                  <a:lnTo>
                    <a:pt x="18755" y="10609"/>
                  </a:lnTo>
                  <a:cubicBezTo>
                    <a:pt x="20001" y="10123"/>
                    <a:pt x="21248" y="9667"/>
                    <a:pt x="22494" y="9211"/>
                  </a:cubicBezTo>
                  <a:cubicBezTo>
                    <a:pt x="22494" y="9180"/>
                    <a:pt x="22463" y="9089"/>
                    <a:pt x="22463" y="9059"/>
                  </a:cubicBezTo>
                  <a:lnTo>
                    <a:pt x="18603" y="9272"/>
                  </a:lnTo>
                  <a:cubicBezTo>
                    <a:pt x="18573" y="9241"/>
                    <a:pt x="18573" y="9180"/>
                    <a:pt x="18512" y="9120"/>
                  </a:cubicBezTo>
                  <a:cubicBezTo>
                    <a:pt x="18664" y="9028"/>
                    <a:pt x="18877" y="8816"/>
                    <a:pt x="19059" y="8724"/>
                  </a:cubicBezTo>
                  <a:cubicBezTo>
                    <a:pt x="19941" y="8147"/>
                    <a:pt x="20761" y="7569"/>
                    <a:pt x="21643" y="6992"/>
                  </a:cubicBezTo>
                  <a:lnTo>
                    <a:pt x="21643" y="6992"/>
                  </a:lnTo>
                  <a:cubicBezTo>
                    <a:pt x="21248" y="7053"/>
                    <a:pt x="20883" y="7083"/>
                    <a:pt x="20548" y="7144"/>
                  </a:cubicBezTo>
                  <a:cubicBezTo>
                    <a:pt x="19637" y="7387"/>
                    <a:pt x="18725" y="7661"/>
                    <a:pt x="17722" y="7752"/>
                  </a:cubicBezTo>
                  <a:cubicBezTo>
                    <a:pt x="18573" y="6901"/>
                    <a:pt x="19424" y="5989"/>
                    <a:pt x="20305" y="5107"/>
                  </a:cubicBezTo>
                  <a:lnTo>
                    <a:pt x="20184" y="4986"/>
                  </a:lnTo>
                  <a:cubicBezTo>
                    <a:pt x="19120" y="5533"/>
                    <a:pt x="18056" y="6050"/>
                    <a:pt x="16810" y="6688"/>
                  </a:cubicBezTo>
                  <a:cubicBezTo>
                    <a:pt x="16962" y="6323"/>
                    <a:pt x="17053" y="6141"/>
                    <a:pt x="17144" y="5928"/>
                  </a:cubicBezTo>
                  <a:cubicBezTo>
                    <a:pt x="17661" y="5107"/>
                    <a:pt x="18208" y="4256"/>
                    <a:pt x="18755" y="3436"/>
                  </a:cubicBezTo>
                  <a:lnTo>
                    <a:pt x="18634" y="3314"/>
                  </a:lnTo>
                  <a:cubicBezTo>
                    <a:pt x="17691" y="4044"/>
                    <a:pt x="16779" y="4803"/>
                    <a:pt x="15807" y="5533"/>
                  </a:cubicBezTo>
                  <a:cubicBezTo>
                    <a:pt x="15776" y="5472"/>
                    <a:pt x="15716" y="5442"/>
                    <a:pt x="15655" y="5411"/>
                  </a:cubicBezTo>
                  <a:cubicBezTo>
                    <a:pt x="16050" y="4196"/>
                    <a:pt x="16658" y="3101"/>
                    <a:pt x="17023" y="1885"/>
                  </a:cubicBezTo>
                  <a:cubicBezTo>
                    <a:pt x="16992" y="1885"/>
                    <a:pt x="16931" y="1825"/>
                    <a:pt x="16871" y="1794"/>
                  </a:cubicBezTo>
                  <a:cubicBezTo>
                    <a:pt x="16080" y="2797"/>
                    <a:pt x="15320" y="3740"/>
                    <a:pt x="14561" y="4712"/>
                  </a:cubicBezTo>
                  <a:lnTo>
                    <a:pt x="14348" y="4621"/>
                  </a:lnTo>
                  <a:cubicBezTo>
                    <a:pt x="14378" y="3314"/>
                    <a:pt x="14804" y="2098"/>
                    <a:pt x="14743" y="761"/>
                  </a:cubicBezTo>
                  <a:lnTo>
                    <a:pt x="14743" y="761"/>
                  </a:lnTo>
                  <a:cubicBezTo>
                    <a:pt x="14196" y="1946"/>
                    <a:pt x="13588" y="3132"/>
                    <a:pt x="13010" y="4317"/>
                  </a:cubicBezTo>
                  <a:cubicBezTo>
                    <a:pt x="12585" y="2858"/>
                    <a:pt x="12706" y="1430"/>
                    <a:pt x="12585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 rot="5400000">
              <a:off x="3461985" y="4641838"/>
              <a:ext cx="7135" cy="7837"/>
            </a:xfrm>
            <a:custGeom>
              <a:avLst/>
              <a:gdLst/>
              <a:ahLst/>
              <a:cxnLst/>
              <a:rect l="l" t="t" r="r" b="b"/>
              <a:pathLst>
                <a:path w="305" h="335" extrusionOk="0">
                  <a:moveTo>
                    <a:pt x="122" y="0"/>
                  </a:moveTo>
                  <a:cubicBezTo>
                    <a:pt x="91" y="122"/>
                    <a:pt x="31" y="213"/>
                    <a:pt x="0" y="335"/>
                  </a:cubicBezTo>
                  <a:cubicBezTo>
                    <a:pt x="122" y="335"/>
                    <a:pt x="183" y="274"/>
                    <a:pt x="304" y="274"/>
                  </a:cubicBezTo>
                  <a:cubicBezTo>
                    <a:pt x="243" y="183"/>
                    <a:pt x="152" y="92"/>
                    <a:pt x="122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 rot="5400000">
              <a:off x="3470953" y="4695352"/>
              <a:ext cx="4983" cy="9592"/>
            </a:xfrm>
            <a:custGeom>
              <a:avLst/>
              <a:gdLst/>
              <a:ahLst/>
              <a:cxnLst/>
              <a:rect l="l" t="t" r="r" b="b"/>
              <a:pathLst>
                <a:path w="213" h="410" extrusionOk="0">
                  <a:moveTo>
                    <a:pt x="0" y="1"/>
                  </a:moveTo>
                  <a:cubicBezTo>
                    <a:pt x="30" y="123"/>
                    <a:pt x="30" y="275"/>
                    <a:pt x="61" y="396"/>
                  </a:cubicBezTo>
                  <a:cubicBezTo>
                    <a:pt x="81" y="406"/>
                    <a:pt x="98" y="410"/>
                    <a:pt x="113" y="410"/>
                  </a:cubicBezTo>
                  <a:cubicBezTo>
                    <a:pt x="142" y="410"/>
                    <a:pt x="162" y="396"/>
                    <a:pt x="182" y="396"/>
                  </a:cubicBezTo>
                  <a:cubicBezTo>
                    <a:pt x="182" y="275"/>
                    <a:pt x="213" y="153"/>
                    <a:pt x="21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"/>
            <p:cNvSpPr/>
            <p:nvPr/>
          </p:nvSpPr>
          <p:spPr>
            <a:xfrm rot="5400000">
              <a:off x="3216522" y="4688391"/>
              <a:ext cx="249598" cy="276646"/>
            </a:xfrm>
            <a:custGeom>
              <a:avLst/>
              <a:gdLst/>
              <a:ahLst/>
              <a:cxnLst/>
              <a:rect l="l" t="t" r="r" b="b"/>
              <a:pathLst>
                <a:path w="10670" h="11825" extrusionOk="0">
                  <a:moveTo>
                    <a:pt x="8998" y="7326"/>
                  </a:moveTo>
                  <a:lnTo>
                    <a:pt x="9089" y="7417"/>
                  </a:lnTo>
                  <a:cubicBezTo>
                    <a:pt x="9058" y="7417"/>
                    <a:pt x="8967" y="7447"/>
                    <a:pt x="8937" y="7447"/>
                  </a:cubicBezTo>
                  <a:cubicBezTo>
                    <a:pt x="8967" y="7417"/>
                    <a:pt x="8967" y="7356"/>
                    <a:pt x="8998" y="7326"/>
                  </a:cubicBezTo>
                  <a:close/>
                  <a:moveTo>
                    <a:pt x="10669" y="0"/>
                  </a:moveTo>
                  <a:cubicBezTo>
                    <a:pt x="10153" y="0"/>
                    <a:pt x="9605" y="31"/>
                    <a:pt x="9089" y="31"/>
                  </a:cubicBezTo>
                  <a:cubicBezTo>
                    <a:pt x="6080" y="31"/>
                    <a:pt x="3040" y="61"/>
                    <a:pt x="31" y="61"/>
                  </a:cubicBezTo>
                  <a:cubicBezTo>
                    <a:pt x="31" y="213"/>
                    <a:pt x="0" y="335"/>
                    <a:pt x="0" y="456"/>
                  </a:cubicBezTo>
                  <a:cubicBezTo>
                    <a:pt x="122" y="1885"/>
                    <a:pt x="0" y="3344"/>
                    <a:pt x="274" y="4712"/>
                  </a:cubicBezTo>
                  <a:cubicBezTo>
                    <a:pt x="851" y="3526"/>
                    <a:pt x="1459" y="2341"/>
                    <a:pt x="2007" y="1186"/>
                  </a:cubicBezTo>
                  <a:lnTo>
                    <a:pt x="2007" y="1186"/>
                  </a:lnTo>
                  <a:cubicBezTo>
                    <a:pt x="2067" y="2493"/>
                    <a:pt x="1642" y="3769"/>
                    <a:pt x="1611" y="5015"/>
                  </a:cubicBezTo>
                  <a:lnTo>
                    <a:pt x="1824" y="5137"/>
                  </a:lnTo>
                  <a:cubicBezTo>
                    <a:pt x="2614" y="4134"/>
                    <a:pt x="3374" y="3192"/>
                    <a:pt x="4134" y="2189"/>
                  </a:cubicBezTo>
                  <a:cubicBezTo>
                    <a:pt x="4195" y="2189"/>
                    <a:pt x="4256" y="2249"/>
                    <a:pt x="4286" y="2280"/>
                  </a:cubicBezTo>
                  <a:cubicBezTo>
                    <a:pt x="3921" y="3465"/>
                    <a:pt x="3283" y="4590"/>
                    <a:pt x="2918" y="5806"/>
                  </a:cubicBezTo>
                  <a:cubicBezTo>
                    <a:pt x="2979" y="5836"/>
                    <a:pt x="3040" y="5897"/>
                    <a:pt x="3070" y="5927"/>
                  </a:cubicBezTo>
                  <a:cubicBezTo>
                    <a:pt x="4043" y="5198"/>
                    <a:pt x="4955" y="4438"/>
                    <a:pt x="5897" y="3708"/>
                  </a:cubicBezTo>
                  <a:cubicBezTo>
                    <a:pt x="6019" y="3708"/>
                    <a:pt x="6080" y="3678"/>
                    <a:pt x="6201" y="3648"/>
                  </a:cubicBezTo>
                  <a:lnTo>
                    <a:pt x="6201" y="3648"/>
                  </a:lnTo>
                  <a:cubicBezTo>
                    <a:pt x="6171" y="3708"/>
                    <a:pt x="6080" y="3800"/>
                    <a:pt x="6049" y="3860"/>
                  </a:cubicBezTo>
                  <a:lnTo>
                    <a:pt x="4438" y="6383"/>
                  </a:lnTo>
                  <a:cubicBezTo>
                    <a:pt x="4347" y="6566"/>
                    <a:pt x="4256" y="6748"/>
                    <a:pt x="4104" y="7143"/>
                  </a:cubicBezTo>
                  <a:cubicBezTo>
                    <a:pt x="5350" y="6505"/>
                    <a:pt x="6414" y="5958"/>
                    <a:pt x="7478" y="5441"/>
                  </a:cubicBezTo>
                  <a:lnTo>
                    <a:pt x="7721" y="5441"/>
                  </a:lnTo>
                  <a:lnTo>
                    <a:pt x="7599" y="5532"/>
                  </a:lnTo>
                  <a:cubicBezTo>
                    <a:pt x="6779" y="6414"/>
                    <a:pt x="5897" y="7326"/>
                    <a:pt x="5016" y="8207"/>
                  </a:cubicBezTo>
                  <a:cubicBezTo>
                    <a:pt x="6019" y="8085"/>
                    <a:pt x="6931" y="7812"/>
                    <a:pt x="7842" y="7599"/>
                  </a:cubicBezTo>
                  <a:cubicBezTo>
                    <a:pt x="8177" y="7508"/>
                    <a:pt x="8542" y="7478"/>
                    <a:pt x="8937" y="7447"/>
                  </a:cubicBezTo>
                  <a:lnTo>
                    <a:pt x="8937" y="7447"/>
                  </a:lnTo>
                  <a:cubicBezTo>
                    <a:pt x="8055" y="8025"/>
                    <a:pt x="7235" y="8572"/>
                    <a:pt x="6353" y="9149"/>
                  </a:cubicBezTo>
                  <a:cubicBezTo>
                    <a:pt x="6171" y="9271"/>
                    <a:pt x="6019" y="9423"/>
                    <a:pt x="5806" y="9575"/>
                  </a:cubicBezTo>
                  <a:cubicBezTo>
                    <a:pt x="5867" y="9605"/>
                    <a:pt x="5867" y="9696"/>
                    <a:pt x="5897" y="9727"/>
                  </a:cubicBezTo>
                  <a:lnTo>
                    <a:pt x="9757" y="9484"/>
                  </a:lnTo>
                  <a:cubicBezTo>
                    <a:pt x="9757" y="9544"/>
                    <a:pt x="9818" y="9605"/>
                    <a:pt x="9818" y="9636"/>
                  </a:cubicBezTo>
                  <a:cubicBezTo>
                    <a:pt x="8542" y="10152"/>
                    <a:pt x="7295" y="10608"/>
                    <a:pt x="6049" y="11064"/>
                  </a:cubicBezTo>
                  <a:lnTo>
                    <a:pt x="6049" y="11277"/>
                  </a:lnTo>
                  <a:cubicBezTo>
                    <a:pt x="7447" y="11429"/>
                    <a:pt x="8815" y="11611"/>
                    <a:pt x="10213" y="11824"/>
                  </a:cubicBezTo>
                  <a:cubicBezTo>
                    <a:pt x="10365" y="11824"/>
                    <a:pt x="10487" y="11763"/>
                    <a:pt x="10608" y="11763"/>
                  </a:cubicBezTo>
                  <a:cubicBezTo>
                    <a:pt x="10608" y="11368"/>
                    <a:pt x="10639" y="10973"/>
                    <a:pt x="10639" y="10547"/>
                  </a:cubicBezTo>
                  <a:cubicBezTo>
                    <a:pt x="10669" y="7022"/>
                    <a:pt x="10669" y="3526"/>
                    <a:pt x="10669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"/>
            <p:cNvSpPr/>
            <p:nvPr/>
          </p:nvSpPr>
          <p:spPr>
            <a:xfrm rot="5400000">
              <a:off x="3041950" y="4742094"/>
              <a:ext cx="2152" cy="23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91" y="0"/>
                  </a:moveTo>
                  <a:lnTo>
                    <a:pt x="0" y="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 rot="5400000" flipH="1">
              <a:off x="5147963" y="4401126"/>
              <a:ext cx="546900" cy="552300"/>
            </a:xfrm>
            <a:prstGeom prst="rect">
              <a:avLst/>
            </a:pr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 rot="5400000" flipH="1">
              <a:off x="7016102" y="3531960"/>
              <a:ext cx="536700" cy="2288700"/>
            </a:xfrm>
            <a:prstGeom prst="rect">
              <a:avLst/>
            </a:pr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 rot="5400000" flipH="1">
              <a:off x="5146319" y="4397893"/>
              <a:ext cx="275915" cy="272365"/>
            </a:xfrm>
            <a:custGeom>
              <a:avLst/>
              <a:gdLst/>
              <a:ahLst/>
              <a:cxnLst/>
              <a:rect l="l" t="t" r="r" b="b"/>
              <a:pathLst>
                <a:path w="11795" h="11642" extrusionOk="0">
                  <a:moveTo>
                    <a:pt x="11581" y="0"/>
                  </a:moveTo>
                  <a:cubicBezTo>
                    <a:pt x="7751" y="3800"/>
                    <a:pt x="3952" y="7630"/>
                    <a:pt x="153" y="11429"/>
                  </a:cubicBezTo>
                  <a:cubicBezTo>
                    <a:pt x="61" y="11490"/>
                    <a:pt x="31" y="11581"/>
                    <a:pt x="1" y="11642"/>
                  </a:cubicBezTo>
                  <a:lnTo>
                    <a:pt x="11794" y="11642"/>
                  </a:lnTo>
                  <a:cubicBezTo>
                    <a:pt x="11733" y="7812"/>
                    <a:pt x="11733" y="3952"/>
                    <a:pt x="11733" y="61"/>
                  </a:cubicBezTo>
                  <a:cubicBezTo>
                    <a:pt x="11703" y="31"/>
                    <a:pt x="11642" y="31"/>
                    <a:pt x="1158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 rot="5400000" flipH="1">
              <a:off x="5145848" y="4681616"/>
              <a:ext cx="272335" cy="273090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0" y="1"/>
                  </a:moveTo>
                  <a:lnTo>
                    <a:pt x="0" y="8998"/>
                  </a:lnTo>
                  <a:lnTo>
                    <a:pt x="0" y="10123"/>
                  </a:lnTo>
                  <a:cubicBezTo>
                    <a:pt x="31" y="10670"/>
                    <a:pt x="31" y="11156"/>
                    <a:pt x="61" y="11673"/>
                  </a:cubicBezTo>
                  <a:lnTo>
                    <a:pt x="11642" y="11673"/>
                  </a:lnTo>
                  <a:cubicBezTo>
                    <a:pt x="11520" y="11521"/>
                    <a:pt x="11460" y="11338"/>
                    <a:pt x="11338" y="11217"/>
                  </a:cubicBezTo>
                  <a:cubicBezTo>
                    <a:pt x="7782" y="7600"/>
                    <a:pt x="4165" y="4043"/>
                    <a:pt x="548" y="426"/>
                  </a:cubicBezTo>
                  <a:cubicBezTo>
                    <a:pt x="456" y="335"/>
                    <a:pt x="304" y="244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 rot="5400000" flipH="1">
              <a:off x="6812670" y="4398177"/>
              <a:ext cx="558192" cy="556965"/>
            </a:xfrm>
            <a:custGeom>
              <a:avLst/>
              <a:gdLst/>
              <a:ahLst/>
              <a:cxnLst/>
              <a:rect l="l" t="t" r="r" b="b"/>
              <a:pathLst>
                <a:path w="23862" h="23807" extrusionOk="0">
                  <a:moveTo>
                    <a:pt x="23679" y="1"/>
                  </a:moveTo>
                  <a:cubicBezTo>
                    <a:pt x="21095" y="1"/>
                    <a:pt x="18512" y="61"/>
                    <a:pt x="15928" y="61"/>
                  </a:cubicBezTo>
                  <a:lnTo>
                    <a:pt x="122" y="61"/>
                  </a:lnTo>
                  <a:cubicBezTo>
                    <a:pt x="92" y="92"/>
                    <a:pt x="61" y="122"/>
                    <a:pt x="1" y="122"/>
                  </a:cubicBezTo>
                  <a:cubicBezTo>
                    <a:pt x="1" y="426"/>
                    <a:pt x="61" y="760"/>
                    <a:pt x="61" y="1064"/>
                  </a:cubicBezTo>
                  <a:lnTo>
                    <a:pt x="61" y="11156"/>
                  </a:lnTo>
                  <a:cubicBezTo>
                    <a:pt x="1" y="15320"/>
                    <a:pt x="1" y="19545"/>
                    <a:pt x="1" y="23770"/>
                  </a:cubicBezTo>
                  <a:cubicBezTo>
                    <a:pt x="61" y="23770"/>
                    <a:pt x="92" y="23770"/>
                    <a:pt x="153" y="23800"/>
                  </a:cubicBezTo>
                  <a:cubicBezTo>
                    <a:pt x="321" y="23804"/>
                    <a:pt x="489" y="23806"/>
                    <a:pt x="657" y="23806"/>
                  </a:cubicBezTo>
                  <a:cubicBezTo>
                    <a:pt x="4273" y="23806"/>
                    <a:pt x="7718" y="22874"/>
                    <a:pt x="10913" y="21247"/>
                  </a:cubicBezTo>
                  <a:cubicBezTo>
                    <a:pt x="15259" y="18998"/>
                    <a:pt x="18542" y="15745"/>
                    <a:pt x="20943" y="11490"/>
                  </a:cubicBezTo>
                  <a:cubicBezTo>
                    <a:pt x="22402" y="8876"/>
                    <a:pt x="23253" y="6080"/>
                    <a:pt x="23649" y="3162"/>
                  </a:cubicBezTo>
                  <a:cubicBezTo>
                    <a:pt x="23800" y="2128"/>
                    <a:pt x="23800" y="1064"/>
                    <a:pt x="23861" y="61"/>
                  </a:cubicBezTo>
                  <a:cubicBezTo>
                    <a:pt x="23800" y="61"/>
                    <a:pt x="23709" y="1"/>
                    <a:pt x="23679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 rot="5400000" flipH="1">
              <a:off x="5701679" y="4396469"/>
              <a:ext cx="551782" cy="561082"/>
            </a:xfrm>
            <a:custGeom>
              <a:avLst/>
              <a:gdLst/>
              <a:ahLst/>
              <a:cxnLst/>
              <a:rect l="l" t="t" r="r" b="b"/>
              <a:pathLst>
                <a:path w="23588" h="23983" extrusionOk="0">
                  <a:moveTo>
                    <a:pt x="11703" y="0"/>
                  </a:moveTo>
                  <a:cubicBezTo>
                    <a:pt x="11551" y="213"/>
                    <a:pt x="11429" y="426"/>
                    <a:pt x="11247" y="608"/>
                  </a:cubicBezTo>
                  <a:lnTo>
                    <a:pt x="304" y="11551"/>
                  </a:lnTo>
                  <a:cubicBezTo>
                    <a:pt x="183" y="11642"/>
                    <a:pt x="122" y="11703"/>
                    <a:pt x="0" y="11794"/>
                  </a:cubicBezTo>
                  <a:lnTo>
                    <a:pt x="0" y="12006"/>
                  </a:lnTo>
                  <a:cubicBezTo>
                    <a:pt x="183" y="12189"/>
                    <a:pt x="426" y="12402"/>
                    <a:pt x="639" y="12706"/>
                  </a:cubicBezTo>
                  <a:cubicBezTo>
                    <a:pt x="4104" y="16140"/>
                    <a:pt x="7599" y="19605"/>
                    <a:pt x="11064" y="23101"/>
                  </a:cubicBezTo>
                  <a:cubicBezTo>
                    <a:pt x="11277" y="23283"/>
                    <a:pt x="11429" y="23587"/>
                    <a:pt x="11642" y="23830"/>
                  </a:cubicBezTo>
                  <a:cubicBezTo>
                    <a:pt x="11672" y="23861"/>
                    <a:pt x="11703" y="23922"/>
                    <a:pt x="11703" y="23982"/>
                  </a:cubicBezTo>
                  <a:lnTo>
                    <a:pt x="11915" y="23982"/>
                  </a:lnTo>
                  <a:cubicBezTo>
                    <a:pt x="11915" y="23891"/>
                    <a:pt x="11976" y="23861"/>
                    <a:pt x="12007" y="23830"/>
                  </a:cubicBezTo>
                  <a:cubicBezTo>
                    <a:pt x="12189" y="23557"/>
                    <a:pt x="12432" y="23253"/>
                    <a:pt x="12645" y="23010"/>
                  </a:cubicBezTo>
                  <a:lnTo>
                    <a:pt x="22858" y="12797"/>
                  </a:lnTo>
                  <a:cubicBezTo>
                    <a:pt x="23131" y="12554"/>
                    <a:pt x="23375" y="12219"/>
                    <a:pt x="23587" y="11915"/>
                  </a:cubicBezTo>
                  <a:lnTo>
                    <a:pt x="23587" y="11885"/>
                  </a:lnTo>
                  <a:cubicBezTo>
                    <a:pt x="23405" y="11672"/>
                    <a:pt x="23223" y="11429"/>
                    <a:pt x="23010" y="11247"/>
                  </a:cubicBezTo>
                  <a:lnTo>
                    <a:pt x="12007" y="213"/>
                  </a:lnTo>
                  <a:cubicBezTo>
                    <a:pt x="11915" y="152"/>
                    <a:pt x="11855" y="61"/>
                    <a:pt x="11763" y="31"/>
                  </a:cubicBezTo>
                  <a:lnTo>
                    <a:pt x="11733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 rot="5400000" flipH="1">
              <a:off x="6098678" y="4560020"/>
              <a:ext cx="275189" cy="513427"/>
            </a:xfrm>
            <a:custGeom>
              <a:avLst/>
              <a:gdLst/>
              <a:ahLst/>
              <a:cxnLst/>
              <a:rect l="l" t="t" r="r" b="b"/>
              <a:pathLst>
                <a:path w="11764" h="21946" extrusionOk="0">
                  <a:moveTo>
                    <a:pt x="183" y="0"/>
                  </a:moveTo>
                  <a:cubicBezTo>
                    <a:pt x="152" y="456"/>
                    <a:pt x="61" y="973"/>
                    <a:pt x="61" y="1429"/>
                  </a:cubicBezTo>
                  <a:cubicBezTo>
                    <a:pt x="61" y="4347"/>
                    <a:pt x="31" y="7234"/>
                    <a:pt x="31" y="10122"/>
                  </a:cubicBezTo>
                  <a:cubicBezTo>
                    <a:pt x="31" y="10730"/>
                    <a:pt x="0" y="11368"/>
                    <a:pt x="0" y="12006"/>
                  </a:cubicBezTo>
                  <a:cubicBezTo>
                    <a:pt x="0" y="13587"/>
                    <a:pt x="31" y="15107"/>
                    <a:pt x="31" y="16657"/>
                  </a:cubicBezTo>
                  <a:cubicBezTo>
                    <a:pt x="31" y="18389"/>
                    <a:pt x="61" y="20183"/>
                    <a:pt x="61" y="21946"/>
                  </a:cubicBezTo>
                  <a:cubicBezTo>
                    <a:pt x="183" y="21855"/>
                    <a:pt x="304" y="21794"/>
                    <a:pt x="365" y="21703"/>
                  </a:cubicBezTo>
                  <a:lnTo>
                    <a:pt x="11308" y="10760"/>
                  </a:lnTo>
                  <a:cubicBezTo>
                    <a:pt x="11490" y="10578"/>
                    <a:pt x="11612" y="10335"/>
                    <a:pt x="11764" y="10152"/>
                  </a:cubicBezTo>
                  <a:cubicBezTo>
                    <a:pt x="5776" y="10091"/>
                    <a:pt x="943" y="5562"/>
                    <a:pt x="18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 rot="5400000" flipH="1">
              <a:off x="5427552" y="4396829"/>
              <a:ext cx="277341" cy="275921"/>
            </a:xfrm>
            <a:custGeom>
              <a:avLst/>
              <a:gdLst/>
              <a:ahLst/>
              <a:cxnLst/>
              <a:rect l="l" t="t" r="r" b="b"/>
              <a:pathLst>
                <a:path w="11856" h="11794" extrusionOk="0">
                  <a:moveTo>
                    <a:pt x="11855" y="0"/>
                  </a:moveTo>
                  <a:lnTo>
                    <a:pt x="11855" y="0"/>
                  </a:lnTo>
                  <a:cubicBezTo>
                    <a:pt x="7904" y="31"/>
                    <a:pt x="3983" y="31"/>
                    <a:pt x="62" y="31"/>
                  </a:cubicBezTo>
                  <a:cubicBezTo>
                    <a:pt x="31" y="61"/>
                    <a:pt x="1" y="122"/>
                    <a:pt x="1" y="183"/>
                  </a:cubicBezTo>
                  <a:cubicBezTo>
                    <a:pt x="1673" y="1855"/>
                    <a:pt x="3344" y="3526"/>
                    <a:pt x="5046" y="5168"/>
                  </a:cubicBezTo>
                  <a:cubicBezTo>
                    <a:pt x="7235" y="7356"/>
                    <a:pt x="9454" y="9605"/>
                    <a:pt x="11642" y="11794"/>
                  </a:cubicBezTo>
                  <a:cubicBezTo>
                    <a:pt x="11733" y="11794"/>
                    <a:pt x="11764" y="11763"/>
                    <a:pt x="11794" y="11733"/>
                  </a:cubicBezTo>
                  <a:cubicBezTo>
                    <a:pt x="11855" y="7812"/>
                    <a:pt x="11855" y="3921"/>
                    <a:pt x="11855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 rot="5400000" flipH="1">
              <a:off x="5425642" y="4678411"/>
              <a:ext cx="273786" cy="276646"/>
            </a:xfrm>
            <a:custGeom>
              <a:avLst/>
              <a:gdLst/>
              <a:ahLst/>
              <a:cxnLst/>
              <a:rect l="l" t="t" r="r" b="b"/>
              <a:pathLst>
                <a:path w="11704" h="11825" extrusionOk="0">
                  <a:moveTo>
                    <a:pt x="31" y="1"/>
                  </a:moveTo>
                  <a:cubicBezTo>
                    <a:pt x="31" y="153"/>
                    <a:pt x="1" y="305"/>
                    <a:pt x="1" y="457"/>
                  </a:cubicBezTo>
                  <a:lnTo>
                    <a:pt x="1" y="10974"/>
                  </a:lnTo>
                  <a:cubicBezTo>
                    <a:pt x="1" y="11217"/>
                    <a:pt x="31" y="11399"/>
                    <a:pt x="62" y="11825"/>
                  </a:cubicBezTo>
                  <a:cubicBezTo>
                    <a:pt x="4013" y="7843"/>
                    <a:pt x="7873" y="3983"/>
                    <a:pt x="11703" y="153"/>
                  </a:cubicBezTo>
                  <a:cubicBezTo>
                    <a:pt x="11673" y="122"/>
                    <a:pt x="11673" y="31"/>
                    <a:pt x="1161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 rot="5400000" flipH="1">
              <a:off x="5701203" y="4681616"/>
              <a:ext cx="272335" cy="273090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31" y="1"/>
                  </a:moveTo>
                  <a:cubicBezTo>
                    <a:pt x="31" y="426"/>
                    <a:pt x="0" y="822"/>
                    <a:pt x="0" y="1217"/>
                  </a:cubicBezTo>
                  <a:lnTo>
                    <a:pt x="0" y="9059"/>
                  </a:lnTo>
                  <a:cubicBezTo>
                    <a:pt x="0" y="9940"/>
                    <a:pt x="31" y="10791"/>
                    <a:pt x="31" y="11673"/>
                  </a:cubicBezTo>
                  <a:lnTo>
                    <a:pt x="11642" y="11673"/>
                  </a:lnTo>
                  <a:cubicBezTo>
                    <a:pt x="11490" y="11460"/>
                    <a:pt x="11308" y="11186"/>
                    <a:pt x="11095" y="11004"/>
                  </a:cubicBezTo>
                  <a:lnTo>
                    <a:pt x="669" y="578"/>
                  </a:lnTo>
                  <a:cubicBezTo>
                    <a:pt x="456" y="396"/>
                    <a:pt x="244" y="214"/>
                    <a:pt x="3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 rot="5400000" flipH="1">
              <a:off x="7368446" y="4396469"/>
              <a:ext cx="558192" cy="557526"/>
            </a:xfrm>
            <a:custGeom>
              <a:avLst/>
              <a:gdLst/>
              <a:ahLst/>
              <a:cxnLst/>
              <a:rect l="l" t="t" r="r" b="b"/>
              <a:pathLst>
                <a:path w="23862" h="23831" extrusionOk="0">
                  <a:moveTo>
                    <a:pt x="4317" y="3526"/>
                  </a:moveTo>
                  <a:cubicBezTo>
                    <a:pt x="4347" y="3556"/>
                    <a:pt x="4347" y="3556"/>
                    <a:pt x="4347" y="3617"/>
                  </a:cubicBezTo>
                  <a:cubicBezTo>
                    <a:pt x="4347" y="3556"/>
                    <a:pt x="4317" y="3556"/>
                    <a:pt x="4286" y="3526"/>
                  </a:cubicBezTo>
                  <a:close/>
                  <a:moveTo>
                    <a:pt x="17478" y="21551"/>
                  </a:moveTo>
                  <a:lnTo>
                    <a:pt x="17508" y="21611"/>
                  </a:lnTo>
                  <a:lnTo>
                    <a:pt x="17417" y="21611"/>
                  </a:lnTo>
                  <a:lnTo>
                    <a:pt x="17478" y="21551"/>
                  </a:lnTo>
                  <a:close/>
                  <a:moveTo>
                    <a:pt x="61" y="0"/>
                  </a:moveTo>
                  <a:cubicBezTo>
                    <a:pt x="31" y="31"/>
                    <a:pt x="31" y="61"/>
                    <a:pt x="0" y="61"/>
                  </a:cubicBezTo>
                  <a:cubicBezTo>
                    <a:pt x="0" y="122"/>
                    <a:pt x="0" y="152"/>
                    <a:pt x="31" y="152"/>
                  </a:cubicBezTo>
                  <a:cubicBezTo>
                    <a:pt x="31" y="608"/>
                    <a:pt x="61" y="1064"/>
                    <a:pt x="152" y="1520"/>
                  </a:cubicBezTo>
                  <a:lnTo>
                    <a:pt x="152" y="23830"/>
                  </a:lnTo>
                  <a:lnTo>
                    <a:pt x="15958" y="23830"/>
                  </a:lnTo>
                  <a:cubicBezTo>
                    <a:pt x="18542" y="23830"/>
                    <a:pt x="21125" y="23770"/>
                    <a:pt x="23709" y="23770"/>
                  </a:cubicBezTo>
                  <a:cubicBezTo>
                    <a:pt x="23739" y="23709"/>
                    <a:pt x="23800" y="23678"/>
                    <a:pt x="23861" y="23587"/>
                  </a:cubicBezTo>
                  <a:lnTo>
                    <a:pt x="23861" y="12189"/>
                  </a:lnTo>
                  <a:lnTo>
                    <a:pt x="23496" y="11976"/>
                  </a:lnTo>
                  <a:cubicBezTo>
                    <a:pt x="22098" y="12189"/>
                    <a:pt x="20670" y="12432"/>
                    <a:pt x="19028" y="12675"/>
                  </a:cubicBezTo>
                  <a:cubicBezTo>
                    <a:pt x="19484" y="12888"/>
                    <a:pt x="19758" y="12979"/>
                    <a:pt x="20001" y="13101"/>
                  </a:cubicBezTo>
                  <a:cubicBezTo>
                    <a:pt x="20973" y="13496"/>
                    <a:pt x="21946" y="13891"/>
                    <a:pt x="22949" y="14286"/>
                  </a:cubicBezTo>
                  <a:cubicBezTo>
                    <a:pt x="21642" y="14256"/>
                    <a:pt x="20305" y="14195"/>
                    <a:pt x="18755" y="14165"/>
                  </a:cubicBezTo>
                  <a:lnTo>
                    <a:pt x="18755" y="14165"/>
                  </a:lnTo>
                  <a:cubicBezTo>
                    <a:pt x="19940" y="15046"/>
                    <a:pt x="21125" y="15654"/>
                    <a:pt x="22189" y="16383"/>
                  </a:cubicBezTo>
                  <a:cubicBezTo>
                    <a:pt x="22129" y="16444"/>
                    <a:pt x="22129" y="16475"/>
                    <a:pt x="22098" y="16566"/>
                  </a:cubicBezTo>
                  <a:cubicBezTo>
                    <a:pt x="20882" y="16231"/>
                    <a:pt x="19697" y="15927"/>
                    <a:pt x="18481" y="15563"/>
                  </a:cubicBezTo>
                  <a:cubicBezTo>
                    <a:pt x="18451" y="15624"/>
                    <a:pt x="18420" y="15684"/>
                    <a:pt x="18390" y="15715"/>
                  </a:cubicBezTo>
                  <a:cubicBezTo>
                    <a:pt x="19059" y="16687"/>
                    <a:pt x="20122" y="17326"/>
                    <a:pt x="20973" y="18450"/>
                  </a:cubicBezTo>
                  <a:cubicBezTo>
                    <a:pt x="20578" y="18298"/>
                    <a:pt x="20396" y="18268"/>
                    <a:pt x="20214" y="18207"/>
                  </a:cubicBezTo>
                  <a:cubicBezTo>
                    <a:pt x="19545" y="17842"/>
                    <a:pt x="18907" y="17478"/>
                    <a:pt x="18268" y="17174"/>
                  </a:cubicBezTo>
                  <a:cubicBezTo>
                    <a:pt x="17995" y="17022"/>
                    <a:pt x="17691" y="16991"/>
                    <a:pt x="17387" y="16900"/>
                  </a:cubicBezTo>
                  <a:lnTo>
                    <a:pt x="17387" y="16900"/>
                  </a:lnTo>
                  <a:cubicBezTo>
                    <a:pt x="17812" y="17599"/>
                    <a:pt x="18268" y="18268"/>
                    <a:pt x="18694" y="18967"/>
                  </a:cubicBezTo>
                  <a:cubicBezTo>
                    <a:pt x="18876" y="19210"/>
                    <a:pt x="19028" y="19514"/>
                    <a:pt x="19211" y="19818"/>
                  </a:cubicBezTo>
                  <a:cubicBezTo>
                    <a:pt x="19302" y="19909"/>
                    <a:pt x="19332" y="19970"/>
                    <a:pt x="19363" y="20061"/>
                  </a:cubicBezTo>
                  <a:lnTo>
                    <a:pt x="19363" y="20244"/>
                  </a:lnTo>
                  <a:lnTo>
                    <a:pt x="19241" y="20122"/>
                  </a:lnTo>
                  <a:cubicBezTo>
                    <a:pt x="19180" y="20092"/>
                    <a:pt x="19089" y="20031"/>
                    <a:pt x="19028" y="19970"/>
                  </a:cubicBezTo>
                  <a:cubicBezTo>
                    <a:pt x="18147" y="19301"/>
                    <a:pt x="17235" y="18572"/>
                    <a:pt x="16353" y="17903"/>
                  </a:cubicBezTo>
                  <a:lnTo>
                    <a:pt x="16353" y="17903"/>
                  </a:lnTo>
                  <a:cubicBezTo>
                    <a:pt x="16475" y="19058"/>
                    <a:pt x="17083" y="20061"/>
                    <a:pt x="17235" y="21277"/>
                  </a:cubicBezTo>
                  <a:cubicBezTo>
                    <a:pt x="17052" y="21156"/>
                    <a:pt x="16900" y="21004"/>
                    <a:pt x="16748" y="20852"/>
                  </a:cubicBezTo>
                  <a:cubicBezTo>
                    <a:pt x="16141" y="20092"/>
                    <a:pt x="15502" y="19362"/>
                    <a:pt x="14894" y="18602"/>
                  </a:cubicBezTo>
                  <a:lnTo>
                    <a:pt x="14894" y="18602"/>
                  </a:lnTo>
                  <a:cubicBezTo>
                    <a:pt x="15046" y="19727"/>
                    <a:pt x="15198" y="20791"/>
                    <a:pt x="15350" y="21885"/>
                  </a:cubicBezTo>
                  <a:cubicBezTo>
                    <a:pt x="15381" y="22098"/>
                    <a:pt x="15411" y="22311"/>
                    <a:pt x="15381" y="22554"/>
                  </a:cubicBezTo>
                  <a:cubicBezTo>
                    <a:pt x="14651" y="21459"/>
                    <a:pt x="14165" y="20274"/>
                    <a:pt x="13435" y="18967"/>
                  </a:cubicBezTo>
                  <a:cubicBezTo>
                    <a:pt x="13162" y="20426"/>
                    <a:pt x="13253" y="21763"/>
                    <a:pt x="13101" y="23070"/>
                  </a:cubicBezTo>
                  <a:cubicBezTo>
                    <a:pt x="12554" y="21794"/>
                    <a:pt x="12402" y="20487"/>
                    <a:pt x="11916" y="19028"/>
                  </a:cubicBezTo>
                  <a:cubicBezTo>
                    <a:pt x="11399" y="20396"/>
                    <a:pt x="11247" y="21733"/>
                    <a:pt x="10821" y="22949"/>
                  </a:cubicBezTo>
                  <a:lnTo>
                    <a:pt x="10639" y="22949"/>
                  </a:lnTo>
                  <a:cubicBezTo>
                    <a:pt x="10548" y="21642"/>
                    <a:pt x="10517" y="20365"/>
                    <a:pt x="10487" y="19058"/>
                  </a:cubicBezTo>
                  <a:cubicBezTo>
                    <a:pt x="10396" y="19058"/>
                    <a:pt x="10365" y="19028"/>
                    <a:pt x="10274" y="19028"/>
                  </a:cubicBezTo>
                  <a:cubicBezTo>
                    <a:pt x="9757" y="20183"/>
                    <a:pt x="9180" y="21308"/>
                    <a:pt x="8602" y="22463"/>
                  </a:cubicBezTo>
                  <a:cubicBezTo>
                    <a:pt x="8450" y="21125"/>
                    <a:pt x="8967" y="19909"/>
                    <a:pt x="8998" y="18420"/>
                  </a:cubicBezTo>
                  <a:lnTo>
                    <a:pt x="8998" y="18420"/>
                  </a:lnTo>
                  <a:cubicBezTo>
                    <a:pt x="8086" y="19575"/>
                    <a:pt x="7295" y="20548"/>
                    <a:pt x="6536" y="21490"/>
                  </a:cubicBezTo>
                  <a:cubicBezTo>
                    <a:pt x="6444" y="21459"/>
                    <a:pt x="6414" y="21429"/>
                    <a:pt x="6323" y="21399"/>
                  </a:cubicBezTo>
                  <a:cubicBezTo>
                    <a:pt x="6687" y="20213"/>
                    <a:pt x="7235" y="19119"/>
                    <a:pt x="7508" y="17812"/>
                  </a:cubicBezTo>
                  <a:lnTo>
                    <a:pt x="7508" y="17812"/>
                  </a:lnTo>
                  <a:cubicBezTo>
                    <a:pt x="6900" y="18298"/>
                    <a:pt x="6323" y="18845"/>
                    <a:pt x="5715" y="19301"/>
                  </a:cubicBezTo>
                  <a:cubicBezTo>
                    <a:pt x="5320" y="19605"/>
                    <a:pt x="4864" y="19879"/>
                    <a:pt x="4438" y="20183"/>
                  </a:cubicBezTo>
                  <a:cubicBezTo>
                    <a:pt x="4347" y="20244"/>
                    <a:pt x="4286" y="20274"/>
                    <a:pt x="4195" y="20365"/>
                  </a:cubicBezTo>
                  <a:cubicBezTo>
                    <a:pt x="4256" y="20274"/>
                    <a:pt x="4317" y="20244"/>
                    <a:pt x="4408" y="20183"/>
                  </a:cubicBezTo>
                  <a:cubicBezTo>
                    <a:pt x="4894" y="19362"/>
                    <a:pt x="5411" y="18572"/>
                    <a:pt x="5928" y="17782"/>
                  </a:cubicBezTo>
                  <a:cubicBezTo>
                    <a:pt x="6080" y="17508"/>
                    <a:pt x="6262" y="17204"/>
                    <a:pt x="6444" y="16931"/>
                  </a:cubicBezTo>
                  <a:cubicBezTo>
                    <a:pt x="6384" y="16900"/>
                    <a:pt x="6323" y="16839"/>
                    <a:pt x="6292" y="16779"/>
                  </a:cubicBezTo>
                  <a:lnTo>
                    <a:pt x="3891" y="18055"/>
                  </a:lnTo>
                  <a:cubicBezTo>
                    <a:pt x="3557" y="18238"/>
                    <a:pt x="3222" y="18359"/>
                    <a:pt x="2888" y="18511"/>
                  </a:cubicBezTo>
                  <a:cubicBezTo>
                    <a:pt x="2827" y="18542"/>
                    <a:pt x="2797" y="18542"/>
                    <a:pt x="2766" y="18572"/>
                  </a:cubicBezTo>
                  <a:cubicBezTo>
                    <a:pt x="2797" y="18542"/>
                    <a:pt x="2797" y="18511"/>
                    <a:pt x="2827" y="18450"/>
                  </a:cubicBezTo>
                  <a:cubicBezTo>
                    <a:pt x="3405" y="17842"/>
                    <a:pt x="3982" y="17234"/>
                    <a:pt x="4560" y="16687"/>
                  </a:cubicBezTo>
                  <a:lnTo>
                    <a:pt x="5472" y="15776"/>
                  </a:lnTo>
                  <a:cubicBezTo>
                    <a:pt x="5411" y="15715"/>
                    <a:pt x="5380" y="15654"/>
                    <a:pt x="5350" y="15563"/>
                  </a:cubicBezTo>
                  <a:lnTo>
                    <a:pt x="1703" y="16596"/>
                  </a:lnTo>
                  <a:cubicBezTo>
                    <a:pt x="1672" y="16535"/>
                    <a:pt x="1672" y="16475"/>
                    <a:pt x="1611" y="16414"/>
                  </a:cubicBezTo>
                  <a:cubicBezTo>
                    <a:pt x="2736" y="15715"/>
                    <a:pt x="3830" y="15016"/>
                    <a:pt x="4925" y="14317"/>
                  </a:cubicBezTo>
                  <a:cubicBezTo>
                    <a:pt x="4894" y="14256"/>
                    <a:pt x="4894" y="14195"/>
                    <a:pt x="4864" y="14134"/>
                  </a:cubicBezTo>
                  <a:cubicBezTo>
                    <a:pt x="3435" y="14195"/>
                    <a:pt x="2067" y="14317"/>
                    <a:pt x="669" y="14408"/>
                  </a:cubicBezTo>
                  <a:cubicBezTo>
                    <a:pt x="669" y="14347"/>
                    <a:pt x="639" y="14317"/>
                    <a:pt x="639" y="14286"/>
                  </a:cubicBezTo>
                  <a:cubicBezTo>
                    <a:pt x="1915" y="13800"/>
                    <a:pt x="3222" y="13344"/>
                    <a:pt x="4499" y="12827"/>
                  </a:cubicBezTo>
                  <a:lnTo>
                    <a:pt x="4499" y="12645"/>
                  </a:lnTo>
                  <a:cubicBezTo>
                    <a:pt x="3131" y="12432"/>
                    <a:pt x="1824" y="12219"/>
                    <a:pt x="456" y="12006"/>
                  </a:cubicBezTo>
                  <a:lnTo>
                    <a:pt x="456" y="11854"/>
                  </a:lnTo>
                  <a:cubicBezTo>
                    <a:pt x="1824" y="11672"/>
                    <a:pt x="3131" y="11459"/>
                    <a:pt x="4469" y="11277"/>
                  </a:cubicBezTo>
                  <a:cubicBezTo>
                    <a:pt x="4469" y="11216"/>
                    <a:pt x="4499" y="11155"/>
                    <a:pt x="4499" y="11095"/>
                  </a:cubicBezTo>
                  <a:cubicBezTo>
                    <a:pt x="3253" y="10608"/>
                    <a:pt x="2037" y="10152"/>
                    <a:pt x="791" y="9696"/>
                  </a:cubicBezTo>
                  <a:cubicBezTo>
                    <a:pt x="791" y="9636"/>
                    <a:pt x="821" y="9575"/>
                    <a:pt x="821" y="9544"/>
                  </a:cubicBezTo>
                  <a:lnTo>
                    <a:pt x="4712" y="9757"/>
                  </a:lnTo>
                  <a:cubicBezTo>
                    <a:pt x="3739" y="8785"/>
                    <a:pt x="2523" y="8207"/>
                    <a:pt x="1551" y="7295"/>
                  </a:cubicBezTo>
                  <a:lnTo>
                    <a:pt x="1551" y="7295"/>
                  </a:lnTo>
                  <a:cubicBezTo>
                    <a:pt x="2827" y="7660"/>
                    <a:pt x="4134" y="8025"/>
                    <a:pt x="5411" y="8389"/>
                  </a:cubicBezTo>
                  <a:cubicBezTo>
                    <a:pt x="5472" y="8359"/>
                    <a:pt x="5502" y="8268"/>
                    <a:pt x="5532" y="8237"/>
                  </a:cubicBezTo>
                  <a:cubicBezTo>
                    <a:pt x="4621" y="7356"/>
                    <a:pt x="3739" y="6444"/>
                    <a:pt x="2827" y="5593"/>
                  </a:cubicBezTo>
                  <a:cubicBezTo>
                    <a:pt x="2888" y="5502"/>
                    <a:pt x="2918" y="5471"/>
                    <a:pt x="2949" y="5380"/>
                  </a:cubicBezTo>
                  <a:cubicBezTo>
                    <a:pt x="4043" y="5927"/>
                    <a:pt x="5107" y="6444"/>
                    <a:pt x="6171" y="6991"/>
                  </a:cubicBezTo>
                  <a:cubicBezTo>
                    <a:pt x="6232" y="6961"/>
                    <a:pt x="6262" y="6870"/>
                    <a:pt x="6292" y="6839"/>
                  </a:cubicBezTo>
                  <a:cubicBezTo>
                    <a:pt x="5654" y="5836"/>
                    <a:pt x="5046" y="4894"/>
                    <a:pt x="4438" y="3921"/>
                  </a:cubicBezTo>
                  <a:cubicBezTo>
                    <a:pt x="4408" y="3800"/>
                    <a:pt x="4408" y="3708"/>
                    <a:pt x="4347" y="3617"/>
                  </a:cubicBezTo>
                  <a:lnTo>
                    <a:pt x="4347" y="3617"/>
                  </a:lnTo>
                  <a:cubicBezTo>
                    <a:pt x="4438" y="3678"/>
                    <a:pt x="4499" y="3708"/>
                    <a:pt x="4590" y="3769"/>
                  </a:cubicBezTo>
                  <a:cubicBezTo>
                    <a:pt x="5259" y="4286"/>
                    <a:pt x="5928" y="4772"/>
                    <a:pt x="6566" y="5319"/>
                  </a:cubicBezTo>
                  <a:cubicBezTo>
                    <a:pt x="6839" y="5532"/>
                    <a:pt x="7143" y="5745"/>
                    <a:pt x="7387" y="5927"/>
                  </a:cubicBezTo>
                  <a:lnTo>
                    <a:pt x="7508" y="5806"/>
                  </a:lnTo>
                  <a:cubicBezTo>
                    <a:pt x="7174" y="4833"/>
                    <a:pt x="6779" y="3860"/>
                    <a:pt x="6444" y="2888"/>
                  </a:cubicBezTo>
                  <a:cubicBezTo>
                    <a:pt x="6323" y="2553"/>
                    <a:pt x="6232" y="2249"/>
                    <a:pt x="6110" y="1885"/>
                  </a:cubicBezTo>
                  <a:lnTo>
                    <a:pt x="6080" y="1854"/>
                  </a:lnTo>
                  <a:lnTo>
                    <a:pt x="6110" y="1854"/>
                  </a:lnTo>
                  <a:cubicBezTo>
                    <a:pt x="6292" y="2128"/>
                    <a:pt x="6475" y="2341"/>
                    <a:pt x="6687" y="2614"/>
                  </a:cubicBezTo>
                  <a:cubicBezTo>
                    <a:pt x="7356" y="3465"/>
                    <a:pt x="8086" y="4316"/>
                    <a:pt x="8754" y="5167"/>
                  </a:cubicBezTo>
                  <a:cubicBezTo>
                    <a:pt x="8906" y="3921"/>
                    <a:pt x="8450" y="2736"/>
                    <a:pt x="8390" y="1368"/>
                  </a:cubicBezTo>
                  <a:lnTo>
                    <a:pt x="8390" y="1368"/>
                  </a:lnTo>
                  <a:cubicBezTo>
                    <a:pt x="9028" y="1854"/>
                    <a:pt x="9119" y="2553"/>
                    <a:pt x="9423" y="3070"/>
                  </a:cubicBezTo>
                  <a:cubicBezTo>
                    <a:pt x="9727" y="3617"/>
                    <a:pt x="9970" y="4164"/>
                    <a:pt x="10244" y="4742"/>
                  </a:cubicBezTo>
                  <a:cubicBezTo>
                    <a:pt x="10335" y="4742"/>
                    <a:pt x="10396" y="4712"/>
                    <a:pt x="10487" y="4712"/>
                  </a:cubicBezTo>
                  <a:cubicBezTo>
                    <a:pt x="10487" y="4104"/>
                    <a:pt x="10517" y="3465"/>
                    <a:pt x="10517" y="2797"/>
                  </a:cubicBezTo>
                  <a:cubicBezTo>
                    <a:pt x="10548" y="2158"/>
                    <a:pt x="10548" y="1490"/>
                    <a:pt x="10548" y="821"/>
                  </a:cubicBezTo>
                  <a:cubicBezTo>
                    <a:pt x="10578" y="730"/>
                    <a:pt x="10639" y="639"/>
                    <a:pt x="10669" y="517"/>
                  </a:cubicBezTo>
                  <a:cubicBezTo>
                    <a:pt x="10730" y="639"/>
                    <a:pt x="10791" y="730"/>
                    <a:pt x="10852" y="790"/>
                  </a:cubicBezTo>
                  <a:cubicBezTo>
                    <a:pt x="11156" y="2037"/>
                    <a:pt x="11460" y="3344"/>
                    <a:pt x="11764" y="4590"/>
                  </a:cubicBezTo>
                  <a:lnTo>
                    <a:pt x="12007" y="4590"/>
                  </a:lnTo>
                  <a:cubicBezTo>
                    <a:pt x="12341" y="3222"/>
                    <a:pt x="12675" y="1824"/>
                    <a:pt x="13010" y="456"/>
                  </a:cubicBezTo>
                  <a:cubicBezTo>
                    <a:pt x="12979" y="335"/>
                    <a:pt x="12979" y="183"/>
                    <a:pt x="12949" y="61"/>
                  </a:cubicBezTo>
                  <a:cubicBezTo>
                    <a:pt x="12645" y="31"/>
                    <a:pt x="12311" y="31"/>
                    <a:pt x="12007" y="0"/>
                  </a:cubicBezTo>
                  <a:cubicBezTo>
                    <a:pt x="9940" y="0"/>
                    <a:pt x="7903" y="31"/>
                    <a:pt x="5836" y="31"/>
                  </a:cubicBezTo>
                  <a:cubicBezTo>
                    <a:pt x="3891" y="31"/>
                    <a:pt x="2007" y="0"/>
                    <a:pt x="61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 rot="5400000" flipH="1">
              <a:off x="7910882" y="4413076"/>
              <a:ext cx="533362" cy="502477"/>
            </a:xfrm>
            <a:custGeom>
              <a:avLst/>
              <a:gdLst/>
              <a:ahLst/>
              <a:cxnLst/>
              <a:rect l="l" t="t" r="r" b="b"/>
              <a:pathLst>
                <a:path w="23771" h="23800" extrusionOk="0">
                  <a:moveTo>
                    <a:pt x="23679" y="0"/>
                  </a:moveTo>
                  <a:cubicBezTo>
                    <a:pt x="23648" y="31"/>
                    <a:pt x="23557" y="31"/>
                    <a:pt x="23527" y="61"/>
                  </a:cubicBezTo>
                  <a:cubicBezTo>
                    <a:pt x="23345" y="335"/>
                    <a:pt x="23101" y="639"/>
                    <a:pt x="22889" y="851"/>
                  </a:cubicBezTo>
                  <a:lnTo>
                    <a:pt x="1976" y="21763"/>
                  </a:lnTo>
                  <a:cubicBezTo>
                    <a:pt x="1338" y="22402"/>
                    <a:pt x="669" y="23010"/>
                    <a:pt x="1" y="23648"/>
                  </a:cubicBezTo>
                  <a:cubicBezTo>
                    <a:pt x="61" y="23709"/>
                    <a:pt x="61" y="23739"/>
                    <a:pt x="1" y="23770"/>
                  </a:cubicBezTo>
                  <a:cubicBezTo>
                    <a:pt x="1946" y="23770"/>
                    <a:pt x="3861" y="23800"/>
                    <a:pt x="5776" y="23800"/>
                  </a:cubicBezTo>
                  <a:cubicBezTo>
                    <a:pt x="7843" y="23800"/>
                    <a:pt x="9879" y="23770"/>
                    <a:pt x="11946" y="23770"/>
                  </a:cubicBezTo>
                  <a:cubicBezTo>
                    <a:pt x="12098" y="23587"/>
                    <a:pt x="12250" y="23344"/>
                    <a:pt x="12432" y="23192"/>
                  </a:cubicBezTo>
                  <a:lnTo>
                    <a:pt x="23101" y="12523"/>
                  </a:lnTo>
                  <a:cubicBezTo>
                    <a:pt x="23314" y="12371"/>
                    <a:pt x="23497" y="12189"/>
                    <a:pt x="23679" y="12037"/>
                  </a:cubicBezTo>
                  <a:cubicBezTo>
                    <a:pt x="23679" y="11642"/>
                    <a:pt x="23709" y="11277"/>
                    <a:pt x="23709" y="10882"/>
                  </a:cubicBezTo>
                  <a:lnTo>
                    <a:pt x="23709" y="1398"/>
                  </a:lnTo>
                  <a:cubicBezTo>
                    <a:pt x="23709" y="943"/>
                    <a:pt x="23770" y="517"/>
                    <a:pt x="23770" y="61"/>
                  </a:cubicBezTo>
                  <a:lnTo>
                    <a:pt x="23679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 rot="5400000" flipH="1">
              <a:off x="6097383" y="4282345"/>
              <a:ext cx="278745" cy="510596"/>
            </a:xfrm>
            <a:custGeom>
              <a:avLst/>
              <a:gdLst/>
              <a:ahLst/>
              <a:cxnLst/>
              <a:rect l="l" t="t" r="r" b="b"/>
              <a:pathLst>
                <a:path w="11916" h="21825" extrusionOk="0">
                  <a:moveTo>
                    <a:pt x="11916" y="0"/>
                  </a:moveTo>
                  <a:cubicBezTo>
                    <a:pt x="11703" y="304"/>
                    <a:pt x="11612" y="608"/>
                    <a:pt x="11521" y="912"/>
                  </a:cubicBezTo>
                  <a:cubicBezTo>
                    <a:pt x="11126" y="2675"/>
                    <a:pt x="10335" y="4255"/>
                    <a:pt x="9180" y="5623"/>
                  </a:cubicBezTo>
                  <a:cubicBezTo>
                    <a:pt x="6779" y="8480"/>
                    <a:pt x="3709" y="9939"/>
                    <a:pt x="1" y="10000"/>
                  </a:cubicBezTo>
                  <a:cubicBezTo>
                    <a:pt x="62" y="10031"/>
                    <a:pt x="153" y="10122"/>
                    <a:pt x="183" y="10152"/>
                  </a:cubicBezTo>
                  <a:cubicBezTo>
                    <a:pt x="3861" y="13800"/>
                    <a:pt x="7509" y="17478"/>
                    <a:pt x="11186" y="21186"/>
                  </a:cubicBezTo>
                  <a:cubicBezTo>
                    <a:pt x="11430" y="21399"/>
                    <a:pt x="11582" y="21581"/>
                    <a:pt x="11764" y="21824"/>
                  </a:cubicBezTo>
                  <a:cubicBezTo>
                    <a:pt x="11855" y="21794"/>
                    <a:pt x="11885" y="21733"/>
                    <a:pt x="11916" y="21703"/>
                  </a:cubicBezTo>
                  <a:lnTo>
                    <a:pt x="11916" y="9970"/>
                  </a:lnTo>
                  <a:lnTo>
                    <a:pt x="11916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 rot="5400000" flipH="1">
              <a:off x="5703803" y="4395039"/>
              <a:ext cx="275915" cy="278073"/>
            </a:xfrm>
            <a:custGeom>
              <a:avLst/>
              <a:gdLst/>
              <a:ahLst/>
              <a:cxnLst/>
              <a:rect l="l" t="t" r="r" b="b"/>
              <a:pathLst>
                <a:path w="11795" h="11886" extrusionOk="0">
                  <a:moveTo>
                    <a:pt x="11581" y="1"/>
                  </a:moveTo>
                  <a:cubicBezTo>
                    <a:pt x="11338" y="304"/>
                    <a:pt x="11125" y="608"/>
                    <a:pt x="10882" y="882"/>
                  </a:cubicBezTo>
                  <a:lnTo>
                    <a:pt x="639" y="11095"/>
                  </a:lnTo>
                  <a:cubicBezTo>
                    <a:pt x="426" y="11368"/>
                    <a:pt x="213" y="11642"/>
                    <a:pt x="1" y="11885"/>
                  </a:cubicBezTo>
                  <a:cubicBezTo>
                    <a:pt x="3952" y="11855"/>
                    <a:pt x="7873" y="11855"/>
                    <a:pt x="11794" y="11855"/>
                  </a:cubicBezTo>
                  <a:lnTo>
                    <a:pt x="11794" y="183"/>
                  </a:lnTo>
                  <a:lnTo>
                    <a:pt x="1158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 rot="5400000" flipH="1">
              <a:off x="7921184" y="4396454"/>
              <a:ext cx="275189" cy="277371"/>
            </a:xfrm>
            <a:custGeom>
              <a:avLst/>
              <a:gdLst/>
              <a:ahLst/>
              <a:cxnLst/>
              <a:rect l="l" t="t" r="r" b="b"/>
              <a:pathLst>
                <a:path w="11764" h="11856" extrusionOk="0">
                  <a:moveTo>
                    <a:pt x="11733" y="1"/>
                  </a:moveTo>
                  <a:cubicBezTo>
                    <a:pt x="11551" y="153"/>
                    <a:pt x="11368" y="305"/>
                    <a:pt x="11155" y="487"/>
                  </a:cubicBezTo>
                  <a:lnTo>
                    <a:pt x="486" y="11156"/>
                  </a:lnTo>
                  <a:cubicBezTo>
                    <a:pt x="304" y="11369"/>
                    <a:pt x="152" y="11551"/>
                    <a:pt x="0" y="11734"/>
                  </a:cubicBezTo>
                  <a:cubicBezTo>
                    <a:pt x="304" y="11734"/>
                    <a:pt x="608" y="11764"/>
                    <a:pt x="912" y="11855"/>
                  </a:cubicBezTo>
                  <a:lnTo>
                    <a:pt x="1125" y="11855"/>
                  </a:lnTo>
                  <a:cubicBezTo>
                    <a:pt x="4134" y="11855"/>
                    <a:pt x="7174" y="11825"/>
                    <a:pt x="10183" y="11825"/>
                  </a:cubicBezTo>
                  <a:cubicBezTo>
                    <a:pt x="10699" y="11825"/>
                    <a:pt x="11247" y="11764"/>
                    <a:pt x="11763" y="11764"/>
                  </a:cubicBezTo>
                  <a:lnTo>
                    <a:pt x="11763" y="5837"/>
                  </a:lnTo>
                  <a:cubicBezTo>
                    <a:pt x="11763" y="3861"/>
                    <a:pt x="11733" y="1916"/>
                    <a:pt x="11733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 rot="5400000" flipH="1">
              <a:off x="7382681" y="4409277"/>
              <a:ext cx="536858" cy="526247"/>
            </a:xfrm>
            <a:custGeom>
              <a:avLst/>
              <a:gdLst/>
              <a:ahLst/>
              <a:cxnLst/>
              <a:rect l="l" t="t" r="r" b="b"/>
              <a:pathLst>
                <a:path w="22950" h="22494" extrusionOk="0">
                  <a:moveTo>
                    <a:pt x="16810" y="16323"/>
                  </a:moveTo>
                  <a:cubicBezTo>
                    <a:pt x="16810" y="16337"/>
                    <a:pt x="16816" y="16351"/>
                    <a:pt x="16823" y="16365"/>
                  </a:cubicBezTo>
                  <a:lnTo>
                    <a:pt x="16823" y="16365"/>
                  </a:lnTo>
                  <a:cubicBezTo>
                    <a:pt x="16815" y="16359"/>
                    <a:pt x="16810" y="16354"/>
                    <a:pt x="16810" y="16354"/>
                  </a:cubicBezTo>
                  <a:cubicBezTo>
                    <a:pt x="16779" y="16354"/>
                    <a:pt x="16810" y="16323"/>
                    <a:pt x="16810" y="16323"/>
                  </a:cubicBezTo>
                  <a:close/>
                  <a:moveTo>
                    <a:pt x="12463" y="1"/>
                  </a:moveTo>
                  <a:cubicBezTo>
                    <a:pt x="12129" y="1369"/>
                    <a:pt x="11794" y="2797"/>
                    <a:pt x="11460" y="4165"/>
                  </a:cubicBezTo>
                  <a:lnTo>
                    <a:pt x="11217" y="4165"/>
                  </a:lnTo>
                  <a:cubicBezTo>
                    <a:pt x="10913" y="2889"/>
                    <a:pt x="10609" y="1612"/>
                    <a:pt x="10305" y="366"/>
                  </a:cubicBezTo>
                  <a:cubicBezTo>
                    <a:pt x="10184" y="366"/>
                    <a:pt x="10123" y="396"/>
                    <a:pt x="10001" y="396"/>
                  </a:cubicBezTo>
                  <a:cubicBezTo>
                    <a:pt x="10001" y="1034"/>
                    <a:pt x="9971" y="1733"/>
                    <a:pt x="9971" y="2372"/>
                  </a:cubicBezTo>
                  <a:cubicBezTo>
                    <a:pt x="9971" y="2980"/>
                    <a:pt x="9940" y="3618"/>
                    <a:pt x="9940" y="4256"/>
                  </a:cubicBezTo>
                  <a:cubicBezTo>
                    <a:pt x="9849" y="4256"/>
                    <a:pt x="9788" y="4317"/>
                    <a:pt x="9697" y="4317"/>
                  </a:cubicBezTo>
                  <a:cubicBezTo>
                    <a:pt x="9424" y="3740"/>
                    <a:pt x="9180" y="3162"/>
                    <a:pt x="8877" y="2645"/>
                  </a:cubicBezTo>
                  <a:cubicBezTo>
                    <a:pt x="8573" y="2098"/>
                    <a:pt x="8481" y="1430"/>
                    <a:pt x="7843" y="913"/>
                  </a:cubicBezTo>
                  <a:lnTo>
                    <a:pt x="7843" y="913"/>
                  </a:lnTo>
                  <a:cubicBezTo>
                    <a:pt x="7904" y="2281"/>
                    <a:pt x="8329" y="3466"/>
                    <a:pt x="8238" y="4712"/>
                  </a:cubicBezTo>
                  <a:cubicBezTo>
                    <a:pt x="7539" y="3892"/>
                    <a:pt x="6810" y="3010"/>
                    <a:pt x="6141" y="2189"/>
                  </a:cubicBezTo>
                  <a:cubicBezTo>
                    <a:pt x="6071" y="2236"/>
                    <a:pt x="6019" y="2301"/>
                    <a:pt x="6026" y="2301"/>
                  </a:cubicBezTo>
                  <a:cubicBezTo>
                    <a:pt x="6028" y="2301"/>
                    <a:pt x="6036" y="2295"/>
                    <a:pt x="6050" y="2281"/>
                  </a:cubicBezTo>
                  <a:cubicBezTo>
                    <a:pt x="6384" y="3284"/>
                    <a:pt x="6779" y="4226"/>
                    <a:pt x="7114" y="5229"/>
                  </a:cubicBezTo>
                  <a:lnTo>
                    <a:pt x="7114" y="5442"/>
                  </a:lnTo>
                  <a:lnTo>
                    <a:pt x="6992" y="5320"/>
                  </a:lnTo>
                  <a:cubicBezTo>
                    <a:pt x="6688" y="5138"/>
                    <a:pt x="6445" y="4955"/>
                    <a:pt x="6171" y="4712"/>
                  </a:cubicBezTo>
                  <a:cubicBezTo>
                    <a:pt x="5472" y="4226"/>
                    <a:pt x="4834" y="3709"/>
                    <a:pt x="4196" y="3162"/>
                  </a:cubicBezTo>
                  <a:cubicBezTo>
                    <a:pt x="4165" y="3253"/>
                    <a:pt x="4074" y="3284"/>
                    <a:pt x="4044" y="3314"/>
                  </a:cubicBezTo>
                  <a:cubicBezTo>
                    <a:pt x="4682" y="4317"/>
                    <a:pt x="5290" y="5259"/>
                    <a:pt x="5898" y="6232"/>
                  </a:cubicBezTo>
                  <a:cubicBezTo>
                    <a:pt x="5928" y="6323"/>
                    <a:pt x="6019" y="6384"/>
                    <a:pt x="6050" y="6475"/>
                  </a:cubicBezTo>
                  <a:cubicBezTo>
                    <a:pt x="5928" y="6475"/>
                    <a:pt x="5867" y="6445"/>
                    <a:pt x="5746" y="6445"/>
                  </a:cubicBezTo>
                  <a:cubicBezTo>
                    <a:pt x="4652" y="5898"/>
                    <a:pt x="3588" y="5381"/>
                    <a:pt x="2524" y="4834"/>
                  </a:cubicBezTo>
                  <a:cubicBezTo>
                    <a:pt x="2493" y="4925"/>
                    <a:pt x="2433" y="4955"/>
                    <a:pt x="2402" y="5016"/>
                  </a:cubicBezTo>
                  <a:cubicBezTo>
                    <a:pt x="3314" y="5898"/>
                    <a:pt x="4196" y="6810"/>
                    <a:pt x="5107" y="7691"/>
                  </a:cubicBezTo>
                  <a:cubicBezTo>
                    <a:pt x="5077" y="7721"/>
                    <a:pt x="5016" y="7813"/>
                    <a:pt x="4986" y="7843"/>
                  </a:cubicBezTo>
                  <a:cubicBezTo>
                    <a:pt x="3709" y="7448"/>
                    <a:pt x="2402" y="7113"/>
                    <a:pt x="1126" y="6749"/>
                  </a:cubicBezTo>
                  <a:lnTo>
                    <a:pt x="1126" y="6749"/>
                  </a:lnTo>
                  <a:cubicBezTo>
                    <a:pt x="2098" y="7661"/>
                    <a:pt x="3314" y="8208"/>
                    <a:pt x="4256" y="9211"/>
                  </a:cubicBezTo>
                  <a:lnTo>
                    <a:pt x="396" y="8968"/>
                  </a:lnTo>
                  <a:cubicBezTo>
                    <a:pt x="396" y="9028"/>
                    <a:pt x="366" y="9089"/>
                    <a:pt x="366" y="9120"/>
                  </a:cubicBezTo>
                  <a:cubicBezTo>
                    <a:pt x="1612" y="9636"/>
                    <a:pt x="2828" y="10092"/>
                    <a:pt x="4074" y="10548"/>
                  </a:cubicBezTo>
                  <a:cubicBezTo>
                    <a:pt x="4074" y="10609"/>
                    <a:pt x="4044" y="10639"/>
                    <a:pt x="4044" y="10731"/>
                  </a:cubicBezTo>
                  <a:cubicBezTo>
                    <a:pt x="2676" y="10913"/>
                    <a:pt x="1338" y="11095"/>
                    <a:pt x="1" y="11308"/>
                  </a:cubicBezTo>
                  <a:lnTo>
                    <a:pt x="1" y="11460"/>
                  </a:lnTo>
                  <a:cubicBezTo>
                    <a:pt x="1369" y="11673"/>
                    <a:pt x="2706" y="11855"/>
                    <a:pt x="4074" y="12098"/>
                  </a:cubicBezTo>
                  <a:lnTo>
                    <a:pt x="4074" y="12281"/>
                  </a:lnTo>
                  <a:cubicBezTo>
                    <a:pt x="2797" y="12767"/>
                    <a:pt x="1490" y="13223"/>
                    <a:pt x="214" y="13740"/>
                  </a:cubicBezTo>
                  <a:cubicBezTo>
                    <a:pt x="214" y="13770"/>
                    <a:pt x="244" y="13801"/>
                    <a:pt x="244" y="13831"/>
                  </a:cubicBezTo>
                  <a:cubicBezTo>
                    <a:pt x="1642" y="13770"/>
                    <a:pt x="3010" y="13649"/>
                    <a:pt x="4408" y="13588"/>
                  </a:cubicBezTo>
                  <a:cubicBezTo>
                    <a:pt x="4469" y="13649"/>
                    <a:pt x="4469" y="13679"/>
                    <a:pt x="4500" y="13770"/>
                  </a:cubicBezTo>
                  <a:cubicBezTo>
                    <a:pt x="3405" y="14439"/>
                    <a:pt x="2281" y="15168"/>
                    <a:pt x="1186" y="15867"/>
                  </a:cubicBezTo>
                  <a:cubicBezTo>
                    <a:pt x="1217" y="15928"/>
                    <a:pt x="1217" y="15959"/>
                    <a:pt x="1278" y="16050"/>
                  </a:cubicBezTo>
                  <a:lnTo>
                    <a:pt x="4925" y="15016"/>
                  </a:lnTo>
                  <a:cubicBezTo>
                    <a:pt x="4955" y="15047"/>
                    <a:pt x="4986" y="15138"/>
                    <a:pt x="5016" y="15199"/>
                  </a:cubicBezTo>
                  <a:lnTo>
                    <a:pt x="4104" y="16111"/>
                  </a:lnTo>
                  <a:cubicBezTo>
                    <a:pt x="3557" y="16718"/>
                    <a:pt x="2980" y="17296"/>
                    <a:pt x="2402" y="17904"/>
                  </a:cubicBezTo>
                  <a:lnTo>
                    <a:pt x="2433" y="17934"/>
                  </a:lnTo>
                  <a:lnTo>
                    <a:pt x="3466" y="17478"/>
                  </a:lnTo>
                  <a:lnTo>
                    <a:pt x="5867" y="16232"/>
                  </a:lnTo>
                  <a:cubicBezTo>
                    <a:pt x="5928" y="16263"/>
                    <a:pt x="5989" y="16354"/>
                    <a:pt x="6019" y="16384"/>
                  </a:cubicBezTo>
                  <a:cubicBezTo>
                    <a:pt x="5867" y="16658"/>
                    <a:pt x="5685" y="16962"/>
                    <a:pt x="5472" y="17235"/>
                  </a:cubicBezTo>
                  <a:cubicBezTo>
                    <a:pt x="4986" y="18026"/>
                    <a:pt x="4469" y="18816"/>
                    <a:pt x="3952" y="19606"/>
                  </a:cubicBezTo>
                  <a:cubicBezTo>
                    <a:pt x="4378" y="19302"/>
                    <a:pt x="4834" y="19059"/>
                    <a:pt x="5259" y="18755"/>
                  </a:cubicBezTo>
                  <a:cubicBezTo>
                    <a:pt x="5867" y="18238"/>
                    <a:pt x="6445" y="17752"/>
                    <a:pt x="7053" y="17266"/>
                  </a:cubicBezTo>
                  <a:lnTo>
                    <a:pt x="7053" y="17266"/>
                  </a:lnTo>
                  <a:cubicBezTo>
                    <a:pt x="6810" y="18542"/>
                    <a:pt x="6232" y="19667"/>
                    <a:pt x="5867" y="20822"/>
                  </a:cubicBezTo>
                  <a:cubicBezTo>
                    <a:pt x="5928" y="20883"/>
                    <a:pt x="5989" y="20913"/>
                    <a:pt x="6050" y="20943"/>
                  </a:cubicBezTo>
                  <a:cubicBezTo>
                    <a:pt x="6840" y="19971"/>
                    <a:pt x="7600" y="18998"/>
                    <a:pt x="8512" y="17874"/>
                  </a:cubicBezTo>
                  <a:lnTo>
                    <a:pt x="8512" y="17874"/>
                  </a:lnTo>
                  <a:cubicBezTo>
                    <a:pt x="8451" y="19363"/>
                    <a:pt x="7965" y="20579"/>
                    <a:pt x="8147" y="21886"/>
                  </a:cubicBezTo>
                  <a:cubicBezTo>
                    <a:pt x="8664" y="20761"/>
                    <a:pt x="9241" y="19606"/>
                    <a:pt x="9819" y="18481"/>
                  </a:cubicBezTo>
                  <a:cubicBezTo>
                    <a:pt x="9880" y="18481"/>
                    <a:pt x="9940" y="18512"/>
                    <a:pt x="10001" y="18512"/>
                  </a:cubicBezTo>
                  <a:cubicBezTo>
                    <a:pt x="10092" y="19819"/>
                    <a:pt x="10123" y="21095"/>
                    <a:pt x="10153" y="22402"/>
                  </a:cubicBezTo>
                  <a:lnTo>
                    <a:pt x="10336" y="22402"/>
                  </a:lnTo>
                  <a:cubicBezTo>
                    <a:pt x="10761" y="21187"/>
                    <a:pt x="10913" y="19849"/>
                    <a:pt x="11460" y="18481"/>
                  </a:cubicBezTo>
                  <a:cubicBezTo>
                    <a:pt x="11946" y="19971"/>
                    <a:pt x="12098" y="21278"/>
                    <a:pt x="12615" y="22494"/>
                  </a:cubicBezTo>
                  <a:cubicBezTo>
                    <a:pt x="12767" y="21217"/>
                    <a:pt x="12676" y="19880"/>
                    <a:pt x="12980" y="18390"/>
                  </a:cubicBezTo>
                  <a:cubicBezTo>
                    <a:pt x="13740" y="19728"/>
                    <a:pt x="14196" y="20943"/>
                    <a:pt x="14895" y="22007"/>
                  </a:cubicBezTo>
                  <a:cubicBezTo>
                    <a:pt x="14956" y="21734"/>
                    <a:pt x="14895" y="21551"/>
                    <a:pt x="14864" y="21339"/>
                  </a:cubicBezTo>
                  <a:cubicBezTo>
                    <a:pt x="14716" y="20242"/>
                    <a:pt x="14568" y="19204"/>
                    <a:pt x="14420" y="18139"/>
                  </a:cubicBezTo>
                  <a:lnTo>
                    <a:pt x="14420" y="18139"/>
                  </a:lnTo>
                  <a:cubicBezTo>
                    <a:pt x="15014" y="18881"/>
                    <a:pt x="15609" y="19623"/>
                    <a:pt x="16232" y="20336"/>
                  </a:cubicBezTo>
                  <a:cubicBezTo>
                    <a:pt x="16384" y="20488"/>
                    <a:pt x="16567" y="20609"/>
                    <a:pt x="16719" y="20761"/>
                  </a:cubicBezTo>
                  <a:cubicBezTo>
                    <a:pt x="16567" y="19545"/>
                    <a:pt x="15959" y="18542"/>
                    <a:pt x="15868" y="17387"/>
                  </a:cubicBezTo>
                  <a:lnTo>
                    <a:pt x="15868" y="17387"/>
                  </a:lnTo>
                  <a:cubicBezTo>
                    <a:pt x="16719" y="18056"/>
                    <a:pt x="17630" y="18785"/>
                    <a:pt x="18512" y="19454"/>
                  </a:cubicBezTo>
                  <a:cubicBezTo>
                    <a:pt x="18603" y="19424"/>
                    <a:pt x="18634" y="19363"/>
                    <a:pt x="18694" y="19302"/>
                  </a:cubicBezTo>
                  <a:cubicBezTo>
                    <a:pt x="18512" y="18998"/>
                    <a:pt x="18360" y="18755"/>
                    <a:pt x="18178" y="18451"/>
                  </a:cubicBezTo>
                  <a:cubicBezTo>
                    <a:pt x="17762" y="17768"/>
                    <a:pt x="17317" y="17114"/>
                    <a:pt x="16900" y="16432"/>
                  </a:cubicBezTo>
                  <a:lnTo>
                    <a:pt x="16900" y="16432"/>
                  </a:lnTo>
                  <a:cubicBezTo>
                    <a:pt x="17184" y="16514"/>
                    <a:pt x="17466" y="16574"/>
                    <a:pt x="17722" y="16688"/>
                  </a:cubicBezTo>
                  <a:lnTo>
                    <a:pt x="19667" y="17722"/>
                  </a:lnTo>
                  <a:cubicBezTo>
                    <a:pt x="19819" y="17843"/>
                    <a:pt x="20032" y="17874"/>
                    <a:pt x="20427" y="17995"/>
                  </a:cubicBezTo>
                  <a:cubicBezTo>
                    <a:pt x="19576" y="16840"/>
                    <a:pt x="18542" y="16202"/>
                    <a:pt x="17843" y="15260"/>
                  </a:cubicBezTo>
                  <a:cubicBezTo>
                    <a:pt x="17874" y="15199"/>
                    <a:pt x="17904" y="15138"/>
                    <a:pt x="17934" y="15108"/>
                  </a:cubicBezTo>
                  <a:cubicBezTo>
                    <a:pt x="19150" y="15442"/>
                    <a:pt x="20336" y="15746"/>
                    <a:pt x="21552" y="16080"/>
                  </a:cubicBezTo>
                  <a:cubicBezTo>
                    <a:pt x="21582" y="16019"/>
                    <a:pt x="21582" y="15959"/>
                    <a:pt x="21643" y="15898"/>
                  </a:cubicBezTo>
                  <a:cubicBezTo>
                    <a:pt x="20579" y="15168"/>
                    <a:pt x="19424" y="14560"/>
                    <a:pt x="18208" y="13679"/>
                  </a:cubicBezTo>
                  <a:lnTo>
                    <a:pt x="18208" y="13679"/>
                  </a:lnTo>
                  <a:cubicBezTo>
                    <a:pt x="19758" y="13740"/>
                    <a:pt x="21065" y="13770"/>
                    <a:pt x="22403" y="13801"/>
                  </a:cubicBezTo>
                  <a:cubicBezTo>
                    <a:pt x="21430" y="13436"/>
                    <a:pt x="20457" y="13010"/>
                    <a:pt x="19454" y="12615"/>
                  </a:cubicBezTo>
                  <a:cubicBezTo>
                    <a:pt x="19211" y="12524"/>
                    <a:pt x="18937" y="12402"/>
                    <a:pt x="18482" y="12220"/>
                  </a:cubicBezTo>
                  <a:cubicBezTo>
                    <a:pt x="20123" y="11946"/>
                    <a:pt x="21552" y="11703"/>
                    <a:pt x="22950" y="11490"/>
                  </a:cubicBezTo>
                  <a:cubicBezTo>
                    <a:pt x="22919" y="11460"/>
                    <a:pt x="22919" y="11399"/>
                    <a:pt x="22919" y="11369"/>
                  </a:cubicBezTo>
                  <a:cubicBezTo>
                    <a:pt x="21521" y="11217"/>
                    <a:pt x="20153" y="11035"/>
                    <a:pt x="18755" y="10852"/>
                  </a:cubicBezTo>
                  <a:lnTo>
                    <a:pt x="18755" y="10609"/>
                  </a:lnTo>
                  <a:cubicBezTo>
                    <a:pt x="20001" y="10123"/>
                    <a:pt x="21248" y="9667"/>
                    <a:pt x="22494" y="9211"/>
                  </a:cubicBezTo>
                  <a:cubicBezTo>
                    <a:pt x="22494" y="9180"/>
                    <a:pt x="22463" y="9089"/>
                    <a:pt x="22463" y="9059"/>
                  </a:cubicBezTo>
                  <a:lnTo>
                    <a:pt x="18603" y="9272"/>
                  </a:lnTo>
                  <a:cubicBezTo>
                    <a:pt x="18573" y="9241"/>
                    <a:pt x="18573" y="9180"/>
                    <a:pt x="18512" y="9120"/>
                  </a:cubicBezTo>
                  <a:cubicBezTo>
                    <a:pt x="18664" y="9028"/>
                    <a:pt x="18877" y="8816"/>
                    <a:pt x="19059" y="8724"/>
                  </a:cubicBezTo>
                  <a:cubicBezTo>
                    <a:pt x="19941" y="8147"/>
                    <a:pt x="20761" y="7569"/>
                    <a:pt x="21643" y="6992"/>
                  </a:cubicBezTo>
                  <a:lnTo>
                    <a:pt x="21643" y="6992"/>
                  </a:lnTo>
                  <a:cubicBezTo>
                    <a:pt x="21248" y="7053"/>
                    <a:pt x="20883" y="7083"/>
                    <a:pt x="20548" y="7144"/>
                  </a:cubicBezTo>
                  <a:cubicBezTo>
                    <a:pt x="19637" y="7387"/>
                    <a:pt x="18725" y="7661"/>
                    <a:pt x="17722" y="7752"/>
                  </a:cubicBezTo>
                  <a:cubicBezTo>
                    <a:pt x="18573" y="6901"/>
                    <a:pt x="19424" y="5989"/>
                    <a:pt x="20305" y="5107"/>
                  </a:cubicBezTo>
                  <a:lnTo>
                    <a:pt x="20184" y="4986"/>
                  </a:lnTo>
                  <a:cubicBezTo>
                    <a:pt x="19120" y="5533"/>
                    <a:pt x="18056" y="6050"/>
                    <a:pt x="16810" y="6688"/>
                  </a:cubicBezTo>
                  <a:cubicBezTo>
                    <a:pt x="16962" y="6323"/>
                    <a:pt x="17053" y="6141"/>
                    <a:pt x="17144" y="5928"/>
                  </a:cubicBezTo>
                  <a:cubicBezTo>
                    <a:pt x="17661" y="5107"/>
                    <a:pt x="18208" y="4256"/>
                    <a:pt x="18755" y="3436"/>
                  </a:cubicBezTo>
                  <a:lnTo>
                    <a:pt x="18634" y="3314"/>
                  </a:lnTo>
                  <a:cubicBezTo>
                    <a:pt x="17691" y="4044"/>
                    <a:pt x="16779" y="4803"/>
                    <a:pt x="15807" y="5533"/>
                  </a:cubicBezTo>
                  <a:cubicBezTo>
                    <a:pt x="15776" y="5472"/>
                    <a:pt x="15716" y="5442"/>
                    <a:pt x="15655" y="5411"/>
                  </a:cubicBezTo>
                  <a:cubicBezTo>
                    <a:pt x="16050" y="4196"/>
                    <a:pt x="16658" y="3101"/>
                    <a:pt x="17023" y="1885"/>
                  </a:cubicBezTo>
                  <a:cubicBezTo>
                    <a:pt x="16992" y="1885"/>
                    <a:pt x="16931" y="1825"/>
                    <a:pt x="16871" y="1794"/>
                  </a:cubicBezTo>
                  <a:cubicBezTo>
                    <a:pt x="16080" y="2797"/>
                    <a:pt x="15320" y="3740"/>
                    <a:pt x="14561" y="4712"/>
                  </a:cubicBezTo>
                  <a:lnTo>
                    <a:pt x="14348" y="4621"/>
                  </a:lnTo>
                  <a:cubicBezTo>
                    <a:pt x="14378" y="3314"/>
                    <a:pt x="14804" y="2098"/>
                    <a:pt x="14743" y="761"/>
                  </a:cubicBezTo>
                  <a:lnTo>
                    <a:pt x="14743" y="761"/>
                  </a:lnTo>
                  <a:cubicBezTo>
                    <a:pt x="14196" y="1946"/>
                    <a:pt x="13588" y="3132"/>
                    <a:pt x="13010" y="4317"/>
                  </a:cubicBezTo>
                  <a:cubicBezTo>
                    <a:pt x="12585" y="2858"/>
                    <a:pt x="12706" y="1430"/>
                    <a:pt x="12585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 rot="5400000" flipH="1">
              <a:off x="7903399" y="4699380"/>
              <a:ext cx="7135" cy="7837"/>
            </a:xfrm>
            <a:custGeom>
              <a:avLst/>
              <a:gdLst/>
              <a:ahLst/>
              <a:cxnLst/>
              <a:rect l="l" t="t" r="r" b="b"/>
              <a:pathLst>
                <a:path w="305" h="335" extrusionOk="0">
                  <a:moveTo>
                    <a:pt x="122" y="0"/>
                  </a:moveTo>
                  <a:cubicBezTo>
                    <a:pt x="91" y="122"/>
                    <a:pt x="31" y="213"/>
                    <a:pt x="0" y="335"/>
                  </a:cubicBezTo>
                  <a:cubicBezTo>
                    <a:pt x="122" y="335"/>
                    <a:pt x="183" y="274"/>
                    <a:pt x="304" y="274"/>
                  </a:cubicBezTo>
                  <a:cubicBezTo>
                    <a:pt x="243" y="183"/>
                    <a:pt x="152" y="92"/>
                    <a:pt x="122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 rot="5400000" flipH="1">
              <a:off x="7914991" y="4644112"/>
              <a:ext cx="4983" cy="9592"/>
            </a:xfrm>
            <a:custGeom>
              <a:avLst/>
              <a:gdLst/>
              <a:ahLst/>
              <a:cxnLst/>
              <a:rect l="l" t="t" r="r" b="b"/>
              <a:pathLst>
                <a:path w="213" h="410" extrusionOk="0">
                  <a:moveTo>
                    <a:pt x="0" y="1"/>
                  </a:moveTo>
                  <a:cubicBezTo>
                    <a:pt x="30" y="123"/>
                    <a:pt x="30" y="275"/>
                    <a:pt x="61" y="396"/>
                  </a:cubicBezTo>
                  <a:cubicBezTo>
                    <a:pt x="81" y="406"/>
                    <a:pt x="98" y="410"/>
                    <a:pt x="113" y="410"/>
                  </a:cubicBezTo>
                  <a:cubicBezTo>
                    <a:pt x="142" y="410"/>
                    <a:pt x="162" y="396"/>
                    <a:pt x="182" y="396"/>
                  </a:cubicBezTo>
                  <a:cubicBezTo>
                    <a:pt x="182" y="275"/>
                    <a:pt x="213" y="153"/>
                    <a:pt x="21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 rot="5400000" flipH="1">
              <a:off x="7660560" y="4384019"/>
              <a:ext cx="249598" cy="276646"/>
            </a:xfrm>
            <a:custGeom>
              <a:avLst/>
              <a:gdLst/>
              <a:ahLst/>
              <a:cxnLst/>
              <a:rect l="l" t="t" r="r" b="b"/>
              <a:pathLst>
                <a:path w="10670" h="11825" extrusionOk="0">
                  <a:moveTo>
                    <a:pt x="8998" y="7326"/>
                  </a:moveTo>
                  <a:lnTo>
                    <a:pt x="9089" y="7417"/>
                  </a:lnTo>
                  <a:cubicBezTo>
                    <a:pt x="9058" y="7417"/>
                    <a:pt x="8967" y="7447"/>
                    <a:pt x="8937" y="7447"/>
                  </a:cubicBezTo>
                  <a:cubicBezTo>
                    <a:pt x="8967" y="7417"/>
                    <a:pt x="8967" y="7356"/>
                    <a:pt x="8998" y="7326"/>
                  </a:cubicBezTo>
                  <a:close/>
                  <a:moveTo>
                    <a:pt x="10669" y="0"/>
                  </a:moveTo>
                  <a:cubicBezTo>
                    <a:pt x="10153" y="0"/>
                    <a:pt x="9605" y="31"/>
                    <a:pt x="9089" y="31"/>
                  </a:cubicBezTo>
                  <a:cubicBezTo>
                    <a:pt x="6080" y="31"/>
                    <a:pt x="3040" y="61"/>
                    <a:pt x="31" y="61"/>
                  </a:cubicBezTo>
                  <a:cubicBezTo>
                    <a:pt x="31" y="213"/>
                    <a:pt x="0" y="335"/>
                    <a:pt x="0" y="456"/>
                  </a:cubicBezTo>
                  <a:cubicBezTo>
                    <a:pt x="122" y="1885"/>
                    <a:pt x="0" y="3344"/>
                    <a:pt x="274" y="4712"/>
                  </a:cubicBezTo>
                  <a:cubicBezTo>
                    <a:pt x="851" y="3526"/>
                    <a:pt x="1459" y="2341"/>
                    <a:pt x="2007" y="1186"/>
                  </a:cubicBezTo>
                  <a:lnTo>
                    <a:pt x="2007" y="1186"/>
                  </a:lnTo>
                  <a:cubicBezTo>
                    <a:pt x="2067" y="2493"/>
                    <a:pt x="1642" y="3769"/>
                    <a:pt x="1611" y="5015"/>
                  </a:cubicBezTo>
                  <a:lnTo>
                    <a:pt x="1824" y="5137"/>
                  </a:lnTo>
                  <a:cubicBezTo>
                    <a:pt x="2614" y="4134"/>
                    <a:pt x="3374" y="3192"/>
                    <a:pt x="4134" y="2189"/>
                  </a:cubicBezTo>
                  <a:cubicBezTo>
                    <a:pt x="4195" y="2189"/>
                    <a:pt x="4256" y="2249"/>
                    <a:pt x="4286" y="2280"/>
                  </a:cubicBezTo>
                  <a:cubicBezTo>
                    <a:pt x="3921" y="3465"/>
                    <a:pt x="3283" y="4590"/>
                    <a:pt x="2918" y="5806"/>
                  </a:cubicBezTo>
                  <a:cubicBezTo>
                    <a:pt x="2979" y="5836"/>
                    <a:pt x="3040" y="5897"/>
                    <a:pt x="3070" y="5927"/>
                  </a:cubicBezTo>
                  <a:cubicBezTo>
                    <a:pt x="4043" y="5198"/>
                    <a:pt x="4955" y="4438"/>
                    <a:pt x="5897" y="3708"/>
                  </a:cubicBezTo>
                  <a:cubicBezTo>
                    <a:pt x="6019" y="3708"/>
                    <a:pt x="6080" y="3678"/>
                    <a:pt x="6201" y="3648"/>
                  </a:cubicBezTo>
                  <a:lnTo>
                    <a:pt x="6201" y="3648"/>
                  </a:lnTo>
                  <a:cubicBezTo>
                    <a:pt x="6171" y="3708"/>
                    <a:pt x="6080" y="3800"/>
                    <a:pt x="6049" y="3860"/>
                  </a:cubicBezTo>
                  <a:lnTo>
                    <a:pt x="4438" y="6383"/>
                  </a:lnTo>
                  <a:cubicBezTo>
                    <a:pt x="4347" y="6566"/>
                    <a:pt x="4256" y="6748"/>
                    <a:pt x="4104" y="7143"/>
                  </a:cubicBezTo>
                  <a:cubicBezTo>
                    <a:pt x="5350" y="6505"/>
                    <a:pt x="6414" y="5958"/>
                    <a:pt x="7478" y="5441"/>
                  </a:cubicBezTo>
                  <a:lnTo>
                    <a:pt x="7721" y="5441"/>
                  </a:lnTo>
                  <a:lnTo>
                    <a:pt x="7599" y="5532"/>
                  </a:lnTo>
                  <a:cubicBezTo>
                    <a:pt x="6779" y="6414"/>
                    <a:pt x="5897" y="7326"/>
                    <a:pt x="5016" y="8207"/>
                  </a:cubicBezTo>
                  <a:cubicBezTo>
                    <a:pt x="6019" y="8085"/>
                    <a:pt x="6931" y="7812"/>
                    <a:pt x="7842" y="7599"/>
                  </a:cubicBezTo>
                  <a:cubicBezTo>
                    <a:pt x="8177" y="7508"/>
                    <a:pt x="8542" y="7478"/>
                    <a:pt x="8937" y="7447"/>
                  </a:cubicBezTo>
                  <a:lnTo>
                    <a:pt x="8937" y="7447"/>
                  </a:lnTo>
                  <a:cubicBezTo>
                    <a:pt x="8055" y="8025"/>
                    <a:pt x="7235" y="8572"/>
                    <a:pt x="6353" y="9149"/>
                  </a:cubicBezTo>
                  <a:cubicBezTo>
                    <a:pt x="6171" y="9271"/>
                    <a:pt x="6019" y="9423"/>
                    <a:pt x="5806" y="9575"/>
                  </a:cubicBezTo>
                  <a:cubicBezTo>
                    <a:pt x="5867" y="9605"/>
                    <a:pt x="5867" y="9696"/>
                    <a:pt x="5897" y="9727"/>
                  </a:cubicBezTo>
                  <a:lnTo>
                    <a:pt x="9757" y="9484"/>
                  </a:lnTo>
                  <a:cubicBezTo>
                    <a:pt x="9757" y="9544"/>
                    <a:pt x="9818" y="9605"/>
                    <a:pt x="9818" y="9636"/>
                  </a:cubicBezTo>
                  <a:cubicBezTo>
                    <a:pt x="8542" y="10152"/>
                    <a:pt x="7295" y="10608"/>
                    <a:pt x="6049" y="11064"/>
                  </a:cubicBezTo>
                  <a:lnTo>
                    <a:pt x="6049" y="11277"/>
                  </a:lnTo>
                  <a:cubicBezTo>
                    <a:pt x="7447" y="11429"/>
                    <a:pt x="8815" y="11611"/>
                    <a:pt x="10213" y="11824"/>
                  </a:cubicBezTo>
                  <a:cubicBezTo>
                    <a:pt x="10365" y="11824"/>
                    <a:pt x="10487" y="11763"/>
                    <a:pt x="10608" y="11763"/>
                  </a:cubicBezTo>
                  <a:cubicBezTo>
                    <a:pt x="10608" y="11368"/>
                    <a:pt x="10639" y="10973"/>
                    <a:pt x="10639" y="10547"/>
                  </a:cubicBezTo>
                  <a:cubicBezTo>
                    <a:pt x="10669" y="7022"/>
                    <a:pt x="10669" y="3526"/>
                    <a:pt x="10669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 rot="5400000" flipH="1">
              <a:off x="7488611" y="4606939"/>
              <a:ext cx="2152" cy="23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91" y="0"/>
                  </a:moveTo>
                  <a:lnTo>
                    <a:pt x="0" y="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"/>
          <p:cNvSpPr/>
          <p:nvPr/>
        </p:nvSpPr>
        <p:spPr>
          <a:xfrm>
            <a:off x="374500" y="409200"/>
            <a:ext cx="4278600" cy="4335000"/>
          </a:xfrm>
          <a:prstGeom prst="rect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7"/>
          <p:cNvSpPr txBox="1">
            <a:spLocks noGrp="1"/>
          </p:cNvSpPr>
          <p:nvPr>
            <p:ph type="title"/>
          </p:nvPr>
        </p:nvSpPr>
        <p:spPr>
          <a:xfrm>
            <a:off x="715100" y="1662375"/>
            <a:ext cx="3371700" cy="11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7"/>
          <p:cNvSpPr txBox="1">
            <a:spLocks noGrp="1"/>
          </p:cNvSpPr>
          <p:nvPr>
            <p:ph type="body" idx="1"/>
          </p:nvPr>
        </p:nvSpPr>
        <p:spPr>
          <a:xfrm>
            <a:off x="715100" y="2814375"/>
            <a:ext cx="3371700" cy="8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14" name="Google Shape;414;p7"/>
          <p:cNvGrpSpPr/>
          <p:nvPr/>
        </p:nvGrpSpPr>
        <p:grpSpPr>
          <a:xfrm>
            <a:off x="4994683" y="-92576"/>
            <a:ext cx="3865145" cy="5060894"/>
            <a:chOff x="4994683" y="-92576"/>
            <a:chExt cx="3865145" cy="5060894"/>
          </a:xfrm>
        </p:grpSpPr>
        <p:sp>
          <p:nvSpPr>
            <p:cNvPr id="415" name="Google Shape;415;p7"/>
            <p:cNvSpPr/>
            <p:nvPr/>
          </p:nvSpPr>
          <p:spPr>
            <a:xfrm>
              <a:off x="8796596" y="4952647"/>
              <a:ext cx="13899" cy="15671"/>
            </a:xfrm>
            <a:custGeom>
              <a:avLst/>
              <a:gdLst/>
              <a:ahLst/>
              <a:cxnLst/>
              <a:rect l="l" t="t" r="r" b="b"/>
              <a:pathLst>
                <a:path w="488" h="579" extrusionOk="0">
                  <a:moveTo>
                    <a:pt x="244" y="1"/>
                  </a:moveTo>
                  <a:cubicBezTo>
                    <a:pt x="183" y="31"/>
                    <a:pt x="62" y="31"/>
                    <a:pt x="1" y="31"/>
                  </a:cubicBezTo>
                  <a:cubicBezTo>
                    <a:pt x="153" y="183"/>
                    <a:pt x="305" y="396"/>
                    <a:pt x="366" y="578"/>
                  </a:cubicBezTo>
                  <a:cubicBezTo>
                    <a:pt x="396" y="548"/>
                    <a:pt x="457" y="548"/>
                    <a:pt x="487" y="487"/>
                  </a:cubicBezTo>
                  <a:cubicBezTo>
                    <a:pt x="396" y="335"/>
                    <a:pt x="335" y="153"/>
                    <a:pt x="244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8849403" y="4913997"/>
              <a:ext cx="8687" cy="8255"/>
            </a:xfrm>
            <a:custGeom>
              <a:avLst/>
              <a:gdLst/>
              <a:ahLst/>
              <a:cxnLst/>
              <a:rect l="l" t="t" r="r" b="b"/>
              <a:pathLst>
                <a:path w="305" h="305" extrusionOk="0">
                  <a:moveTo>
                    <a:pt x="183" y="0"/>
                  </a:moveTo>
                  <a:cubicBezTo>
                    <a:pt x="153" y="61"/>
                    <a:pt x="62" y="91"/>
                    <a:pt x="1" y="152"/>
                  </a:cubicBezTo>
                  <a:cubicBezTo>
                    <a:pt x="62" y="182"/>
                    <a:pt x="153" y="243"/>
                    <a:pt x="214" y="304"/>
                  </a:cubicBezTo>
                  <a:lnTo>
                    <a:pt x="305" y="21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8429540" y="4922225"/>
              <a:ext cx="5212" cy="4141"/>
            </a:xfrm>
            <a:custGeom>
              <a:avLst/>
              <a:gdLst/>
              <a:ahLst/>
              <a:cxnLst/>
              <a:rect l="l" t="t" r="r" b="b"/>
              <a:pathLst>
                <a:path w="183" h="153" extrusionOk="0">
                  <a:moveTo>
                    <a:pt x="182" y="0"/>
                  </a:moveTo>
                  <a:lnTo>
                    <a:pt x="182" y="0"/>
                  </a:lnTo>
                  <a:cubicBezTo>
                    <a:pt x="122" y="30"/>
                    <a:pt x="30" y="91"/>
                    <a:pt x="0" y="152"/>
                  </a:cubicBezTo>
                  <a:cubicBezTo>
                    <a:pt x="61" y="91"/>
                    <a:pt x="152" y="30"/>
                    <a:pt x="182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8857207" y="4919735"/>
              <a:ext cx="2620" cy="4980"/>
            </a:xfrm>
            <a:custGeom>
              <a:avLst/>
              <a:gdLst/>
              <a:ahLst/>
              <a:cxnLst/>
              <a:rect l="l" t="t" r="r" b="b"/>
              <a:pathLst>
                <a:path w="92" h="184" extrusionOk="0">
                  <a:moveTo>
                    <a:pt x="61" y="1"/>
                  </a:moveTo>
                  <a:lnTo>
                    <a:pt x="1" y="92"/>
                  </a:lnTo>
                  <a:lnTo>
                    <a:pt x="92" y="183"/>
                  </a:lnTo>
                  <a:cubicBezTo>
                    <a:pt x="61" y="122"/>
                    <a:pt x="61" y="92"/>
                    <a:pt x="6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8428657" y="4926339"/>
              <a:ext cx="911" cy="27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1" y="0"/>
                  </a:moveTo>
                  <a:cubicBezTo>
                    <a:pt x="1" y="0"/>
                    <a:pt x="31" y="0"/>
                    <a:pt x="1" y="0"/>
                  </a:cubicBezTo>
                  <a:cubicBezTo>
                    <a:pt x="3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>
              <a:off x="5064682" y="987339"/>
              <a:ext cx="14915" cy="10993"/>
            </a:xfrm>
            <a:custGeom>
              <a:avLst/>
              <a:gdLst/>
              <a:ahLst/>
              <a:cxnLst/>
              <a:rect l="l" t="t" r="r" b="b"/>
              <a:pathLst>
                <a:path w="578" h="426" extrusionOk="0">
                  <a:moveTo>
                    <a:pt x="31" y="0"/>
                  </a:moveTo>
                  <a:cubicBezTo>
                    <a:pt x="31" y="30"/>
                    <a:pt x="0" y="122"/>
                    <a:pt x="0" y="152"/>
                  </a:cubicBezTo>
                  <a:cubicBezTo>
                    <a:pt x="152" y="274"/>
                    <a:pt x="304" y="334"/>
                    <a:pt x="456" y="426"/>
                  </a:cubicBezTo>
                  <a:lnTo>
                    <a:pt x="578" y="182"/>
                  </a:lnTo>
                  <a:cubicBezTo>
                    <a:pt x="426" y="152"/>
                    <a:pt x="213" y="122"/>
                    <a:pt x="31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7"/>
            <p:cNvSpPr/>
            <p:nvPr/>
          </p:nvSpPr>
          <p:spPr>
            <a:xfrm>
              <a:off x="8118546" y="460218"/>
              <a:ext cx="633000" cy="279300"/>
            </a:xfrm>
            <a:prstGeom prst="rect">
              <a:avLst/>
            </a:pr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6845465" y="1681682"/>
              <a:ext cx="1909570" cy="1826493"/>
            </a:xfrm>
            <a:custGeom>
              <a:avLst/>
              <a:gdLst/>
              <a:ahLst/>
              <a:cxnLst/>
              <a:rect l="l" t="t" r="r" b="b"/>
              <a:pathLst>
                <a:path w="71067" h="71522" extrusionOk="0">
                  <a:moveTo>
                    <a:pt x="19606" y="50883"/>
                  </a:moveTo>
                  <a:lnTo>
                    <a:pt x="19637" y="50913"/>
                  </a:lnTo>
                  <a:cubicBezTo>
                    <a:pt x="19606" y="50913"/>
                    <a:pt x="19606" y="50944"/>
                    <a:pt x="19545" y="50944"/>
                  </a:cubicBezTo>
                  <a:cubicBezTo>
                    <a:pt x="19545" y="50913"/>
                    <a:pt x="19606" y="50913"/>
                    <a:pt x="19606" y="50883"/>
                  </a:cubicBezTo>
                  <a:close/>
                  <a:moveTo>
                    <a:pt x="22372" y="55108"/>
                  </a:moveTo>
                  <a:lnTo>
                    <a:pt x="22342" y="55138"/>
                  </a:lnTo>
                  <a:lnTo>
                    <a:pt x="22342" y="55108"/>
                  </a:lnTo>
                  <a:close/>
                  <a:moveTo>
                    <a:pt x="21947" y="64014"/>
                  </a:moveTo>
                  <a:lnTo>
                    <a:pt x="21947" y="64014"/>
                  </a:lnTo>
                  <a:cubicBezTo>
                    <a:pt x="22038" y="64075"/>
                    <a:pt x="22099" y="64075"/>
                    <a:pt x="22190" y="64105"/>
                  </a:cubicBezTo>
                  <a:lnTo>
                    <a:pt x="22099" y="64166"/>
                  </a:lnTo>
                  <a:lnTo>
                    <a:pt x="21947" y="64014"/>
                  </a:lnTo>
                  <a:close/>
                  <a:moveTo>
                    <a:pt x="4325" y="67935"/>
                  </a:moveTo>
                  <a:lnTo>
                    <a:pt x="4256" y="68026"/>
                  </a:lnTo>
                  <a:lnTo>
                    <a:pt x="4256" y="67935"/>
                  </a:lnTo>
                  <a:close/>
                  <a:moveTo>
                    <a:pt x="17418" y="69394"/>
                  </a:moveTo>
                  <a:cubicBezTo>
                    <a:pt x="17418" y="69424"/>
                    <a:pt x="17387" y="69455"/>
                    <a:pt x="17387" y="69455"/>
                  </a:cubicBezTo>
                  <a:cubicBezTo>
                    <a:pt x="17387" y="69485"/>
                    <a:pt x="17357" y="69485"/>
                    <a:pt x="17326" y="69485"/>
                  </a:cubicBezTo>
                  <a:cubicBezTo>
                    <a:pt x="17322" y="69479"/>
                    <a:pt x="17317" y="69473"/>
                    <a:pt x="17313" y="69467"/>
                  </a:cubicBezTo>
                  <a:lnTo>
                    <a:pt x="17313" y="69467"/>
                  </a:lnTo>
                  <a:cubicBezTo>
                    <a:pt x="17369" y="69443"/>
                    <a:pt x="17393" y="69418"/>
                    <a:pt x="17418" y="69394"/>
                  </a:cubicBezTo>
                  <a:close/>
                  <a:moveTo>
                    <a:pt x="25412" y="1"/>
                  </a:moveTo>
                  <a:cubicBezTo>
                    <a:pt x="24834" y="31"/>
                    <a:pt x="24257" y="31"/>
                    <a:pt x="23710" y="31"/>
                  </a:cubicBezTo>
                  <a:lnTo>
                    <a:pt x="23710" y="10791"/>
                  </a:lnTo>
                  <a:cubicBezTo>
                    <a:pt x="23710" y="11156"/>
                    <a:pt x="23740" y="11551"/>
                    <a:pt x="23740" y="11916"/>
                  </a:cubicBezTo>
                  <a:cubicBezTo>
                    <a:pt x="23790" y="11915"/>
                    <a:pt x="23841" y="11915"/>
                    <a:pt x="23891" y="11915"/>
                  </a:cubicBezTo>
                  <a:cubicBezTo>
                    <a:pt x="30982" y="11915"/>
                    <a:pt x="35805" y="18276"/>
                    <a:pt x="35473" y="23709"/>
                  </a:cubicBezTo>
                  <a:lnTo>
                    <a:pt x="31248" y="23709"/>
                  </a:lnTo>
                  <a:cubicBezTo>
                    <a:pt x="31248" y="23770"/>
                    <a:pt x="31217" y="23831"/>
                    <a:pt x="31217" y="23861"/>
                  </a:cubicBezTo>
                  <a:cubicBezTo>
                    <a:pt x="31856" y="24196"/>
                    <a:pt x="32555" y="24469"/>
                    <a:pt x="33132" y="24925"/>
                  </a:cubicBezTo>
                  <a:cubicBezTo>
                    <a:pt x="33740" y="25411"/>
                    <a:pt x="34287" y="26019"/>
                    <a:pt x="34713" y="26658"/>
                  </a:cubicBezTo>
                  <a:cubicBezTo>
                    <a:pt x="35108" y="27265"/>
                    <a:pt x="35290" y="28025"/>
                    <a:pt x="35564" y="28755"/>
                  </a:cubicBezTo>
                  <a:cubicBezTo>
                    <a:pt x="35655" y="28451"/>
                    <a:pt x="35746" y="28147"/>
                    <a:pt x="35868" y="27843"/>
                  </a:cubicBezTo>
                  <a:cubicBezTo>
                    <a:pt x="36703" y="25365"/>
                    <a:pt x="38967" y="23728"/>
                    <a:pt x="41445" y="23728"/>
                  </a:cubicBezTo>
                  <a:cubicBezTo>
                    <a:pt x="41671" y="23728"/>
                    <a:pt x="41900" y="23742"/>
                    <a:pt x="42129" y="23770"/>
                  </a:cubicBezTo>
                  <a:cubicBezTo>
                    <a:pt x="45017" y="24135"/>
                    <a:pt x="47205" y="26414"/>
                    <a:pt x="47449" y="29241"/>
                  </a:cubicBezTo>
                  <a:cubicBezTo>
                    <a:pt x="47661" y="31977"/>
                    <a:pt x="45929" y="34560"/>
                    <a:pt x="43224" y="35411"/>
                  </a:cubicBezTo>
                  <a:cubicBezTo>
                    <a:pt x="42920" y="35472"/>
                    <a:pt x="42646" y="35563"/>
                    <a:pt x="42403" y="35624"/>
                  </a:cubicBezTo>
                  <a:cubicBezTo>
                    <a:pt x="42707" y="35715"/>
                    <a:pt x="42950" y="35776"/>
                    <a:pt x="43224" y="35867"/>
                  </a:cubicBezTo>
                  <a:cubicBezTo>
                    <a:pt x="46081" y="36749"/>
                    <a:pt x="47722" y="39272"/>
                    <a:pt x="47327" y="42281"/>
                  </a:cubicBezTo>
                  <a:cubicBezTo>
                    <a:pt x="46993" y="45108"/>
                    <a:pt x="44895" y="47235"/>
                    <a:pt x="42281" y="47479"/>
                  </a:cubicBezTo>
                  <a:cubicBezTo>
                    <a:pt x="42030" y="47503"/>
                    <a:pt x="41785" y="47516"/>
                    <a:pt x="41547" y="47516"/>
                  </a:cubicBezTo>
                  <a:cubicBezTo>
                    <a:pt x="38311" y="47516"/>
                    <a:pt x="36371" y="45290"/>
                    <a:pt x="35777" y="43223"/>
                  </a:cubicBezTo>
                  <a:cubicBezTo>
                    <a:pt x="35716" y="43010"/>
                    <a:pt x="35625" y="42737"/>
                    <a:pt x="35564" y="42524"/>
                  </a:cubicBezTo>
                  <a:cubicBezTo>
                    <a:pt x="35169" y="44135"/>
                    <a:pt x="34409" y="45472"/>
                    <a:pt x="33011" y="46475"/>
                  </a:cubicBezTo>
                  <a:cubicBezTo>
                    <a:pt x="32021" y="47154"/>
                    <a:pt x="30824" y="47503"/>
                    <a:pt x="29619" y="47503"/>
                  </a:cubicBezTo>
                  <a:cubicBezTo>
                    <a:pt x="27530" y="47503"/>
                    <a:pt x="25416" y="46454"/>
                    <a:pt x="24318" y="44257"/>
                  </a:cubicBezTo>
                  <a:cubicBezTo>
                    <a:pt x="24166" y="43953"/>
                    <a:pt x="24014" y="43588"/>
                    <a:pt x="23740" y="43223"/>
                  </a:cubicBezTo>
                  <a:cubicBezTo>
                    <a:pt x="23740" y="44591"/>
                    <a:pt x="23740" y="45959"/>
                    <a:pt x="23710" y="47479"/>
                  </a:cubicBezTo>
                  <a:cubicBezTo>
                    <a:pt x="15716" y="47539"/>
                    <a:pt x="7904" y="47539"/>
                    <a:pt x="31" y="47539"/>
                  </a:cubicBezTo>
                  <a:cubicBezTo>
                    <a:pt x="31" y="50366"/>
                    <a:pt x="1" y="53193"/>
                    <a:pt x="1" y="56050"/>
                  </a:cubicBezTo>
                  <a:lnTo>
                    <a:pt x="1" y="57631"/>
                  </a:lnTo>
                  <a:lnTo>
                    <a:pt x="1" y="59242"/>
                  </a:lnTo>
                  <a:cubicBezTo>
                    <a:pt x="366" y="59272"/>
                    <a:pt x="639" y="59302"/>
                    <a:pt x="913" y="59333"/>
                  </a:cubicBezTo>
                  <a:cubicBezTo>
                    <a:pt x="2129" y="59181"/>
                    <a:pt x="3284" y="58998"/>
                    <a:pt x="4500" y="58846"/>
                  </a:cubicBezTo>
                  <a:cubicBezTo>
                    <a:pt x="4560" y="58786"/>
                    <a:pt x="4560" y="58695"/>
                    <a:pt x="4560" y="58634"/>
                  </a:cubicBezTo>
                  <a:cubicBezTo>
                    <a:pt x="3253" y="58178"/>
                    <a:pt x="2007" y="57661"/>
                    <a:pt x="700" y="57205"/>
                  </a:cubicBezTo>
                  <a:cubicBezTo>
                    <a:pt x="700" y="57175"/>
                    <a:pt x="761" y="57114"/>
                    <a:pt x="761" y="57053"/>
                  </a:cubicBezTo>
                  <a:cubicBezTo>
                    <a:pt x="2159" y="57144"/>
                    <a:pt x="3527" y="57266"/>
                    <a:pt x="4925" y="57327"/>
                  </a:cubicBezTo>
                  <a:cubicBezTo>
                    <a:pt x="3983" y="56445"/>
                    <a:pt x="2797" y="55837"/>
                    <a:pt x="1733" y="55138"/>
                  </a:cubicBezTo>
                  <a:cubicBezTo>
                    <a:pt x="1612" y="55047"/>
                    <a:pt x="1460" y="54925"/>
                    <a:pt x="1308" y="54865"/>
                  </a:cubicBezTo>
                  <a:cubicBezTo>
                    <a:pt x="1369" y="54834"/>
                    <a:pt x="1369" y="54743"/>
                    <a:pt x="1399" y="54713"/>
                  </a:cubicBezTo>
                  <a:cubicBezTo>
                    <a:pt x="1582" y="54773"/>
                    <a:pt x="1764" y="54834"/>
                    <a:pt x="1977" y="54895"/>
                  </a:cubicBezTo>
                  <a:cubicBezTo>
                    <a:pt x="3132" y="55199"/>
                    <a:pt x="4317" y="55533"/>
                    <a:pt x="5503" y="55898"/>
                  </a:cubicBezTo>
                  <a:cubicBezTo>
                    <a:pt x="5503" y="55807"/>
                    <a:pt x="5533" y="55777"/>
                    <a:pt x="5563" y="55746"/>
                  </a:cubicBezTo>
                  <a:cubicBezTo>
                    <a:pt x="4712" y="54834"/>
                    <a:pt x="3800" y="53922"/>
                    <a:pt x="2919" y="53011"/>
                  </a:cubicBezTo>
                  <a:cubicBezTo>
                    <a:pt x="2889" y="52950"/>
                    <a:pt x="2828" y="52889"/>
                    <a:pt x="2797" y="52859"/>
                  </a:cubicBezTo>
                  <a:cubicBezTo>
                    <a:pt x="2889" y="52859"/>
                    <a:pt x="2949" y="52889"/>
                    <a:pt x="3041" y="52889"/>
                  </a:cubicBezTo>
                  <a:cubicBezTo>
                    <a:pt x="3861" y="53345"/>
                    <a:pt x="4743" y="53801"/>
                    <a:pt x="5563" y="54226"/>
                  </a:cubicBezTo>
                  <a:cubicBezTo>
                    <a:pt x="5807" y="54318"/>
                    <a:pt x="6080" y="54409"/>
                    <a:pt x="6323" y="54530"/>
                  </a:cubicBezTo>
                  <a:cubicBezTo>
                    <a:pt x="6384" y="54530"/>
                    <a:pt x="6384" y="54470"/>
                    <a:pt x="6414" y="54439"/>
                  </a:cubicBezTo>
                  <a:cubicBezTo>
                    <a:pt x="5776" y="53466"/>
                    <a:pt x="5077" y="52433"/>
                    <a:pt x="4348" y="51278"/>
                  </a:cubicBezTo>
                  <a:lnTo>
                    <a:pt x="4348" y="51278"/>
                  </a:lnTo>
                  <a:cubicBezTo>
                    <a:pt x="5168" y="51491"/>
                    <a:pt x="5533" y="52038"/>
                    <a:pt x="6019" y="52433"/>
                  </a:cubicBezTo>
                  <a:cubicBezTo>
                    <a:pt x="6536" y="52767"/>
                    <a:pt x="6992" y="53223"/>
                    <a:pt x="7478" y="53618"/>
                  </a:cubicBezTo>
                  <a:cubicBezTo>
                    <a:pt x="7539" y="53558"/>
                    <a:pt x="7600" y="53527"/>
                    <a:pt x="7661" y="53497"/>
                  </a:cubicBezTo>
                  <a:cubicBezTo>
                    <a:pt x="7174" y="52281"/>
                    <a:pt x="6688" y="51096"/>
                    <a:pt x="6171" y="49880"/>
                  </a:cubicBezTo>
                  <a:cubicBezTo>
                    <a:pt x="6232" y="49758"/>
                    <a:pt x="6232" y="49697"/>
                    <a:pt x="6232" y="49576"/>
                  </a:cubicBezTo>
                  <a:cubicBezTo>
                    <a:pt x="6293" y="49697"/>
                    <a:pt x="6414" y="49758"/>
                    <a:pt x="6475" y="49849"/>
                  </a:cubicBezTo>
                  <a:cubicBezTo>
                    <a:pt x="7235" y="50822"/>
                    <a:pt x="8056" y="51825"/>
                    <a:pt x="8816" y="52798"/>
                  </a:cubicBezTo>
                  <a:cubicBezTo>
                    <a:pt x="8876" y="52767"/>
                    <a:pt x="8907" y="52767"/>
                    <a:pt x="8998" y="52737"/>
                  </a:cubicBezTo>
                  <a:cubicBezTo>
                    <a:pt x="8725" y="51369"/>
                    <a:pt x="8512" y="50001"/>
                    <a:pt x="8269" y="48634"/>
                  </a:cubicBezTo>
                  <a:cubicBezTo>
                    <a:pt x="8360" y="48603"/>
                    <a:pt x="8390" y="48603"/>
                    <a:pt x="8421" y="48542"/>
                  </a:cubicBezTo>
                  <a:cubicBezTo>
                    <a:pt x="9028" y="49758"/>
                    <a:pt x="9636" y="51035"/>
                    <a:pt x="10244" y="52281"/>
                  </a:cubicBezTo>
                  <a:cubicBezTo>
                    <a:pt x="10335" y="52281"/>
                    <a:pt x="10366" y="52251"/>
                    <a:pt x="10427" y="52251"/>
                  </a:cubicBezTo>
                  <a:cubicBezTo>
                    <a:pt x="10487" y="50913"/>
                    <a:pt x="10548" y="49606"/>
                    <a:pt x="10579" y="48299"/>
                  </a:cubicBezTo>
                  <a:lnTo>
                    <a:pt x="10822" y="48299"/>
                  </a:lnTo>
                  <a:cubicBezTo>
                    <a:pt x="11156" y="49576"/>
                    <a:pt x="11460" y="50883"/>
                    <a:pt x="11794" y="52159"/>
                  </a:cubicBezTo>
                  <a:lnTo>
                    <a:pt x="11946" y="52159"/>
                  </a:lnTo>
                  <a:cubicBezTo>
                    <a:pt x="12311" y="50792"/>
                    <a:pt x="12646" y="49454"/>
                    <a:pt x="12980" y="48086"/>
                  </a:cubicBezTo>
                  <a:cubicBezTo>
                    <a:pt x="13071" y="48147"/>
                    <a:pt x="13101" y="48147"/>
                    <a:pt x="13132" y="48147"/>
                  </a:cubicBezTo>
                  <a:cubicBezTo>
                    <a:pt x="13223" y="49454"/>
                    <a:pt x="13253" y="50822"/>
                    <a:pt x="13314" y="52190"/>
                  </a:cubicBezTo>
                  <a:cubicBezTo>
                    <a:pt x="13405" y="52190"/>
                    <a:pt x="13436" y="52251"/>
                    <a:pt x="13527" y="52251"/>
                  </a:cubicBezTo>
                  <a:cubicBezTo>
                    <a:pt x="14044" y="51187"/>
                    <a:pt x="14530" y="50123"/>
                    <a:pt x="15077" y="49059"/>
                  </a:cubicBezTo>
                  <a:cubicBezTo>
                    <a:pt x="15199" y="48816"/>
                    <a:pt x="15260" y="48603"/>
                    <a:pt x="15381" y="48360"/>
                  </a:cubicBezTo>
                  <a:cubicBezTo>
                    <a:pt x="15412" y="48390"/>
                    <a:pt x="15503" y="48390"/>
                    <a:pt x="15533" y="48451"/>
                  </a:cubicBezTo>
                  <a:cubicBezTo>
                    <a:pt x="15503" y="48664"/>
                    <a:pt x="15412" y="48907"/>
                    <a:pt x="15381" y="49120"/>
                  </a:cubicBezTo>
                  <a:cubicBezTo>
                    <a:pt x="15199" y="50305"/>
                    <a:pt x="14956" y="51491"/>
                    <a:pt x="14773" y="52646"/>
                  </a:cubicBezTo>
                  <a:cubicBezTo>
                    <a:pt x="14834" y="52707"/>
                    <a:pt x="14895" y="52737"/>
                    <a:pt x="14956" y="52767"/>
                  </a:cubicBezTo>
                  <a:cubicBezTo>
                    <a:pt x="15716" y="51795"/>
                    <a:pt x="16506" y="50761"/>
                    <a:pt x="17326" y="49758"/>
                  </a:cubicBezTo>
                  <a:lnTo>
                    <a:pt x="17539" y="49424"/>
                  </a:lnTo>
                  <a:cubicBezTo>
                    <a:pt x="17570" y="49454"/>
                    <a:pt x="17630" y="49454"/>
                    <a:pt x="17661" y="49515"/>
                  </a:cubicBezTo>
                  <a:cubicBezTo>
                    <a:pt x="17570" y="49667"/>
                    <a:pt x="17539" y="49819"/>
                    <a:pt x="17478" y="49971"/>
                  </a:cubicBezTo>
                  <a:cubicBezTo>
                    <a:pt x="17023" y="51126"/>
                    <a:pt x="16506" y="52311"/>
                    <a:pt x="16050" y="53497"/>
                  </a:cubicBezTo>
                  <a:cubicBezTo>
                    <a:pt x="16141" y="53527"/>
                    <a:pt x="16171" y="53558"/>
                    <a:pt x="16263" y="53618"/>
                  </a:cubicBezTo>
                  <a:cubicBezTo>
                    <a:pt x="17205" y="52859"/>
                    <a:pt x="18117" y="52038"/>
                    <a:pt x="19059" y="51278"/>
                  </a:cubicBezTo>
                  <a:cubicBezTo>
                    <a:pt x="19211" y="51187"/>
                    <a:pt x="19393" y="51065"/>
                    <a:pt x="19545" y="50944"/>
                  </a:cubicBezTo>
                  <a:lnTo>
                    <a:pt x="19545" y="50944"/>
                  </a:lnTo>
                  <a:cubicBezTo>
                    <a:pt x="19454" y="51096"/>
                    <a:pt x="19363" y="51308"/>
                    <a:pt x="19241" y="51460"/>
                  </a:cubicBezTo>
                  <a:cubicBezTo>
                    <a:pt x="18634" y="52403"/>
                    <a:pt x="17995" y="53345"/>
                    <a:pt x="17387" y="54287"/>
                  </a:cubicBezTo>
                  <a:cubicBezTo>
                    <a:pt x="17418" y="54348"/>
                    <a:pt x="17509" y="54409"/>
                    <a:pt x="17539" y="54500"/>
                  </a:cubicBezTo>
                  <a:cubicBezTo>
                    <a:pt x="18634" y="53922"/>
                    <a:pt x="19697" y="53375"/>
                    <a:pt x="20761" y="52828"/>
                  </a:cubicBezTo>
                  <a:cubicBezTo>
                    <a:pt x="20852" y="52767"/>
                    <a:pt x="20913" y="52767"/>
                    <a:pt x="21004" y="52737"/>
                  </a:cubicBezTo>
                  <a:cubicBezTo>
                    <a:pt x="21065" y="52707"/>
                    <a:pt x="21126" y="52707"/>
                    <a:pt x="21187" y="52707"/>
                  </a:cubicBezTo>
                  <a:cubicBezTo>
                    <a:pt x="21187" y="52737"/>
                    <a:pt x="21156" y="52767"/>
                    <a:pt x="21126" y="52828"/>
                  </a:cubicBezTo>
                  <a:lnTo>
                    <a:pt x="20822" y="53132"/>
                  </a:lnTo>
                  <a:cubicBezTo>
                    <a:pt x="19941" y="53953"/>
                    <a:pt x="19029" y="54834"/>
                    <a:pt x="18147" y="55655"/>
                  </a:cubicBezTo>
                  <a:cubicBezTo>
                    <a:pt x="18178" y="55746"/>
                    <a:pt x="18178" y="55777"/>
                    <a:pt x="18238" y="55868"/>
                  </a:cubicBezTo>
                  <a:cubicBezTo>
                    <a:pt x="19485" y="55503"/>
                    <a:pt x="20700" y="55169"/>
                    <a:pt x="21947" y="54834"/>
                  </a:cubicBezTo>
                  <a:cubicBezTo>
                    <a:pt x="21977" y="54895"/>
                    <a:pt x="21977" y="54956"/>
                    <a:pt x="22038" y="55017"/>
                  </a:cubicBezTo>
                  <a:cubicBezTo>
                    <a:pt x="20913" y="55746"/>
                    <a:pt x="19819" y="56415"/>
                    <a:pt x="18725" y="57144"/>
                  </a:cubicBezTo>
                  <a:cubicBezTo>
                    <a:pt x="18725" y="57175"/>
                    <a:pt x="18755" y="57266"/>
                    <a:pt x="18755" y="57296"/>
                  </a:cubicBezTo>
                  <a:cubicBezTo>
                    <a:pt x="20093" y="57236"/>
                    <a:pt x="21460" y="57114"/>
                    <a:pt x="22828" y="57023"/>
                  </a:cubicBezTo>
                  <a:lnTo>
                    <a:pt x="22828" y="57023"/>
                  </a:lnTo>
                  <a:cubicBezTo>
                    <a:pt x="21673" y="57752"/>
                    <a:pt x="20366" y="58056"/>
                    <a:pt x="19150" y="58816"/>
                  </a:cubicBezTo>
                  <a:cubicBezTo>
                    <a:pt x="20427" y="58998"/>
                    <a:pt x="21764" y="59211"/>
                    <a:pt x="23041" y="59394"/>
                  </a:cubicBezTo>
                  <a:lnTo>
                    <a:pt x="23041" y="59576"/>
                  </a:lnTo>
                  <a:cubicBezTo>
                    <a:pt x="21734" y="59758"/>
                    <a:pt x="20396" y="60002"/>
                    <a:pt x="19059" y="60184"/>
                  </a:cubicBezTo>
                  <a:lnTo>
                    <a:pt x="19059" y="60366"/>
                  </a:lnTo>
                  <a:cubicBezTo>
                    <a:pt x="20305" y="60822"/>
                    <a:pt x="21612" y="61339"/>
                    <a:pt x="22859" y="61795"/>
                  </a:cubicBezTo>
                  <a:cubicBezTo>
                    <a:pt x="22828" y="61825"/>
                    <a:pt x="22828" y="61886"/>
                    <a:pt x="22828" y="61947"/>
                  </a:cubicBezTo>
                  <a:cubicBezTo>
                    <a:pt x="21491" y="61856"/>
                    <a:pt x="20214" y="61734"/>
                    <a:pt x="18634" y="61673"/>
                  </a:cubicBezTo>
                  <a:lnTo>
                    <a:pt x="18634" y="61673"/>
                  </a:lnTo>
                  <a:cubicBezTo>
                    <a:pt x="18937" y="61947"/>
                    <a:pt x="19089" y="62099"/>
                    <a:pt x="19241" y="62190"/>
                  </a:cubicBezTo>
                  <a:cubicBezTo>
                    <a:pt x="19971" y="62646"/>
                    <a:pt x="20731" y="63102"/>
                    <a:pt x="21491" y="63619"/>
                  </a:cubicBezTo>
                  <a:cubicBezTo>
                    <a:pt x="21643" y="63710"/>
                    <a:pt x="21795" y="63862"/>
                    <a:pt x="21947" y="64014"/>
                  </a:cubicBezTo>
                  <a:cubicBezTo>
                    <a:pt x="21582" y="63983"/>
                    <a:pt x="21156" y="63953"/>
                    <a:pt x="20761" y="63831"/>
                  </a:cubicBezTo>
                  <a:cubicBezTo>
                    <a:pt x="19910" y="63619"/>
                    <a:pt x="19029" y="63345"/>
                    <a:pt x="18026" y="63223"/>
                  </a:cubicBezTo>
                  <a:lnTo>
                    <a:pt x="18026" y="63223"/>
                  </a:lnTo>
                  <a:cubicBezTo>
                    <a:pt x="18907" y="64105"/>
                    <a:pt x="19789" y="64926"/>
                    <a:pt x="20670" y="65807"/>
                  </a:cubicBezTo>
                  <a:lnTo>
                    <a:pt x="21187" y="66354"/>
                  </a:lnTo>
                  <a:cubicBezTo>
                    <a:pt x="20974" y="66263"/>
                    <a:pt x="20700" y="66141"/>
                    <a:pt x="20457" y="66081"/>
                  </a:cubicBezTo>
                  <a:cubicBezTo>
                    <a:pt x="19393" y="65503"/>
                    <a:pt x="18390" y="64986"/>
                    <a:pt x="17326" y="64409"/>
                  </a:cubicBezTo>
                  <a:lnTo>
                    <a:pt x="17326" y="64409"/>
                  </a:lnTo>
                  <a:cubicBezTo>
                    <a:pt x="17691" y="65534"/>
                    <a:pt x="18421" y="66385"/>
                    <a:pt x="19029" y="67327"/>
                  </a:cubicBezTo>
                  <a:cubicBezTo>
                    <a:pt x="19089" y="67479"/>
                    <a:pt x="19211" y="67661"/>
                    <a:pt x="19333" y="67813"/>
                  </a:cubicBezTo>
                  <a:cubicBezTo>
                    <a:pt x="19363" y="67904"/>
                    <a:pt x="19454" y="67965"/>
                    <a:pt x="19485" y="68056"/>
                  </a:cubicBezTo>
                  <a:cubicBezTo>
                    <a:pt x="19485" y="68087"/>
                    <a:pt x="19515" y="68117"/>
                    <a:pt x="19515" y="68178"/>
                  </a:cubicBezTo>
                  <a:cubicBezTo>
                    <a:pt x="19485" y="68178"/>
                    <a:pt x="19454" y="68117"/>
                    <a:pt x="19393" y="68117"/>
                  </a:cubicBezTo>
                  <a:cubicBezTo>
                    <a:pt x="19333" y="68087"/>
                    <a:pt x="19241" y="68026"/>
                    <a:pt x="19181" y="67965"/>
                  </a:cubicBezTo>
                  <a:lnTo>
                    <a:pt x="18725" y="67631"/>
                  </a:lnTo>
                  <a:cubicBezTo>
                    <a:pt x="17843" y="66841"/>
                    <a:pt x="16962" y="66081"/>
                    <a:pt x="16111" y="65321"/>
                  </a:cubicBezTo>
                  <a:lnTo>
                    <a:pt x="16111" y="65321"/>
                  </a:lnTo>
                  <a:cubicBezTo>
                    <a:pt x="16141" y="65625"/>
                    <a:pt x="16111" y="65929"/>
                    <a:pt x="16202" y="66202"/>
                  </a:cubicBezTo>
                  <a:cubicBezTo>
                    <a:pt x="16506" y="67023"/>
                    <a:pt x="16871" y="67783"/>
                    <a:pt x="17175" y="68634"/>
                  </a:cubicBezTo>
                  <a:cubicBezTo>
                    <a:pt x="17257" y="68853"/>
                    <a:pt x="17240" y="69122"/>
                    <a:pt x="17258" y="69395"/>
                  </a:cubicBezTo>
                  <a:lnTo>
                    <a:pt x="17258" y="69395"/>
                  </a:lnTo>
                  <a:cubicBezTo>
                    <a:pt x="16518" y="68418"/>
                    <a:pt x="15722" y="67386"/>
                    <a:pt x="14956" y="66354"/>
                  </a:cubicBezTo>
                  <a:lnTo>
                    <a:pt x="14956" y="66354"/>
                  </a:lnTo>
                  <a:cubicBezTo>
                    <a:pt x="14652" y="67053"/>
                    <a:pt x="14925" y="67722"/>
                    <a:pt x="14986" y="68360"/>
                  </a:cubicBezTo>
                  <a:cubicBezTo>
                    <a:pt x="15077" y="68999"/>
                    <a:pt x="15229" y="69637"/>
                    <a:pt x="15199" y="70366"/>
                  </a:cubicBezTo>
                  <a:cubicBezTo>
                    <a:pt x="14621" y="69151"/>
                    <a:pt x="14013" y="67935"/>
                    <a:pt x="13405" y="66719"/>
                  </a:cubicBezTo>
                  <a:cubicBezTo>
                    <a:pt x="13314" y="66719"/>
                    <a:pt x="13284" y="66749"/>
                    <a:pt x="13223" y="66749"/>
                  </a:cubicBezTo>
                  <a:cubicBezTo>
                    <a:pt x="13132" y="68087"/>
                    <a:pt x="13101" y="69455"/>
                    <a:pt x="13010" y="70792"/>
                  </a:cubicBezTo>
                  <a:cubicBezTo>
                    <a:pt x="12980" y="70792"/>
                    <a:pt x="12950" y="70822"/>
                    <a:pt x="12919" y="70822"/>
                  </a:cubicBezTo>
                  <a:cubicBezTo>
                    <a:pt x="12706" y="70184"/>
                    <a:pt x="12554" y="69485"/>
                    <a:pt x="12372" y="68847"/>
                  </a:cubicBezTo>
                  <a:cubicBezTo>
                    <a:pt x="12220" y="68178"/>
                    <a:pt x="12068" y="67509"/>
                    <a:pt x="11734" y="66841"/>
                  </a:cubicBezTo>
                  <a:cubicBezTo>
                    <a:pt x="11399" y="68087"/>
                    <a:pt x="11095" y="69394"/>
                    <a:pt x="10700" y="70792"/>
                  </a:cubicBezTo>
                  <a:cubicBezTo>
                    <a:pt x="10335" y="70002"/>
                    <a:pt x="10487" y="69303"/>
                    <a:pt x="10427" y="68664"/>
                  </a:cubicBezTo>
                  <a:cubicBezTo>
                    <a:pt x="10366" y="68026"/>
                    <a:pt x="10396" y="67357"/>
                    <a:pt x="10366" y="66719"/>
                  </a:cubicBezTo>
                  <a:cubicBezTo>
                    <a:pt x="10275" y="66719"/>
                    <a:pt x="10244" y="66689"/>
                    <a:pt x="10184" y="66689"/>
                  </a:cubicBezTo>
                  <a:cubicBezTo>
                    <a:pt x="9636" y="67813"/>
                    <a:pt x="9059" y="68968"/>
                    <a:pt x="8512" y="70093"/>
                  </a:cubicBezTo>
                  <a:cubicBezTo>
                    <a:pt x="8421" y="70093"/>
                    <a:pt x="8390" y="70062"/>
                    <a:pt x="8299" y="70062"/>
                  </a:cubicBezTo>
                  <a:cubicBezTo>
                    <a:pt x="8360" y="68816"/>
                    <a:pt x="8816" y="67600"/>
                    <a:pt x="8725" y="66233"/>
                  </a:cubicBezTo>
                  <a:lnTo>
                    <a:pt x="8725" y="66233"/>
                  </a:lnTo>
                  <a:cubicBezTo>
                    <a:pt x="7995" y="67144"/>
                    <a:pt x="7326" y="68056"/>
                    <a:pt x="6597" y="68968"/>
                  </a:cubicBezTo>
                  <a:cubicBezTo>
                    <a:pt x="6475" y="69151"/>
                    <a:pt x="6323" y="69303"/>
                    <a:pt x="6232" y="69455"/>
                  </a:cubicBezTo>
                  <a:cubicBezTo>
                    <a:pt x="6141" y="69424"/>
                    <a:pt x="6110" y="69424"/>
                    <a:pt x="6019" y="69394"/>
                  </a:cubicBezTo>
                  <a:cubicBezTo>
                    <a:pt x="6110" y="69151"/>
                    <a:pt x="6232" y="68938"/>
                    <a:pt x="6293" y="68695"/>
                  </a:cubicBezTo>
                  <a:cubicBezTo>
                    <a:pt x="6749" y="67661"/>
                    <a:pt x="7174" y="66597"/>
                    <a:pt x="7600" y="65594"/>
                  </a:cubicBezTo>
                  <a:lnTo>
                    <a:pt x="7478" y="65473"/>
                  </a:lnTo>
                  <a:cubicBezTo>
                    <a:pt x="6536" y="66233"/>
                    <a:pt x="5533" y="66992"/>
                    <a:pt x="4591" y="67752"/>
                  </a:cubicBezTo>
                  <a:cubicBezTo>
                    <a:pt x="4524" y="67775"/>
                    <a:pt x="4474" y="67813"/>
                    <a:pt x="4416" y="67855"/>
                  </a:cubicBezTo>
                  <a:lnTo>
                    <a:pt x="4416" y="67855"/>
                  </a:lnTo>
                  <a:cubicBezTo>
                    <a:pt x="4425" y="67793"/>
                    <a:pt x="4439" y="67712"/>
                    <a:pt x="4439" y="67631"/>
                  </a:cubicBezTo>
                  <a:cubicBezTo>
                    <a:pt x="5107" y="66658"/>
                    <a:pt x="5776" y="65625"/>
                    <a:pt x="6445" y="64591"/>
                  </a:cubicBezTo>
                  <a:cubicBezTo>
                    <a:pt x="6414" y="64561"/>
                    <a:pt x="6414" y="64530"/>
                    <a:pt x="6384" y="64470"/>
                  </a:cubicBezTo>
                  <a:cubicBezTo>
                    <a:pt x="5259" y="65047"/>
                    <a:pt x="4196" y="65594"/>
                    <a:pt x="3101" y="66111"/>
                  </a:cubicBezTo>
                  <a:cubicBezTo>
                    <a:pt x="2980" y="66111"/>
                    <a:pt x="2889" y="66141"/>
                    <a:pt x="2767" y="66202"/>
                  </a:cubicBezTo>
                  <a:cubicBezTo>
                    <a:pt x="2797" y="66081"/>
                    <a:pt x="2889" y="65989"/>
                    <a:pt x="2949" y="65929"/>
                  </a:cubicBezTo>
                  <a:cubicBezTo>
                    <a:pt x="3831" y="65078"/>
                    <a:pt x="4651" y="64227"/>
                    <a:pt x="5533" y="63345"/>
                  </a:cubicBezTo>
                  <a:cubicBezTo>
                    <a:pt x="5503" y="63284"/>
                    <a:pt x="5503" y="63254"/>
                    <a:pt x="5472" y="63223"/>
                  </a:cubicBezTo>
                  <a:cubicBezTo>
                    <a:pt x="4165" y="63558"/>
                    <a:pt x="2919" y="63923"/>
                    <a:pt x="1673" y="64257"/>
                  </a:cubicBezTo>
                  <a:cubicBezTo>
                    <a:pt x="1612" y="64166"/>
                    <a:pt x="1612" y="64135"/>
                    <a:pt x="1582" y="64044"/>
                  </a:cubicBezTo>
                  <a:cubicBezTo>
                    <a:pt x="2645" y="63406"/>
                    <a:pt x="3709" y="62737"/>
                    <a:pt x="4773" y="62099"/>
                  </a:cubicBezTo>
                  <a:cubicBezTo>
                    <a:pt x="4743" y="62008"/>
                    <a:pt x="4743" y="61916"/>
                    <a:pt x="4682" y="61856"/>
                  </a:cubicBezTo>
                  <a:lnTo>
                    <a:pt x="822" y="62099"/>
                  </a:lnTo>
                  <a:cubicBezTo>
                    <a:pt x="822" y="62038"/>
                    <a:pt x="791" y="61977"/>
                    <a:pt x="791" y="61947"/>
                  </a:cubicBezTo>
                  <a:cubicBezTo>
                    <a:pt x="2037" y="61491"/>
                    <a:pt x="3284" y="60974"/>
                    <a:pt x="4530" y="60518"/>
                  </a:cubicBezTo>
                  <a:lnTo>
                    <a:pt x="4530" y="60336"/>
                  </a:lnTo>
                  <a:cubicBezTo>
                    <a:pt x="3284" y="60153"/>
                    <a:pt x="2007" y="60002"/>
                    <a:pt x="730" y="59819"/>
                  </a:cubicBezTo>
                  <a:cubicBezTo>
                    <a:pt x="31" y="59971"/>
                    <a:pt x="31" y="59971"/>
                    <a:pt x="31" y="60579"/>
                  </a:cubicBezTo>
                  <a:lnTo>
                    <a:pt x="31" y="61491"/>
                  </a:lnTo>
                  <a:cubicBezTo>
                    <a:pt x="62" y="64774"/>
                    <a:pt x="62" y="68117"/>
                    <a:pt x="62" y="71430"/>
                  </a:cubicBezTo>
                  <a:cubicBezTo>
                    <a:pt x="3466" y="71461"/>
                    <a:pt x="6901" y="71461"/>
                    <a:pt x="10305" y="71461"/>
                  </a:cubicBezTo>
                  <a:cubicBezTo>
                    <a:pt x="10822" y="71461"/>
                    <a:pt x="11339" y="71521"/>
                    <a:pt x="11825" y="71521"/>
                  </a:cubicBezTo>
                  <a:lnTo>
                    <a:pt x="23801" y="71521"/>
                  </a:lnTo>
                  <a:cubicBezTo>
                    <a:pt x="24348" y="71461"/>
                    <a:pt x="24865" y="71461"/>
                    <a:pt x="25412" y="71430"/>
                  </a:cubicBezTo>
                  <a:cubicBezTo>
                    <a:pt x="23831" y="70670"/>
                    <a:pt x="23497" y="69637"/>
                    <a:pt x="23922" y="67661"/>
                  </a:cubicBezTo>
                  <a:cubicBezTo>
                    <a:pt x="24196" y="66415"/>
                    <a:pt x="24865" y="65321"/>
                    <a:pt x="25594" y="64287"/>
                  </a:cubicBezTo>
                  <a:cubicBezTo>
                    <a:pt x="26658" y="62768"/>
                    <a:pt x="28026" y="61491"/>
                    <a:pt x="29424" y="60275"/>
                  </a:cubicBezTo>
                  <a:cubicBezTo>
                    <a:pt x="29667" y="60062"/>
                    <a:pt x="29880" y="59880"/>
                    <a:pt x="30153" y="59667"/>
                  </a:cubicBezTo>
                  <a:cubicBezTo>
                    <a:pt x="29941" y="59424"/>
                    <a:pt x="29698" y="59211"/>
                    <a:pt x="29485" y="58998"/>
                  </a:cubicBezTo>
                  <a:cubicBezTo>
                    <a:pt x="27995" y="57752"/>
                    <a:pt x="26597" y="56415"/>
                    <a:pt x="25533" y="54804"/>
                  </a:cubicBezTo>
                  <a:cubicBezTo>
                    <a:pt x="24986" y="53983"/>
                    <a:pt x="24530" y="53163"/>
                    <a:pt x="24196" y="52281"/>
                  </a:cubicBezTo>
                  <a:cubicBezTo>
                    <a:pt x="23922" y="51643"/>
                    <a:pt x="23801" y="50883"/>
                    <a:pt x="23801" y="50153"/>
                  </a:cubicBezTo>
                  <a:cubicBezTo>
                    <a:pt x="23801" y="48725"/>
                    <a:pt x="24713" y="47813"/>
                    <a:pt x="26172" y="47722"/>
                  </a:cubicBezTo>
                  <a:cubicBezTo>
                    <a:pt x="26247" y="47718"/>
                    <a:pt x="26321" y="47716"/>
                    <a:pt x="26396" y="47716"/>
                  </a:cubicBezTo>
                  <a:cubicBezTo>
                    <a:pt x="27550" y="47716"/>
                    <a:pt x="28576" y="48150"/>
                    <a:pt x="29576" y="48664"/>
                  </a:cubicBezTo>
                  <a:cubicBezTo>
                    <a:pt x="31612" y="49789"/>
                    <a:pt x="33223" y="51369"/>
                    <a:pt x="34743" y="53071"/>
                  </a:cubicBezTo>
                  <a:cubicBezTo>
                    <a:pt x="35047" y="53375"/>
                    <a:pt x="35321" y="53740"/>
                    <a:pt x="35655" y="54105"/>
                  </a:cubicBezTo>
                  <a:cubicBezTo>
                    <a:pt x="36081" y="53649"/>
                    <a:pt x="36415" y="53223"/>
                    <a:pt x="36780" y="52859"/>
                  </a:cubicBezTo>
                  <a:cubicBezTo>
                    <a:pt x="38026" y="51460"/>
                    <a:pt x="39363" y="50153"/>
                    <a:pt x="40944" y="49120"/>
                  </a:cubicBezTo>
                  <a:cubicBezTo>
                    <a:pt x="41977" y="48482"/>
                    <a:pt x="43041" y="47934"/>
                    <a:pt x="44257" y="47752"/>
                  </a:cubicBezTo>
                  <a:cubicBezTo>
                    <a:pt x="44520" y="47707"/>
                    <a:pt x="44767" y="47684"/>
                    <a:pt x="45000" y="47684"/>
                  </a:cubicBezTo>
                  <a:cubicBezTo>
                    <a:pt x="46169" y="47684"/>
                    <a:pt x="46967" y="48258"/>
                    <a:pt x="47449" y="49424"/>
                  </a:cubicBezTo>
                  <a:cubicBezTo>
                    <a:pt x="47479" y="48907"/>
                    <a:pt x="47570" y="48390"/>
                    <a:pt x="47631" y="47752"/>
                  </a:cubicBezTo>
                  <a:cubicBezTo>
                    <a:pt x="49911" y="47752"/>
                    <a:pt x="52221" y="47722"/>
                    <a:pt x="54500" y="47722"/>
                  </a:cubicBezTo>
                  <a:cubicBezTo>
                    <a:pt x="54592" y="45442"/>
                    <a:pt x="54652" y="43132"/>
                    <a:pt x="54744" y="40731"/>
                  </a:cubicBezTo>
                  <a:cubicBezTo>
                    <a:pt x="54277" y="40700"/>
                    <a:pt x="53813" y="40688"/>
                    <a:pt x="53349" y="40688"/>
                  </a:cubicBezTo>
                  <a:cubicBezTo>
                    <a:pt x="51630" y="40688"/>
                    <a:pt x="49924" y="40854"/>
                    <a:pt x="48155" y="40854"/>
                  </a:cubicBezTo>
                  <a:cubicBezTo>
                    <a:pt x="48042" y="40854"/>
                    <a:pt x="47928" y="40854"/>
                    <a:pt x="47813" y="40852"/>
                  </a:cubicBezTo>
                  <a:cubicBezTo>
                    <a:pt x="48178" y="40123"/>
                    <a:pt x="48847" y="39697"/>
                    <a:pt x="49333" y="39211"/>
                  </a:cubicBezTo>
                  <a:cubicBezTo>
                    <a:pt x="49880" y="38633"/>
                    <a:pt x="50488" y="38117"/>
                    <a:pt x="51066" y="37570"/>
                  </a:cubicBezTo>
                  <a:cubicBezTo>
                    <a:pt x="51582" y="37083"/>
                    <a:pt x="52160" y="36536"/>
                    <a:pt x="52768" y="35989"/>
                  </a:cubicBezTo>
                  <a:cubicBezTo>
                    <a:pt x="51066" y="34378"/>
                    <a:pt x="49394" y="32828"/>
                    <a:pt x="47753" y="31278"/>
                  </a:cubicBezTo>
                  <a:cubicBezTo>
                    <a:pt x="47753" y="31187"/>
                    <a:pt x="47783" y="31156"/>
                    <a:pt x="47783" y="31095"/>
                  </a:cubicBezTo>
                  <a:cubicBezTo>
                    <a:pt x="50032" y="31156"/>
                    <a:pt x="52282" y="31187"/>
                    <a:pt x="54652" y="31278"/>
                  </a:cubicBezTo>
                  <a:cubicBezTo>
                    <a:pt x="54622" y="28937"/>
                    <a:pt x="54561" y="26718"/>
                    <a:pt x="54500" y="24469"/>
                  </a:cubicBezTo>
                  <a:cubicBezTo>
                    <a:pt x="54592" y="24469"/>
                    <a:pt x="54622" y="24439"/>
                    <a:pt x="54713" y="24408"/>
                  </a:cubicBezTo>
                  <a:cubicBezTo>
                    <a:pt x="56233" y="26019"/>
                    <a:pt x="57783" y="27661"/>
                    <a:pt x="59364" y="29363"/>
                  </a:cubicBezTo>
                  <a:cubicBezTo>
                    <a:pt x="60975" y="27661"/>
                    <a:pt x="62495" y="26019"/>
                    <a:pt x="64045" y="24378"/>
                  </a:cubicBezTo>
                  <a:lnTo>
                    <a:pt x="64288" y="24499"/>
                  </a:lnTo>
                  <a:cubicBezTo>
                    <a:pt x="64197" y="26718"/>
                    <a:pt x="64136" y="28937"/>
                    <a:pt x="64045" y="31278"/>
                  </a:cubicBezTo>
                  <a:cubicBezTo>
                    <a:pt x="64360" y="31282"/>
                    <a:pt x="64675" y="31284"/>
                    <a:pt x="64987" y="31284"/>
                  </a:cubicBezTo>
                  <a:cubicBezTo>
                    <a:pt x="67053" y="31284"/>
                    <a:pt x="69060" y="31201"/>
                    <a:pt x="71066" y="31095"/>
                  </a:cubicBezTo>
                  <a:lnTo>
                    <a:pt x="71066" y="24044"/>
                  </a:lnTo>
                  <a:cubicBezTo>
                    <a:pt x="67206" y="24044"/>
                    <a:pt x="63376" y="24044"/>
                    <a:pt x="59516" y="23709"/>
                  </a:cubicBezTo>
                  <a:lnTo>
                    <a:pt x="59212" y="23709"/>
                  </a:lnTo>
                  <a:cubicBezTo>
                    <a:pt x="55838" y="23709"/>
                    <a:pt x="52494" y="23740"/>
                    <a:pt x="49120" y="23740"/>
                  </a:cubicBezTo>
                  <a:lnTo>
                    <a:pt x="47570" y="23740"/>
                  </a:lnTo>
                  <a:cubicBezTo>
                    <a:pt x="47509" y="23162"/>
                    <a:pt x="47479" y="22645"/>
                    <a:pt x="47449" y="22098"/>
                  </a:cubicBezTo>
                  <a:cubicBezTo>
                    <a:pt x="47205" y="19484"/>
                    <a:pt x="46689" y="16901"/>
                    <a:pt x="45595" y="14499"/>
                  </a:cubicBezTo>
                  <a:cubicBezTo>
                    <a:pt x="42038" y="6657"/>
                    <a:pt x="36050" y="1885"/>
                    <a:pt x="27570" y="335"/>
                  </a:cubicBezTo>
                  <a:cubicBezTo>
                    <a:pt x="26840" y="183"/>
                    <a:pt x="26141" y="122"/>
                    <a:pt x="25412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7528303" y="1145361"/>
              <a:ext cx="1226777" cy="1149622"/>
            </a:xfrm>
            <a:custGeom>
              <a:avLst/>
              <a:gdLst/>
              <a:ahLst/>
              <a:cxnLst/>
              <a:rect l="l" t="t" r="r" b="b"/>
              <a:pathLst>
                <a:path w="45656" h="45017" extrusionOk="0">
                  <a:moveTo>
                    <a:pt x="22038" y="0"/>
                  </a:moveTo>
                  <a:cubicBezTo>
                    <a:pt x="21642" y="1642"/>
                    <a:pt x="21430" y="3313"/>
                    <a:pt x="20883" y="4894"/>
                  </a:cubicBezTo>
                  <a:cubicBezTo>
                    <a:pt x="18755" y="11338"/>
                    <a:pt x="14591" y="16080"/>
                    <a:pt x="8512" y="19058"/>
                  </a:cubicBezTo>
                  <a:cubicBezTo>
                    <a:pt x="6293" y="20122"/>
                    <a:pt x="3952" y="20821"/>
                    <a:pt x="1521" y="21125"/>
                  </a:cubicBezTo>
                  <a:cubicBezTo>
                    <a:pt x="973" y="21186"/>
                    <a:pt x="487" y="21277"/>
                    <a:pt x="1" y="21338"/>
                  </a:cubicBezTo>
                  <a:lnTo>
                    <a:pt x="2159" y="21703"/>
                  </a:lnTo>
                  <a:cubicBezTo>
                    <a:pt x="10639" y="23283"/>
                    <a:pt x="16627" y="28025"/>
                    <a:pt x="20184" y="35867"/>
                  </a:cubicBezTo>
                  <a:cubicBezTo>
                    <a:pt x="21278" y="38268"/>
                    <a:pt x="21794" y="40852"/>
                    <a:pt x="22038" y="43466"/>
                  </a:cubicBezTo>
                  <a:cubicBezTo>
                    <a:pt x="22038" y="40487"/>
                    <a:pt x="22068" y="37539"/>
                    <a:pt x="22038" y="34499"/>
                  </a:cubicBezTo>
                  <a:cubicBezTo>
                    <a:pt x="22038" y="34135"/>
                    <a:pt x="22038" y="33800"/>
                    <a:pt x="22068" y="33344"/>
                  </a:cubicBezTo>
                  <a:cubicBezTo>
                    <a:pt x="22372" y="33587"/>
                    <a:pt x="22524" y="33679"/>
                    <a:pt x="22676" y="33831"/>
                  </a:cubicBezTo>
                  <a:cubicBezTo>
                    <a:pt x="26293" y="37448"/>
                    <a:pt x="29910" y="41034"/>
                    <a:pt x="33466" y="44621"/>
                  </a:cubicBezTo>
                  <a:cubicBezTo>
                    <a:pt x="33588" y="44743"/>
                    <a:pt x="33649" y="44895"/>
                    <a:pt x="33770" y="45016"/>
                  </a:cubicBezTo>
                  <a:lnTo>
                    <a:pt x="34074" y="45016"/>
                  </a:lnTo>
                  <a:cubicBezTo>
                    <a:pt x="34257" y="44803"/>
                    <a:pt x="34469" y="44560"/>
                    <a:pt x="34652" y="44378"/>
                  </a:cubicBezTo>
                  <a:lnTo>
                    <a:pt x="45442" y="33587"/>
                  </a:lnTo>
                  <a:cubicBezTo>
                    <a:pt x="45503" y="33496"/>
                    <a:pt x="45594" y="33466"/>
                    <a:pt x="45655" y="33435"/>
                  </a:cubicBezTo>
                  <a:lnTo>
                    <a:pt x="45655" y="33040"/>
                  </a:lnTo>
                  <a:lnTo>
                    <a:pt x="34044" y="21429"/>
                  </a:lnTo>
                  <a:lnTo>
                    <a:pt x="33770" y="21429"/>
                  </a:lnTo>
                  <a:lnTo>
                    <a:pt x="22159" y="33040"/>
                  </a:lnTo>
                  <a:cubicBezTo>
                    <a:pt x="22098" y="32706"/>
                    <a:pt x="22068" y="32584"/>
                    <a:pt x="22068" y="32432"/>
                  </a:cubicBezTo>
                  <a:lnTo>
                    <a:pt x="22068" y="21733"/>
                  </a:lnTo>
                  <a:cubicBezTo>
                    <a:pt x="22068" y="21581"/>
                    <a:pt x="22098" y="21429"/>
                    <a:pt x="22098" y="21277"/>
                  </a:cubicBezTo>
                  <a:cubicBezTo>
                    <a:pt x="22098" y="19636"/>
                    <a:pt x="22068" y="17964"/>
                    <a:pt x="22068" y="16323"/>
                  </a:cubicBezTo>
                  <a:cubicBezTo>
                    <a:pt x="22068" y="14104"/>
                    <a:pt x="22098" y="11855"/>
                    <a:pt x="22098" y="9605"/>
                  </a:cubicBezTo>
                  <a:lnTo>
                    <a:pt x="22098" y="9301"/>
                  </a:lnTo>
                  <a:cubicBezTo>
                    <a:pt x="22098" y="6870"/>
                    <a:pt x="22068" y="4408"/>
                    <a:pt x="22068" y="1976"/>
                  </a:cubicBezTo>
                  <a:cubicBezTo>
                    <a:pt x="22068" y="1338"/>
                    <a:pt x="22038" y="639"/>
                    <a:pt x="22038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8123754" y="478631"/>
              <a:ext cx="631364" cy="605494"/>
            </a:xfrm>
            <a:custGeom>
              <a:avLst/>
              <a:gdLst/>
              <a:ahLst/>
              <a:cxnLst/>
              <a:rect l="l" t="t" r="r" b="b"/>
              <a:pathLst>
                <a:path w="23497" h="23710" extrusionOk="0">
                  <a:moveTo>
                    <a:pt x="11771" y="0"/>
                  </a:moveTo>
                  <a:cubicBezTo>
                    <a:pt x="11748" y="0"/>
                    <a:pt x="11725" y="0"/>
                    <a:pt x="11703" y="1"/>
                  </a:cubicBezTo>
                  <a:cubicBezTo>
                    <a:pt x="6414" y="31"/>
                    <a:pt x="1702" y="3648"/>
                    <a:pt x="365" y="8754"/>
                  </a:cubicBezTo>
                  <a:cubicBezTo>
                    <a:pt x="213" y="9241"/>
                    <a:pt x="91" y="9727"/>
                    <a:pt x="0" y="10213"/>
                  </a:cubicBezTo>
                  <a:lnTo>
                    <a:pt x="0" y="13496"/>
                  </a:lnTo>
                  <a:cubicBezTo>
                    <a:pt x="61" y="13861"/>
                    <a:pt x="183" y="14286"/>
                    <a:pt x="304" y="14682"/>
                  </a:cubicBezTo>
                  <a:cubicBezTo>
                    <a:pt x="1611" y="19879"/>
                    <a:pt x="5988" y="23435"/>
                    <a:pt x="11338" y="23679"/>
                  </a:cubicBezTo>
                  <a:cubicBezTo>
                    <a:pt x="11459" y="23679"/>
                    <a:pt x="11611" y="23709"/>
                    <a:pt x="11733" y="23709"/>
                  </a:cubicBezTo>
                  <a:cubicBezTo>
                    <a:pt x="11748" y="23694"/>
                    <a:pt x="11779" y="23686"/>
                    <a:pt x="11809" y="23686"/>
                  </a:cubicBezTo>
                  <a:cubicBezTo>
                    <a:pt x="11839" y="23686"/>
                    <a:pt x="11870" y="23694"/>
                    <a:pt x="11885" y="23709"/>
                  </a:cubicBezTo>
                  <a:cubicBezTo>
                    <a:pt x="16475" y="23527"/>
                    <a:pt x="19940" y="21429"/>
                    <a:pt x="22219" y="17417"/>
                  </a:cubicBezTo>
                  <a:cubicBezTo>
                    <a:pt x="22736" y="16414"/>
                    <a:pt x="23162" y="15381"/>
                    <a:pt x="23314" y="14286"/>
                  </a:cubicBezTo>
                  <a:cubicBezTo>
                    <a:pt x="23344" y="14165"/>
                    <a:pt x="23435" y="14104"/>
                    <a:pt x="23496" y="13982"/>
                  </a:cubicBezTo>
                  <a:lnTo>
                    <a:pt x="23496" y="10001"/>
                  </a:lnTo>
                  <a:cubicBezTo>
                    <a:pt x="23405" y="9545"/>
                    <a:pt x="23314" y="9089"/>
                    <a:pt x="23192" y="8633"/>
                  </a:cubicBezTo>
                  <a:cubicBezTo>
                    <a:pt x="21800" y="3548"/>
                    <a:pt x="17092" y="0"/>
                    <a:pt x="11771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8124560" y="2903373"/>
              <a:ext cx="630558" cy="605469"/>
            </a:xfrm>
            <a:custGeom>
              <a:avLst/>
              <a:gdLst/>
              <a:ahLst/>
              <a:cxnLst/>
              <a:rect l="l" t="t" r="r" b="b"/>
              <a:pathLst>
                <a:path w="23467" h="23709" extrusionOk="0">
                  <a:moveTo>
                    <a:pt x="11733" y="8511"/>
                  </a:moveTo>
                  <a:cubicBezTo>
                    <a:pt x="13587" y="8511"/>
                    <a:pt x="15107" y="10061"/>
                    <a:pt x="15077" y="11915"/>
                  </a:cubicBezTo>
                  <a:cubicBezTo>
                    <a:pt x="15046" y="13739"/>
                    <a:pt x="13527" y="15198"/>
                    <a:pt x="11703" y="15198"/>
                  </a:cubicBezTo>
                  <a:cubicBezTo>
                    <a:pt x="9879" y="15198"/>
                    <a:pt x="8390" y="13709"/>
                    <a:pt x="8390" y="11824"/>
                  </a:cubicBezTo>
                  <a:cubicBezTo>
                    <a:pt x="8420" y="10000"/>
                    <a:pt x="9910" y="8511"/>
                    <a:pt x="11733" y="8511"/>
                  </a:cubicBezTo>
                  <a:close/>
                  <a:moveTo>
                    <a:pt x="10396" y="0"/>
                  </a:moveTo>
                  <a:cubicBezTo>
                    <a:pt x="5502" y="882"/>
                    <a:pt x="2128" y="3557"/>
                    <a:pt x="487" y="8329"/>
                  </a:cubicBezTo>
                  <a:cubicBezTo>
                    <a:pt x="274" y="8876"/>
                    <a:pt x="153" y="9484"/>
                    <a:pt x="1" y="10061"/>
                  </a:cubicBezTo>
                  <a:lnTo>
                    <a:pt x="1" y="13678"/>
                  </a:lnTo>
                  <a:cubicBezTo>
                    <a:pt x="31" y="13861"/>
                    <a:pt x="92" y="14013"/>
                    <a:pt x="153" y="14195"/>
                  </a:cubicBezTo>
                  <a:cubicBezTo>
                    <a:pt x="1338" y="19271"/>
                    <a:pt x="4438" y="22371"/>
                    <a:pt x="9454" y="23557"/>
                  </a:cubicBezTo>
                  <a:cubicBezTo>
                    <a:pt x="9636" y="23587"/>
                    <a:pt x="9788" y="23678"/>
                    <a:pt x="9970" y="23709"/>
                  </a:cubicBezTo>
                  <a:lnTo>
                    <a:pt x="13587" y="23709"/>
                  </a:lnTo>
                  <a:lnTo>
                    <a:pt x="14378" y="23466"/>
                  </a:lnTo>
                  <a:cubicBezTo>
                    <a:pt x="18664" y="22371"/>
                    <a:pt x="21551" y="19788"/>
                    <a:pt x="23010" y="15654"/>
                  </a:cubicBezTo>
                  <a:cubicBezTo>
                    <a:pt x="23223" y="15046"/>
                    <a:pt x="23314" y="14438"/>
                    <a:pt x="23466" y="13830"/>
                  </a:cubicBezTo>
                  <a:lnTo>
                    <a:pt x="23466" y="9848"/>
                  </a:lnTo>
                  <a:cubicBezTo>
                    <a:pt x="23375" y="9332"/>
                    <a:pt x="23253" y="8876"/>
                    <a:pt x="23162" y="8359"/>
                  </a:cubicBezTo>
                  <a:cubicBezTo>
                    <a:pt x="21794" y="4225"/>
                    <a:pt x="19028" y="1550"/>
                    <a:pt x="14834" y="335"/>
                  </a:cubicBezTo>
                  <a:cubicBezTo>
                    <a:pt x="14287" y="183"/>
                    <a:pt x="13739" y="122"/>
                    <a:pt x="13162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7583847" y="3347332"/>
              <a:ext cx="1171236" cy="763827"/>
            </a:xfrm>
            <a:custGeom>
              <a:avLst/>
              <a:gdLst/>
              <a:ahLst/>
              <a:cxnLst/>
              <a:rect l="l" t="t" r="r" b="b"/>
              <a:pathLst>
                <a:path w="43589" h="29910" extrusionOk="0">
                  <a:moveTo>
                    <a:pt x="8147" y="1"/>
                  </a:moveTo>
                  <a:cubicBezTo>
                    <a:pt x="5837" y="2706"/>
                    <a:pt x="3466" y="5259"/>
                    <a:pt x="1" y="6353"/>
                  </a:cubicBezTo>
                  <a:cubicBezTo>
                    <a:pt x="2706" y="6353"/>
                    <a:pt x="5381" y="6353"/>
                    <a:pt x="8086" y="6384"/>
                  </a:cubicBezTo>
                  <a:cubicBezTo>
                    <a:pt x="10548" y="6444"/>
                    <a:pt x="12828" y="7113"/>
                    <a:pt x="14834" y="8511"/>
                  </a:cubicBezTo>
                  <a:cubicBezTo>
                    <a:pt x="17569" y="10426"/>
                    <a:pt x="19241" y="13010"/>
                    <a:pt x="19819" y="16262"/>
                  </a:cubicBezTo>
                  <a:cubicBezTo>
                    <a:pt x="19940" y="16931"/>
                    <a:pt x="19849" y="17539"/>
                    <a:pt x="19879" y="18177"/>
                  </a:cubicBezTo>
                  <a:cubicBezTo>
                    <a:pt x="19940" y="18238"/>
                    <a:pt x="19971" y="18359"/>
                    <a:pt x="20001" y="18481"/>
                  </a:cubicBezTo>
                  <a:lnTo>
                    <a:pt x="20001" y="18937"/>
                  </a:lnTo>
                  <a:cubicBezTo>
                    <a:pt x="20001" y="20943"/>
                    <a:pt x="20031" y="22949"/>
                    <a:pt x="20031" y="24986"/>
                  </a:cubicBezTo>
                  <a:lnTo>
                    <a:pt x="20031" y="29879"/>
                  </a:lnTo>
                  <a:cubicBezTo>
                    <a:pt x="20092" y="29879"/>
                    <a:pt x="20153" y="29879"/>
                    <a:pt x="20183" y="29910"/>
                  </a:cubicBezTo>
                  <a:lnTo>
                    <a:pt x="42889" y="7235"/>
                  </a:lnTo>
                  <a:cubicBezTo>
                    <a:pt x="43102" y="6961"/>
                    <a:pt x="43375" y="6748"/>
                    <a:pt x="43588" y="6505"/>
                  </a:cubicBezTo>
                  <a:lnTo>
                    <a:pt x="43588" y="6323"/>
                  </a:lnTo>
                  <a:lnTo>
                    <a:pt x="20031" y="6323"/>
                  </a:lnTo>
                  <a:cubicBezTo>
                    <a:pt x="20031" y="5745"/>
                    <a:pt x="20001" y="5229"/>
                    <a:pt x="20001" y="4651"/>
                  </a:cubicBezTo>
                  <a:cubicBezTo>
                    <a:pt x="19485" y="5800"/>
                    <a:pt x="18843" y="6388"/>
                    <a:pt x="17545" y="6388"/>
                  </a:cubicBezTo>
                  <a:cubicBezTo>
                    <a:pt x="17159" y="6388"/>
                    <a:pt x="16716" y="6336"/>
                    <a:pt x="16202" y="6232"/>
                  </a:cubicBezTo>
                  <a:cubicBezTo>
                    <a:pt x="15016" y="6019"/>
                    <a:pt x="13952" y="5381"/>
                    <a:pt x="12980" y="4681"/>
                  </a:cubicBezTo>
                  <a:cubicBezTo>
                    <a:pt x="11460" y="3618"/>
                    <a:pt x="10122" y="2280"/>
                    <a:pt x="8907" y="882"/>
                  </a:cubicBezTo>
                  <a:cubicBezTo>
                    <a:pt x="8663" y="608"/>
                    <a:pt x="8451" y="335"/>
                    <a:pt x="8147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8121308" y="4114186"/>
              <a:ext cx="633810" cy="607026"/>
            </a:xfrm>
            <a:custGeom>
              <a:avLst/>
              <a:gdLst/>
              <a:ahLst/>
              <a:cxnLst/>
              <a:rect l="l" t="t" r="r" b="b"/>
              <a:pathLst>
                <a:path w="23588" h="23770" extrusionOk="0">
                  <a:moveTo>
                    <a:pt x="4529" y="3465"/>
                  </a:moveTo>
                  <a:cubicBezTo>
                    <a:pt x="4549" y="3486"/>
                    <a:pt x="4556" y="3492"/>
                    <a:pt x="4558" y="3504"/>
                  </a:cubicBezTo>
                  <a:cubicBezTo>
                    <a:pt x="4536" y="3492"/>
                    <a:pt x="4509" y="3486"/>
                    <a:pt x="4468" y="3465"/>
                  </a:cubicBezTo>
                  <a:close/>
                  <a:moveTo>
                    <a:pt x="22219" y="7326"/>
                  </a:moveTo>
                  <a:cubicBezTo>
                    <a:pt x="22280" y="7326"/>
                    <a:pt x="22280" y="7326"/>
                    <a:pt x="22280" y="7356"/>
                  </a:cubicBezTo>
                  <a:cubicBezTo>
                    <a:pt x="22219" y="7356"/>
                    <a:pt x="22219" y="7417"/>
                    <a:pt x="22189" y="7417"/>
                  </a:cubicBezTo>
                  <a:cubicBezTo>
                    <a:pt x="22159" y="7417"/>
                    <a:pt x="22159" y="7417"/>
                    <a:pt x="22159" y="7356"/>
                  </a:cubicBezTo>
                  <a:cubicBezTo>
                    <a:pt x="22189" y="7326"/>
                    <a:pt x="22189" y="7326"/>
                    <a:pt x="22219" y="7326"/>
                  </a:cubicBezTo>
                  <a:close/>
                  <a:moveTo>
                    <a:pt x="3040" y="18359"/>
                  </a:moveTo>
                  <a:cubicBezTo>
                    <a:pt x="3009" y="18420"/>
                    <a:pt x="2979" y="18450"/>
                    <a:pt x="2918" y="18511"/>
                  </a:cubicBezTo>
                  <a:cubicBezTo>
                    <a:pt x="2888" y="18511"/>
                    <a:pt x="2857" y="18542"/>
                    <a:pt x="2827" y="18572"/>
                  </a:cubicBezTo>
                  <a:cubicBezTo>
                    <a:pt x="2857" y="18542"/>
                    <a:pt x="2857" y="18511"/>
                    <a:pt x="2918" y="18511"/>
                  </a:cubicBezTo>
                  <a:cubicBezTo>
                    <a:pt x="2918" y="18420"/>
                    <a:pt x="2979" y="18390"/>
                    <a:pt x="3040" y="18359"/>
                  </a:cubicBezTo>
                  <a:close/>
                  <a:moveTo>
                    <a:pt x="10821" y="456"/>
                  </a:moveTo>
                  <a:cubicBezTo>
                    <a:pt x="10912" y="578"/>
                    <a:pt x="10942" y="639"/>
                    <a:pt x="11003" y="730"/>
                  </a:cubicBezTo>
                  <a:cubicBezTo>
                    <a:pt x="11246" y="1976"/>
                    <a:pt x="11581" y="3253"/>
                    <a:pt x="11915" y="4529"/>
                  </a:cubicBezTo>
                  <a:lnTo>
                    <a:pt x="12128" y="4529"/>
                  </a:lnTo>
                  <a:cubicBezTo>
                    <a:pt x="12462" y="3162"/>
                    <a:pt x="12766" y="1824"/>
                    <a:pt x="13101" y="487"/>
                  </a:cubicBezTo>
                  <a:lnTo>
                    <a:pt x="13283" y="487"/>
                  </a:lnTo>
                  <a:cubicBezTo>
                    <a:pt x="13344" y="1885"/>
                    <a:pt x="13405" y="3253"/>
                    <a:pt x="13435" y="4621"/>
                  </a:cubicBezTo>
                  <a:cubicBezTo>
                    <a:pt x="13496" y="4621"/>
                    <a:pt x="13557" y="4681"/>
                    <a:pt x="13648" y="4681"/>
                  </a:cubicBezTo>
                  <a:cubicBezTo>
                    <a:pt x="14256" y="3496"/>
                    <a:pt x="14803" y="2280"/>
                    <a:pt x="15411" y="1095"/>
                  </a:cubicBezTo>
                  <a:cubicBezTo>
                    <a:pt x="15471" y="1095"/>
                    <a:pt x="15532" y="1125"/>
                    <a:pt x="15563" y="1125"/>
                  </a:cubicBezTo>
                  <a:cubicBezTo>
                    <a:pt x="15350" y="2402"/>
                    <a:pt x="15167" y="3648"/>
                    <a:pt x="14924" y="4894"/>
                  </a:cubicBezTo>
                  <a:cubicBezTo>
                    <a:pt x="15016" y="4924"/>
                    <a:pt x="15046" y="4985"/>
                    <a:pt x="15107" y="5016"/>
                  </a:cubicBezTo>
                  <a:cubicBezTo>
                    <a:pt x="16019" y="4165"/>
                    <a:pt x="16626" y="3040"/>
                    <a:pt x="17660" y="2250"/>
                  </a:cubicBezTo>
                  <a:lnTo>
                    <a:pt x="17660" y="2250"/>
                  </a:lnTo>
                  <a:cubicBezTo>
                    <a:pt x="17204" y="3374"/>
                    <a:pt x="16748" y="4560"/>
                    <a:pt x="16292" y="5684"/>
                  </a:cubicBezTo>
                  <a:cubicBezTo>
                    <a:pt x="16323" y="5776"/>
                    <a:pt x="16414" y="5806"/>
                    <a:pt x="16444" y="5836"/>
                  </a:cubicBezTo>
                  <a:cubicBezTo>
                    <a:pt x="17478" y="5289"/>
                    <a:pt x="18237" y="4286"/>
                    <a:pt x="19271" y="3678"/>
                  </a:cubicBezTo>
                  <a:cubicBezTo>
                    <a:pt x="19332" y="3678"/>
                    <a:pt x="19453" y="3648"/>
                    <a:pt x="19514" y="3617"/>
                  </a:cubicBezTo>
                  <a:lnTo>
                    <a:pt x="19514" y="3617"/>
                  </a:lnTo>
                  <a:cubicBezTo>
                    <a:pt x="19484" y="3678"/>
                    <a:pt x="19423" y="3769"/>
                    <a:pt x="19362" y="3830"/>
                  </a:cubicBezTo>
                  <a:cubicBezTo>
                    <a:pt x="18724" y="4833"/>
                    <a:pt x="18085" y="5836"/>
                    <a:pt x="17326" y="7052"/>
                  </a:cubicBezTo>
                  <a:cubicBezTo>
                    <a:pt x="18693" y="6596"/>
                    <a:pt x="19636" y="5836"/>
                    <a:pt x="20791" y="5441"/>
                  </a:cubicBezTo>
                  <a:lnTo>
                    <a:pt x="21003" y="5441"/>
                  </a:lnTo>
                  <a:lnTo>
                    <a:pt x="20882" y="5532"/>
                  </a:lnTo>
                  <a:cubicBezTo>
                    <a:pt x="20031" y="6414"/>
                    <a:pt x="19180" y="7295"/>
                    <a:pt x="18298" y="8177"/>
                  </a:cubicBezTo>
                  <a:cubicBezTo>
                    <a:pt x="18298" y="8207"/>
                    <a:pt x="18359" y="8268"/>
                    <a:pt x="18359" y="8329"/>
                  </a:cubicBezTo>
                  <a:cubicBezTo>
                    <a:pt x="19514" y="8025"/>
                    <a:pt x="20700" y="7660"/>
                    <a:pt x="21885" y="7356"/>
                  </a:cubicBezTo>
                  <a:lnTo>
                    <a:pt x="22007" y="7599"/>
                  </a:lnTo>
                  <a:cubicBezTo>
                    <a:pt x="21003" y="8238"/>
                    <a:pt x="20031" y="8845"/>
                    <a:pt x="19028" y="9484"/>
                  </a:cubicBezTo>
                  <a:cubicBezTo>
                    <a:pt x="19499" y="9609"/>
                    <a:pt x="19963" y="9645"/>
                    <a:pt x="20422" y="9645"/>
                  </a:cubicBezTo>
                  <a:cubicBezTo>
                    <a:pt x="21018" y="9645"/>
                    <a:pt x="21607" y="9585"/>
                    <a:pt x="22194" y="9585"/>
                  </a:cubicBezTo>
                  <a:cubicBezTo>
                    <a:pt x="22466" y="9585"/>
                    <a:pt x="22738" y="9598"/>
                    <a:pt x="23010" y="9636"/>
                  </a:cubicBezTo>
                  <a:cubicBezTo>
                    <a:pt x="21763" y="10092"/>
                    <a:pt x="20517" y="10608"/>
                    <a:pt x="19271" y="11064"/>
                  </a:cubicBezTo>
                  <a:lnTo>
                    <a:pt x="19271" y="11247"/>
                  </a:lnTo>
                  <a:cubicBezTo>
                    <a:pt x="20578" y="11460"/>
                    <a:pt x="21885" y="11672"/>
                    <a:pt x="23222" y="11855"/>
                  </a:cubicBezTo>
                  <a:lnTo>
                    <a:pt x="23222" y="12007"/>
                  </a:lnTo>
                  <a:cubicBezTo>
                    <a:pt x="21885" y="12189"/>
                    <a:pt x="20548" y="12371"/>
                    <a:pt x="19058" y="12615"/>
                  </a:cubicBezTo>
                  <a:cubicBezTo>
                    <a:pt x="19332" y="12767"/>
                    <a:pt x="19484" y="12888"/>
                    <a:pt x="19696" y="12949"/>
                  </a:cubicBezTo>
                  <a:lnTo>
                    <a:pt x="22189" y="13861"/>
                  </a:lnTo>
                  <a:cubicBezTo>
                    <a:pt x="22432" y="13952"/>
                    <a:pt x="22675" y="14134"/>
                    <a:pt x="22918" y="14256"/>
                  </a:cubicBezTo>
                  <a:cubicBezTo>
                    <a:pt x="21581" y="14195"/>
                    <a:pt x="20304" y="14165"/>
                    <a:pt x="18967" y="14134"/>
                  </a:cubicBezTo>
                  <a:cubicBezTo>
                    <a:pt x="18937" y="14165"/>
                    <a:pt x="18937" y="14195"/>
                    <a:pt x="18876" y="14256"/>
                  </a:cubicBezTo>
                  <a:lnTo>
                    <a:pt x="20487" y="15259"/>
                  </a:lnTo>
                  <a:cubicBezTo>
                    <a:pt x="21064" y="15654"/>
                    <a:pt x="21581" y="15988"/>
                    <a:pt x="22159" y="16323"/>
                  </a:cubicBezTo>
                  <a:cubicBezTo>
                    <a:pt x="22098" y="16414"/>
                    <a:pt x="22098" y="16444"/>
                    <a:pt x="22067" y="16536"/>
                  </a:cubicBezTo>
                  <a:cubicBezTo>
                    <a:pt x="20851" y="16171"/>
                    <a:pt x="19696" y="15867"/>
                    <a:pt x="18450" y="15533"/>
                  </a:cubicBezTo>
                  <a:lnTo>
                    <a:pt x="18450" y="15533"/>
                  </a:lnTo>
                  <a:cubicBezTo>
                    <a:pt x="19028" y="16657"/>
                    <a:pt x="20092" y="17326"/>
                    <a:pt x="20943" y="18450"/>
                  </a:cubicBezTo>
                  <a:cubicBezTo>
                    <a:pt x="20487" y="18268"/>
                    <a:pt x="20244" y="18238"/>
                    <a:pt x="20061" y="18116"/>
                  </a:cubicBezTo>
                  <a:cubicBezTo>
                    <a:pt x="19423" y="17782"/>
                    <a:pt x="18785" y="17387"/>
                    <a:pt x="18116" y="17083"/>
                  </a:cubicBezTo>
                  <a:cubicBezTo>
                    <a:pt x="17842" y="16931"/>
                    <a:pt x="17599" y="16931"/>
                    <a:pt x="17326" y="16870"/>
                  </a:cubicBezTo>
                  <a:lnTo>
                    <a:pt x="17326" y="16870"/>
                  </a:lnTo>
                  <a:cubicBezTo>
                    <a:pt x="17751" y="17539"/>
                    <a:pt x="18207" y="18238"/>
                    <a:pt x="18602" y="18906"/>
                  </a:cubicBezTo>
                  <a:cubicBezTo>
                    <a:pt x="18815" y="19180"/>
                    <a:pt x="18967" y="19484"/>
                    <a:pt x="19149" y="19788"/>
                  </a:cubicBezTo>
                  <a:lnTo>
                    <a:pt x="19271" y="20031"/>
                  </a:lnTo>
                  <a:cubicBezTo>
                    <a:pt x="19301" y="20092"/>
                    <a:pt x="19301" y="20122"/>
                    <a:pt x="19301" y="20213"/>
                  </a:cubicBezTo>
                  <a:lnTo>
                    <a:pt x="19180" y="20092"/>
                  </a:lnTo>
                  <a:cubicBezTo>
                    <a:pt x="19119" y="20061"/>
                    <a:pt x="19028" y="19970"/>
                    <a:pt x="18967" y="19940"/>
                  </a:cubicBezTo>
                  <a:cubicBezTo>
                    <a:pt x="18085" y="19271"/>
                    <a:pt x="17174" y="18542"/>
                    <a:pt x="16292" y="17843"/>
                  </a:cubicBezTo>
                  <a:cubicBezTo>
                    <a:pt x="16262" y="17843"/>
                    <a:pt x="16171" y="17873"/>
                    <a:pt x="16140" y="17934"/>
                  </a:cubicBezTo>
                  <a:cubicBezTo>
                    <a:pt x="16535" y="18998"/>
                    <a:pt x="16930" y="20092"/>
                    <a:pt x="17356" y="21186"/>
                  </a:cubicBezTo>
                  <a:cubicBezTo>
                    <a:pt x="17447" y="21338"/>
                    <a:pt x="17508" y="21551"/>
                    <a:pt x="17599" y="21703"/>
                  </a:cubicBezTo>
                  <a:cubicBezTo>
                    <a:pt x="17569" y="21733"/>
                    <a:pt x="17508" y="21733"/>
                    <a:pt x="17478" y="21764"/>
                  </a:cubicBezTo>
                  <a:cubicBezTo>
                    <a:pt x="17326" y="21612"/>
                    <a:pt x="17204" y="21429"/>
                    <a:pt x="17052" y="21247"/>
                  </a:cubicBezTo>
                  <a:cubicBezTo>
                    <a:pt x="16535" y="20548"/>
                    <a:pt x="15958" y="19909"/>
                    <a:pt x="15441" y="19210"/>
                  </a:cubicBezTo>
                  <a:cubicBezTo>
                    <a:pt x="15228" y="18998"/>
                    <a:pt x="15016" y="18815"/>
                    <a:pt x="14772" y="18572"/>
                  </a:cubicBezTo>
                  <a:lnTo>
                    <a:pt x="14772" y="18572"/>
                  </a:lnTo>
                  <a:cubicBezTo>
                    <a:pt x="14924" y="19666"/>
                    <a:pt x="15076" y="20730"/>
                    <a:pt x="15228" y="21855"/>
                  </a:cubicBezTo>
                  <a:cubicBezTo>
                    <a:pt x="15289" y="22068"/>
                    <a:pt x="15319" y="22250"/>
                    <a:pt x="15289" y="22524"/>
                  </a:cubicBezTo>
                  <a:cubicBezTo>
                    <a:pt x="14590" y="21429"/>
                    <a:pt x="14104" y="20244"/>
                    <a:pt x="13374" y="18906"/>
                  </a:cubicBezTo>
                  <a:cubicBezTo>
                    <a:pt x="13070" y="20396"/>
                    <a:pt x="13192" y="21733"/>
                    <a:pt x="13040" y="23010"/>
                  </a:cubicBezTo>
                  <a:cubicBezTo>
                    <a:pt x="12462" y="21794"/>
                    <a:pt x="12341" y="20487"/>
                    <a:pt x="11854" y="19028"/>
                  </a:cubicBezTo>
                  <a:cubicBezTo>
                    <a:pt x="11338" y="20396"/>
                    <a:pt x="11186" y="21733"/>
                    <a:pt x="10760" y="22949"/>
                  </a:cubicBezTo>
                  <a:lnTo>
                    <a:pt x="10578" y="22949"/>
                  </a:lnTo>
                  <a:cubicBezTo>
                    <a:pt x="10517" y="22311"/>
                    <a:pt x="10487" y="21642"/>
                    <a:pt x="10487" y="21004"/>
                  </a:cubicBezTo>
                  <a:lnTo>
                    <a:pt x="10487" y="19058"/>
                  </a:lnTo>
                  <a:cubicBezTo>
                    <a:pt x="10365" y="19058"/>
                    <a:pt x="10304" y="19028"/>
                    <a:pt x="10213" y="19028"/>
                  </a:cubicBezTo>
                  <a:cubicBezTo>
                    <a:pt x="9666" y="20183"/>
                    <a:pt x="9119" y="21308"/>
                    <a:pt x="8541" y="22463"/>
                  </a:cubicBezTo>
                  <a:cubicBezTo>
                    <a:pt x="8389" y="21125"/>
                    <a:pt x="8906" y="19909"/>
                    <a:pt x="8936" y="18420"/>
                  </a:cubicBezTo>
                  <a:lnTo>
                    <a:pt x="8936" y="18420"/>
                  </a:lnTo>
                  <a:cubicBezTo>
                    <a:pt x="8025" y="19575"/>
                    <a:pt x="7234" y="20548"/>
                    <a:pt x="6474" y="21490"/>
                  </a:cubicBezTo>
                  <a:cubicBezTo>
                    <a:pt x="6414" y="21460"/>
                    <a:pt x="6353" y="21429"/>
                    <a:pt x="6262" y="21399"/>
                  </a:cubicBezTo>
                  <a:cubicBezTo>
                    <a:pt x="6687" y="20213"/>
                    <a:pt x="7234" y="19119"/>
                    <a:pt x="7477" y="17812"/>
                  </a:cubicBezTo>
                  <a:lnTo>
                    <a:pt x="7477" y="17812"/>
                  </a:lnTo>
                  <a:cubicBezTo>
                    <a:pt x="6809" y="18420"/>
                    <a:pt x="6079" y="19028"/>
                    <a:pt x="5350" y="19606"/>
                  </a:cubicBezTo>
                  <a:cubicBezTo>
                    <a:pt x="5168" y="19733"/>
                    <a:pt x="4975" y="19838"/>
                    <a:pt x="4785" y="19948"/>
                  </a:cubicBezTo>
                  <a:lnTo>
                    <a:pt x="4785" y="19948"/>
                  </a:lnTo>
                  <a:cubicBezTo>
                    <a:pt x="5241" y="19189"/>
                    <a:pt x="5723" y="18451"/>
                    <a:pt x="6231" y="17660"/>
                  </a:cubicBezTo>
                  <a:cubicBezTo>
                    <a:pt x="6383" y="17387"/>
                    <a:pt x="6535" y="17143"/>
                    <a:pt x="6809" y="16718"/>
                  </a:cubicBezTo>
                  <a:lnTo>
                    <a:pt x="6809" y="16718"/>
                  </a:lnTo>
                  <a:cubicBezTo>
                    <a:pt x="5502" y="17143"/>
                    <a:pt x="4620" y="17934"/>
                    <a:pt x="3526" y="18238"/>
                  </a:cubicBezTo>
                  <a:cubicBezTo>
                    <a:pt x="3496" y="18207"/>
                    <a:pt x="3404" y="18116"/>
                    <a:pt x="3374" y="18055"/>
                  </a:cubicBezTo>
                  <a:cubicBezTo>
                    <a:pt x="4134" y="17235"/>
                    <a:pt x="4924" y="16475"/>
                    <a:pt x="5684" y="15715"/>
                  </a:cubicBezTo>
                  <a:cubicBezTo>
                    <a:pt x="5654" y="15654"/>
                    <a:pt x="5654" y="15624"/>
                    <a:pt x="5623" y="15533"/>
                  </a:cubicBezTo>
                  <a:cubicBezTo>
                    <a:pt x="4377" y="15715"/>
                    <a:pt x="3192" y="16232"/>
                    <a:pt x="1976" y="16475"/>
                  </a:cubicBezTo>
                  <a:cubicBezTo>
                    <a:pt x="1976" y="16414"/>
                    <a:pt x="1945" y="16384"/>
                    <a:pt x="1885" y="16292"/>
                  </a:cubicBezTo>
                  <a:cubicBezTo>
                    <a:pt x="2948" y="15563"/>
                    <a:pt x="4073" y="14894"/>
                    <a:pt x="5167" y="14195"/>
                  </a:cubicBezTo>
                  <a:cubicBezTo>
                    <a:pt x="5167" y="14134"/>
                    <a:pt x="5137" y="14104"/>
                    <a:pt x="5137" y="14013"/>
                  </a:cubicBezTo>
                  <a:cubicBezTo>
                    <a:pt x="4438" y="14043"/>
                    <a:pt x="3708" y="14134"/>
                    <a:pt x="3040" y="14165"/>
                  </a:cubicBezTo>
                  <a:cubicBezTo>
                    <a:pt x="2615" y="14183"/>
                    <a:pt x="2190" y="14213"/>
                    <a:pt x="1758" y="14213"/>
                  </a:cubicBezTo>
                  <a:cubicBezTo>
                    <a:pt x="1480" y="14213"/>
                    <a:pt x="1198" y="14201"/>
                    <a:pt x="912" y="14165"/>
                  </a:cubicBezTo>
                  <a:cubicBezTo>
                    <a:pt x="2189" y="13709"/>
                    <a:pt x="3526" y="13222"/>
                    <a:pt x="4833" y="12736"/>
                  </a:cubicBezTo>
                  <a:cubicBezTo>
                    <a:pt x="4772" y="12645"/>
                    <a:pt x="4772" y="12615"/>
                    <a:pt x="4772" y="12523"/>
                  </a:cubicBezTo>
                  <a:cubicBezTo>
                    <a:pt x="3465" y="12311"/>
                    <a:pt x="2158" y="12128"/>
                    <a:pt x="821" y="11915"/>
                  </a:cubicBezTo>
                  <a:lnTo>
                    <a:pt x="821" y="11763"/>
                  </a:lnTo>
                  <a:cubicBezTo>
                    <a:pt x="2158" y="11581"/>
                    <a:pt x="3465" y="11399"/>
                    <a:pt x="4742" y="11216"/>
                  </a:cubicBezTo>
                  <a:cubicBezTo>
                    <a:pt x="4742" y="11125"/>
                    <a:pt x="4772" y="11095"/>
                    <a:pt x="4772" y="11004"/>
                  </a:cubicBezTo>
                  <a:cubicBezTo>
                    <a:pt x="3526" y="10517"/>
                    <a:pt x="2310" y="10061"/>
                    <a:pt x="1064" y="9605"/>
                  </a:cubicBezTo>
                  <a:cubicBezTo>
                    <a:pt x="1064" y="9545"/>
                    <a:pt x="1094" y="9484"/>
                    <a:pt x="1094" y="9423"/>
                  </a:cubicBezTo>
                  <a:cubicBezTo>
                    <a:pt x="1702" y="9453"/>
                    <a:pt x="2341" y="9545"/>
                    <a:pt x="3009" y="9575"/>
                  </a:cubicBezTo>
                  <a:cubicBezTo>
                    <a:pt x="3328" y="9590"/>
                    <a:pt x="3648" y="9598"/>
                    <a:pt x="3974" y="9598"/>
                  </a:cubicBezTo>
                  <a:cubicBezTo>
                    <a:pt x="4301" y="9598"/>
                    <a:pt x="4635" y="9590"/>
                    <a:pt x="4985" y="9575"/>
                  </a:cubicBezTo>
                  <a:cubicBezTo>
                    <a:pt x="3982" y="8663"/>
                    <a:pt x="2766" y="8086"/>
                    <a:pt x="1793" y="7174"/>
                  </a:cubicBezTo>
                  <a:lnTo>
                    <a:pt x="1793" y="7174"/>
                  </a:lnTo>
                  <a:cubicBezTo>
                    <a:pt x="3070" y="7569"/>
                    <a:pt x="4377" y="7903"/>
                    <a:pt x="5654" y="8268"/>
                  </a:cubicBezTo>
                  <a:cubicBezTo>
                    <a:pt x="5684" y="8238"/>
                    <a:pt x="5745" y="8177"/>
                    <a:pt x="5775" y="8116"/>
                  </a:cubicBezTo>
                  <a:cubicBezTo>
                    <a:pt x="4863" y="7265"/>
                    <a:pt x="3982" y="6353"/>
                    <a:pt x="3070" y="5472"/>
                  </a:cubicBezTo>
                  <a:cubicBezTo>
                    <a:pt x="3100" y="5441"/>
                    <a:pt x="3161" y="5350"/>
                    <a:pt x="3192" y="5320"/>
                  </a:cubicBezTo>
                  <a:cubicBezTo>
                    <a:pt x="4255" y="5836"/>
                    <a:pt x="5350" y="6383"/>
                    <a:pt x="6414" y="6900"/>
                  </a:cubicBezTo>
                  <a:cubicBezTo>
                    <a:pt x="6444" y="6870"/>
                    <a:pt x="6505" y="6809"/>
                    <a:pt x="6535" y="6748"/>
                  </a:cubicBezTo>
                  <a:cubicBezTo>
                    <a:pt x="5897" y="5776"/>
                    <a:pt x="5289" y="4833"/>
                    <a:pt x="4681" y="3830"/>
                  </a:cubicBezTo>
                  <a:cubicBezTo>
                    <a:pt x="4624" y="3716"/>
                    <a:pt x="4620" y="3656"/>
                    <a:pt x="4595" y="3548"/>
                  </a:cubicBezTo>
                  <a:lnTo>
                    <a:pt x="4595" y="3548"/>
                  </a:lnTo>
                  <a:cubicBezTo>
                    <a:pt x="4652" y="3588"/>
                    <a:pt x="4722" y="3653"/>
                    <a:pt x="4772" y="3678"/>
                  </a:cubicBezTo>
                  <a:cubicBezTo>
                    <a:pt x="5441" y="4256"/>
                    <a:pt x="6110" y="4772"/>
                    <a:pt x="6809" y="5320"/>
                  </a:cubicBezTo>
                  <a:cubicBezTo>
                    <a:pt x="7052" y="5502"/>
                    <a:pt x="7295" y="5654"/>
                    <a:pt x="7569" y="5836"/>
                  </a:cubicBezTo>
                  <a:lnTo>
                    <a:pt x="7660" y="5745"/>
                  </a:lnTo>
                  <a:cubicBezTo>
                    <a:pt x="7325" y="4742"/>
                    <a:pt x="6961" y="3800"/>
                    <a:pt x="6596" y="2797"/>
                  </a:cubicBezTo>
                  <a:cubicBezTo>
                    <a:pt x="6505" y="2462"/>
                    <a:pt x="6383" y="2158"/>
                    <a:pt x="6262" y="1824"/>
                  </a:cubicBezTo>
                  <a:lnTo>
                    <a:pt x="6231" y="1794"/>
                  </a:lnTo>
                  <a:lnTo>
                    <a:pt x="6262" y="1794"/>
                  </a:lnTo>
                  <a:cubicBezTo>
                    <a:pt x="6444" y="2037"/>
                    <a:pt x="6657" y="2280"/>
                    <a:pt x="6839" y="2554"/>
                  </a:cubicBezTo>
                  <a:cubicBezTo>
                    <a:pt x="7508" y="3374"/>
                    <a:pt x="8237" y="4256"/>
                    <a:pt x="8936" y="5076"/>
                  </a:cubicBezTo>
                  <a:cubicBezTo>
                    <a:pt x="9028" y="3830"/>
                    <a:pt x="8632" y="2645"/>
                    <a:pt x="8541" y="1277"/>
                  </a:cubicBezTo>
                  <a:lnTo>
                    <a:pt x="8541" y="1277"/>
                  </a:lnTo>
                  <a:cubicBezTo>
                    <a:pt x="9149" y="1794"/>
                    <a:pt x="9271" y="2462"/>
                    <a:pt x="9575" y="3010"/>
                  </a:cubicBezTo>
                  <a:cubicBezTo>
                    <a:pt x="9879" y="3526"/>
                    <a:pt x="10152" y="4104"/>
                    <a:pt x="10395" y="4681"/>
                  </a:cubicBezTo>
                  <a:cubicBezTo>
                    <a:pt x="10456" y="4681"/>
                    <a:pt x="10517" y="4621"/>
                    <a:pt x="10608" y="4621"/>
                  </a:cubicBezTo>
                  <a:cubicBezTo>
                    <a:pt x="10639" y="4013"/>
                    <a:pt x="10669" y="3374"/>
                    <a:pt x="10669" y="2736"/>
                  </a:cubicBezTo>
                  <a:cubicBezTo>
                    <a:pt x="10699" y="2098"/>
                    <a:pt x="10699" y="1399"/>
                    <a:pt x="10699" y="760"/>
                  </a:cubicBezTo>
                  <a:cubicBezTo>
                    <a:pt x="10760" y="639"/>
                    <a:pt x="10791" y="578"/>
                    <a:pt x="10821" y="456"/>
                  </a:cubicBezTo>
                  <a:close/>
                  <a:moveTo>
                    <a:pt x="30" y="0"/>
                  </a:moveTo>
                  <a:lnTo>
                    <a:pt x="0" y="61"/>
                  </a:lnTo>
                  <a:lnTo>
                    <a:pt x="0" y="152"/>
                  </a:lnTo>
                  <a:cubicBezTo>
                    <a:pt x="30" y="4408"/>
                    <a:pt x="30" y="8694"/>
                    <a:pt x="30" y="12949"/>
                  </a:cubicBezTo>
                  <a:lnTo>
                    <a:pt x="30" y="23770"/>
                  </a:lnTo>
                  <a:lnTo>
                    <a:pt x="23587" y="23770"/>
                  </a:lnTo>
                  <a:lnTo>
                    <a:pt x="23587" y="31"/>
                  </a:lnTo>
                  <a:cubicBezTo>
                    <a:pt x="19727" y="31"/>
                    <a:pt x="15897" y="31"/>
                    <a:pt x="12006" y="0"/>
                  </a:cubicBezTo>
                  <a:cubicBezTo>
                    <a:pt x="10061" y="0"/>
                    <a:pt x="8085" y="31"/>
                    <a:pt x="6170" y="31"/>
                  </a:cubicBezTo>
                  <a:lnTo>
                    <a:pt x="182" y="31"/>
                  </a:lnTo>
                  <a:cubicBezTo>
                    <a:pt x="152" y="31"/>
                    <a:pt x="91" y="0"/>
                    <a:pt x="30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6842213" y="4114952"/>
              <a:ext cx="641978" cy="607818"/>
            </a:xfrm>
            <a:custGeom>
              <a:avLst/>
              <a:gdLst/>
              <a:ahLst/>
              <a:cxnLst/>
              <a:rect l="l" t="t" r="r" b="b"/>
              <a:pathLst>
                <a:path w="23892" h="23801" extrusionOk="0">
                  <a:moveTo>
                    <a:pt x="12007" y="1"/>
                  </a:moveTo>
                  <a:cubicBezTo>
                    <a:pt x="11429" y="609"/>
                    <a:pt x="10852" y="1217"/>
                    <a:pt x="10305" y="1794"/>
                  </a:cubicBezTo>
                  <a:cubicBezTo>
                    <a:pt x="7174" y="4864"/>
                    <a:pt x="4073" y="7995"/>
                    <a:pt x="943" y="11095"/>
                  </a:cubicBezTo>
                  <a:cubicBezTo>
                    <a:pt x="669" y="11338"/>
                    <a:pt x="426" y="11521"/>
                    <a:pt x="152" y="11733"/>
                  </a:cubicBezTo>
                  <a:cubicBezTo>
                    <a:pt x="122" y="11794"/>
                    <a:pt x="31" y="11825"/>
                    <a:pt x="0" y="11825"/>
                  </a:cubicBezTo>
                  <a:lnTo>
                    <a:pt x="0" y="11977"/>
                  </a:lnTo>
                  <a:cubicBezTo>
                    <a:pt x="31" y="12007"/>
                    <a:pt x="122" y="12037"/>
                    <a:pt x="213" y="12159"/>
                  </a:cubicBezTo>
                  <a:cubicBezTo>
                    <a:pt x="456" y="12341"/>
                    <a:pt x="730" y="12554"/>
                    <a:pt x="943" y="12767"/>
                  </a:cubicBezTo>
                  <a:cubicBezTo>
                    <a:pt x="4377" y="16202"/>
                    <a:pt x="7812" y="19606"/>
                    <a:pt x="11247" y="23071"/>
                  </a:cubicBezTo>
                  <a:cubicBezTo>
                    <a:pt x="11460" y="23284"/>
                    <a:pt x="11612" y="23557"/>
                    <a:pt x="11824" y="23801"/>
                  </a:cubicBezTo>
                  <a:lnTo>
                    <a:pt x="12189" y="23801"/>
                  </a:lnTo>
                  <a:cubicBezTo>
                    <a:pt x="12341" y="23679"/>
                    <a:pt x="12463" y="23527"/>
                    <a:pt x="12584" y="23375"/>
                  </a:cubicBezTo>
                  <a:lnTo>
                    <a:pt x="23314" y="12615"/>
                  </a:lnTo>
                  <a:cubicBezTo>
                    <a:pt x="23466" y="12463"/>
                    <a:pt x="23679" y="12341"/>
                    <a:pt x="23800" y="12189"/>
                  </a:cubicBezTo>
                  <a:cubicBezTo>
                    <a:pt x="23800" y="12037"/>
                    <a:pt x="23861" y="11946"/>
                    <a:pt x="23891" y="11825"/>
                  </a:cubicBezTo>
                  <a:cubicBezTo>
                    <a:pt x="23679" y="11642"/>
                    <a:pt x="23435" y="11430"/>
                    <a:pt x="23253" y="11247"/>
                  </a:cubicBezTo>
                  <a:lnTo>
                    <a:pt x="12645" y="639"/>
                  </a:lnTo>
                  <a:cubicBezTo>
                    <a:pt x="12463" y="457"/>
                    <a:pt x="12311" y="244"/>
                    <a:pt x="12128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8121308" y="1083464"/>
              <a:ext cx="633810" cy="610704"/>
            </a:xfrm>
            <a:custGeom>
              <a:avLst/>
              <a:gdLst/>
              <a:ahLst/>
              <a:cxnLst/>
              <a:rect l="l" t="t" r="r" b="b"/>
              <a:pathLst>
                <a:path w="23588" h="23914" extrusionOk="0">
                  <a:moveTo>
                    <a:pt x="11900" y="0"/>
                  </a:moveTo>
                  <a:cubicBezTo>
                    <a:pt x="11870" y="0"/>
                    <a:pt x="11839" y="8"/>
                    <a:pt x="11824" y="23"/>
                  </a:cubicBezTo>
                  <a:cubicBezTo>
                    <a:pt x="11368" y="479"/>
                    <a:pt x="10912" y="965"/>
                    <a:pt x="10365" y="1452"/>
                  </a:cubicBezTo>
                  <a:cubicBezTo>
                    <a:pt x="7173" y="4643"/>
                    <a:pt x="3982" y="7896"/>
                    <a:pt x="760" y="11087"/>
                  </a:cubicBezTo>
                  <a:cubicBezTo>
                    <a:pt x="517" y="11300"/>
                    <a:pt x="274" y="11543"/>
                    <a:pt x="0" y="11756"/>
                  </a:cubicBezTo>
                  <a:lnTo>
                    <a:pt x="0" y="12060"/>
                  </a:lnTo>
                  <a:cubicBezTo>
                    <a:pt x="213" y="12242"/>
                    <a:pt x="456" y="12455"/>
                    <a:pt x="638" y="12637"/>
                  </a:cubicBezTo>
                  <a:cubicBezTo>
                    <a:pt x="4134" y="16102"/>
                    <a:pt x="7599" y="19598"/>
                    <a:pt x="11064" y="23063"/>
                  </a:cubicBezTo>
                  <a:cubicBezTo>
                    <a:pt x="11277" y="23245"/>
                    <a:pt x="11429" y="23549"/>
                    <a:pt x="11611" y="23762"/>
                  </a:cubicBezTo>
                  <a:cubicBezTo>
                    <a:pt x="11672" y="23823"/>
                    <a:pt x="11702" y="23884"/>
                    <a:pt x="11702" y="23914"/>
                  </a:cubicBezTo>
                  <a:lnTo>
                    <a:pt x="11976" y="23914"/>
                  </a:lnTo>
                  <a:cubicBezTo>
                    <a:pt x="11976" y="23853"/>
                    <a:pt x="12006" y="23823"/>
                    <a:pt x="12037" y="23762"/>
                  </a:cubicBezTo>
                  <a:cubicBezTo>
                    <a:pt x="12189" y="23580"/>
                    <a:pt x="12310" y="23397"/>
                    <a:pt x="12493" y="23215"/>
                  </a:cubicBezTo>
                  <a:lnTo>
                    <a:pt x="23374" y="12333"/>
                  </a:lnTo>
                  <a:cubicBezTo>
                    <a:pt x="23435" y="12242"/>
                    <a:pt x="23526" y="12212"/>
                    <a:pt x="23587" y="12181"/>
                  </a:cubicBezTo>
                  <a:lnTo>
                    <a:pt x="23587" y="11817"/>
                  </a:lnTo>
                  <a:cubicBezTo>
                    <a:pt x="21307" y="9476"/>
                    <a:pt x="19028" y="7196"/>
                    <a:pt x="16748" y="4917"/>
                  </a:cubicBezTo>
                  <a:lnTo>
                    <a:pt x="12645" y="813"/>
                  </a:lnTo>
                  <a:lnTo>
                    <a:pt x="11976" y="23"/>
                  </a:lnTo>
                  <a:cubicBezTo>
                    <a:pt x="11961" y="8"/>
                    <a:pt x="11930" y="0"/>
                    <a:pt x="11900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7489097" y="4118068"/>
              <a:ext cx="633003" cy="603145"/>
            </a:xfrm>
            <a:custGeom>
              <a:avLst/>
              <a:gdLst/>
              <a:ahLst/>
              <a:cxnLst/>
              <a:rect l="l" t="t" r="r" b="b"/>
              <a:pathLst>
                <a:path w="23558" h="23618" extrusionOk="0">
                  <a:moveTo>
                    <a:pt x="23527" y="0"/>
                  </a:moveTo>
                  <a:cubicBezTo>
                    <a:pt x="23345" y="183"/>
                    <a:pt x="23101" y="365"/>
                    <a:pt x="22919" y="547"/>
                  </a:cubicBezTo>
                  <a:cubicBezTo>
                    <a:pt x="15472" y="7964"/>
                    <a:pt x="8056" y="15411"/>
                    <a:pt x="669" y="22827"/>
                  </a:cubicBezTo>
                  <a:cubicBezTo>
                    <a:pt x="426" y="23101"/>
                    <a:pt x="244" y="23375"/>
                    <a:pt x="1" y="23618"/>
                  </a:cubicBezTo>
                  <a:lnTo>
                    <a:pt x="23557" y="23618"/>
                  </a:lnTo>
                  <a:lnTo>
                    <a:pt x="23557" y="12797"/>
                  </a:lnTo>
                  <a:cubicBezTo>
                    <a:pt x="23557" y="8542"/>
                    <a:pt x="23527" y="4256"/>
                    <a:pt x="23527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8126199" y="2306508"/>
              <a:ext cx="627280" cy="596939"/>
            </a:xfrm>
            <a:custGeom>
              <a:avLst/>
              <a:gdLst/>
              <a:ahLst/>
              <a:cxnLst/>
              <a:rect l="l" t="t" r="r" b="b"/>
              <a:pathLst>
                <a:path w="23345" h="23375" extrusionOk="0">
                  <a:moveTo>
                    <a:pt x="6961" y="0"/>
                  </a:moveTo>
                  <a:cubicBezTo>
                    <a:pt x="6900" y="0"/>
                    <a:pt x="6839" y="30"/>
                    <a:pt x="6779" y="91"/>
                  </a:cubicBezTo>
                  <a:cubicBezTo>
                    <a:pt x="6809" y="2310"/>
                    <a:pt x="6900" y="4559"/>
                    <a:pt x="6931" y="6869"/>
                  </a:cubicBezTo>
                  <a:cubicBezTo>
                    <a:pt x="4529" y="6809"/>
                    <a:pt x="2280" y="6778"/>
                    <a:pt x="61" y="6687"/>
                  </a:cubicBezTo>
                  <a:cubicBezTo>
                    <a:pt x="61" y="6778"/>
                    <a:pt x="0" y="6809"/>
                    <a:pt x="0" y="6869"/>
                  </a:cubicBezTo>
                  <a:cubicBezTo>
                    <a:pt x="1672" y="8450"/>
                    <a:pt x="3314" y="10000"/>
                    <a:pt x="5016" y="11581"/>
                  </a:cubicBezTo>
                  <a:cubicBezTo>
                    <a:pt x="4408" y="12158"/>
                    <a:pt x="3861" y="12645"/>
                    <a:pt x="3314" y="13192"/>
                  </a:cubicBezTo>
                  <a:cubicBezTo>
                    <a:pt x="2736" y="13708"/>
                    <a:pt x="2189" y="14256"/>
                    <a:pt x="1611" y="14833"/>
                  </a:cubicBezTo>
                  <a:cubicBezTo>
                    <a:pt x="1125" y="15319"/>
                    <a:pt x="456" y="15684"/>
                    <a:pt x="92" y="16444"/>
                  </a:cubicBezTo>
                  <a:cubicBezTo>
                    <a:pt x="309" y="16450"/>
                    <a:pt x="527" y="16452"/>
                    <a:pt x="743" y="16452"/>
                  </a:cubicBezTo>
                  <a:cubicBezTo>
                    <a:pt x="2377" y="16452"/>
                    <a:pt x="3972" y="16310"/>
                    <a:pt x="5583" y="16310"/>
                  </a:cubicBezTo>
                  <a:cubicBezTo>
                    <a:pt x="6051" y="16310"/>
                    <a:pt x="6520" y="16322"/>
                    <a:pt x="6991" y="16353"/>
                  </a:cubicBezTo>
                  <a:cubicBezTo>
                    <a:pt x="6931" y="18724"/>
                    <a:pt x="6839" y="21003"/>
                    <a:pt x="6779" y="23344"/>
                  </a:cubicBezTo>
                  <a:lnTo>
                    <a:pt x="6900" y="23313"/>
                  </a:lnTo>
                  <a:cubicBezTo>
                    <a:pt x="7812" y="22341"/>
                    <a:pt x="8724" y="21307"/>
                    <a:pt x="9636" y="20335"/>
                  </a:cubicBezTo>
                  <a:cubicBezTo>
                    <a:pt x="10274" y="19636"/>
                    <a:pt x="10912" y="18967"/>
                    <a:pt x="11642" y="18207"/>
                  </a:cubicBezTo>
                  <a:cubicBezTo>
                    <a:pt x="13223" y="20000"/>
                    <a:pt x="14803" y="21642"/>
                    <a:pt x="16353" y="23374"/>
                  </a:cubicBezTo>
                  <a:lnTo>
                    <a:pt x="16475" y="23374"/>
                  </a:lnTo>
                  <a:cubicBezTo>
                    <a:pt x="16475" y="21946"/>
                    <a:pt x="16414" y="20517"/>
                    <a:pt x="16384" y="19119"/>
                  </a:cubicBezTo>
                  <a:lnTo>
                    <a:pt x="16384" y="16383"/>
                  </a:lnTo>
                  <a:cubicBezTo>
                    <a:pt x="16745" y="16369"/>
                    <a:pt x="17106" y="16363"/>
                    <a:pt x="17467" y="16363"/>
                  </a:cubicBezTo>
                  <a:cubicBezTo>
                    <a:pt x="19417" y="16363"/>
                    <a:pt x="21370" y="16540"/>
                    <a:pt x="23344" y="16566"/>
                  </a:cubicBezTo>
                  <a:lnTo>
                    <a:pt x="23344" y="16383"/>
                  </a:lnTo>
                  <a:cubicBezTo>
                    <a:pt x="21673" y="14833"/>
                    <a:pt x="20001" y="13313"/>
                    <a:pt x="18238" y="11672"/>
                  </a:cubicBezTo>
                  <a:cubicBezTo>
                    <a:pt x="19089" y="10791"/>
                    <a:pt x="19940" y="10031"/>
                    <a:pt x="20791" y="9240"/>
                  </a:cubicBezTo>
                  <a:cubicBezTo>
                    <a:pt x="21642" y="8450"/>
                    <a:pt x="22493" y="7690"/>
                    <a:pt x="23344" y="6869"/>
                  </a:cubicBezTo>
                  <a:lnTo>
                    <a:pt x="23344" y="6687"/>
                  </a:lnTo>
                  <a:cubicBezTo>
                    <a:pt x="21528" y="6807"/>
                    <a:pt x="19693" y="6889"/>
                    <a:pt x="17839" y="6889"/>
                  </a:cubicBezTo>
                  <a:cubicBezTo>
                    <a:pt x="17335" y="6889"/>
                    <a:pt x="16830" y="6882"/>
                    <a:pt x="16323" y="6869"/>
                  </a:cubicBezTo>
                  <a:cubicBezTo>
                    <a:pt x="16384" y="4559"/>
                    <a:pt x="16475" y="2310"/>
                    <a:pt x="16536" y="122"/>
                  </a:cubicBezTo>
                  <a:lnTo>
                    <a:pt x="16323" y="0"/>
                  </a:lnTo>
                  <a:cubicBezTo>
                    <a:pt x="14803" y="1641"/>
                    <a:pt x="13223" y="3283"/>
                    <a:pt x="11642" y="4985"/>
                  </a:cubicBezTo>
                  <a:cubicBezTo>
                    <a:pt x="10031" y="3283"/>
                    <a:pt x="8511" y="1641"/>
                    <a:pt x="6961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7480122" y="4114186"/>
              <a:ext cx="641172" cy="607026"/>
            </a:xfrm>
            <a:custGeom>
              <a:avLst/>
              <a:gdLst/>
              <a:ahLst/>
              <a:cxnLst/>
              <a:rect l="l" t="t" r="r" b="b"/>
              <a:pathLst>
                <a:path w="23862" h="23770" extrusionOk="0">
                  <a:moveTo>
                    <a:pt x="13648" y="0"/>
                  </a:moveTo>
                  <a:cubicBezTo>
                    <a:pt x="13040" y="31"/>
                    <a:pt x="12463" y="61"/>
                    <a:pt x="11855" y="122"/>
                  </a:cubicBezTo>
                  <a:cubicBezTo>
                    <a:pt x="11672" y="335"/>
                    <a:pt x="11490" y="578"/>
                    <a:pt x="11277" y="760"/>
                  </a:cubicBezTo>
                  <a:cubicBezTo>
                    <a:pt x="7782" y="4225"/>
                    <a:pt x="4347" y="7721"/>
                    <a:pt x="821" y="11156"/>
                  </a:cubicBezTo>
                  <a:cubicBezTo>
                    <a:pt x="608" y="11399"/>
                    <a:pt x="304" y="11581"/>
                    <a:pt x="31" y="11763"/>
                  </a:cubicBezTo>
                  <a:lnTo>
                    <a:pt x="61" y="11763"/>
                  </a:lnTo>
                  <a:cubicBezTo>
                    <a:pt x="61" y="11915"/>
                    <a:pt x="31" y="12037"/>
                    <a:pt x="0" y="12159"/>
                  </a:cubicBezTo>
                  <a:cubicBezTo>
                    <a:pt x="31" y="12584"/>
                    <a:pt x="152" y="12949"/>
                    <a:pt x="152" y="13374"/>
                  </a:cubicBezTo>
                  <a:lnTo>
                    <a:pt x="152" y="23770"/>
                  </a:lnTo>
                  <a:lnTo>
                    <a:pt x="335" y="23770"/>
                  </a:lnTo>
                  <a:cubicBezTo>
                    <a:pt x="578" y="23527"/>
                    <a:pt x="760" y="23223"/>
                    <a:pt x="973" y="22979"/>
                  </a:cubicBezTo>
                  <a:lnTo>
                    <a:pt x="23253" y="730"/>
                  </a:lnTo>
                  <a:cubicBezTo>
                    <a:pt x="23435" y="517"/>
                    <a:pt x="23679" y="335"/>
                    <a:pt x="23861" y="152"/>
                  </a:cubicBezTo>
                  <a:lnTo>
                    <a:pt x="23861" y="61"/>
                  </a:lnTo>
                  <a:cubicBezTo>
                    <a:pt x="20821" y="61"/>
                    <a:pt x="17812" y="31"/>
                    <a:pt x="14773" y="31"/>
                  </a:cubicBezTo>
                  <a:cubicBezTo>
                    <a:pt x="14408" y="31"/>
                    <a:pt x="14013" y="0"/>
                    <a:pt x="13648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8126199" y="3513440"/>
              <a:ext cx="628919" cy="602379"/>
            </a:xfrm>
            <a:custGeom>
              <a:avLst/>
              <a:gdLst/>
              <a:ahLst/>
              <a:cxnLst/>
              <a:rect l="l" t="t" r="r" b="b"/>
              <a:pathLst>
                <a:path w="23406" h="23588" extrusionOk="0">
                  <a:moveTo>
                    <a:pt x="23405" y="0"/>
                  </a:moveTo>
                  <a:lnTo>
                    <a:pt x="22706" y="730"/>
                  </a:lnTo>
                  <a:lnTo>
                    <a:pt x="0" y="23405"/>
                  </a:lnTo>
                  <a:lnTo>
                    <a:pt x="0" y="23587"/>
                  </a:lnTo>
                  <a:lnTo>
                    <a:pt x="5988" y="23587"/>
                  </a:lnTo>
                  <a:cubicBezTo>
                    <a:pt x="7903" y="23587"/>
                    <a:pt x="9879" y="23557"/>
                    <a:pt x="11824" y="23557"/>
                  </a:cubicBezTo>
                  <a:cubicBezTo>
                    <a:pt x="12007" y="23344"/>
                    <a:pt x="12159" y="23101"/>
                    <a:pt x="12402" y="22888"/>
                  </a:cubicBezTo>
                  <a:lnTo>
                    <a:pt x="22767" y="12493"/>
                  </a:lnTo>
                  <a:cubicBezTo>
                    <a:pt x="22949" y="12310"/>
                    <a:pt x="23192" y="12158"/>
                    <a:pt x="23405" y="11976"/>
                  </a:cubicBezTo>
                  <a:lnTo>
                    <a:pt x="23405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8120481" y="-24322"/>
              <a:ext cx="634643" cy="763808"/>
            </a:xfrm>
            <a:custGeom>
              <a:avLst/>
              <a:gdLst/>
              <a:ahLst/>
              <a:cxnLst/>
              <a:rect l="l" t="t" r="r" b="b"/>
              <a:pathLst>
                <a:path w="23619" h="31005" extrusionOk="0">
                  <a:moveTo>
                    <a:pt x="23588" y="1"/>
                  </a:moveTo>
                  <a:cubicBezTo>
                    <a:pt x="23527" y="518"/>
                    <a:pt x="23436" y="1004"/>
                    <a:pt x="23314" y="1490"/>
                  </a:cubicBezTo>
                  <a:cubicBezTo>
                    <a:pt x="22828" y="3922"/>
                    <a:pt x="22068" y="6202"/>
                    <a:pt x="20852" y="8421"/>
                  </a:cubicBezTo>
                  <a:cubicBezTo>
                    <a:pt x="19363" y="11156"/>
                    <a:pt x="17387" y="13436"/>
                    <a:pt x="15016" y="15411"/>
                  </a:cubicBezTo>
                  <a:cubicBezTo>
                    <a:pt x="10706" y="18938"/>
                    <a:pt x="5768" y="20731"/>
                    <a:pt x="202" y="20731"/>
                  </a:cubicBezTo>
                  <a:cubicBezTo>
                    <a:pt x="155" y="20731"/>
                    <a:pt x="108" y="20731"/>
                    <a:pt x="61" y="20731"/>
                  </a:cubicBezTo>
                  <a:lnTo>
                    <a:pt x="1" y="20731"/>
                  </a:lnTo>
                  <a:cubicBezTo>
                    <a:pt x="1" y="22919"/>
                    <a:pt x="31" y="25138"/>
                    <a:pt x="31" y="27327"/>
                  </a:cubicBezTo>
                  <a:cubicBezTo>
                    <a:pt x="31" y="28542"/>
                    <a:pt x="61" y="29789"/>
                    <a:pt x="61" y="31004"/>
                  </a:cubicBezTo>
                  <a:cubicBezTo>
                    <a:pt x="213" y="30518"/>
                    <a:pt x="335" y="30032"/>
                    <a:pt x="457" y="29545"/>
                  </a:cubicBezTo>
                  <a:cubicBezTo>
                    <a:pt x="1794" y="24439"/>
                    <a:pt x="6505" y="20822"/>
                    <a:pt x="11764" y="20792"/>
                  </a:cubicBezTo>
                  <a:cubicBezTo>
                    <a:pt x="11787" y="20791"/>
                    <a:pt x="11810" y="20791"/>
                    <a:pt x="11833" y="20791"/>
                  </a:cubicBezTo>
                  <a:cubicBezTo>
                    <a:pt x="17184" y="20791"/>
                    <a:pt x="21892" y="24309"/>
                    <a:pt x="23284" y="29424"/>
                  </a:cubicBezTo>
                  <a:cubicBezTo>
                    <a:pt x="23436" y="29880"/>
                    <a:pt x="23527" y="30336"/>
                    <a:pt x="23618" y="30792"/>
                  </a:cubicBezTo>
                  <a:cubicBezTo>
                    <a:pt x="23618" y="20518"/>
                    <a:pt x="23618" y="10275"/>
                    <a:pt x="23588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8443098" y="834902"/>
              <a:ext cx="312041" cy="548801"/>
            </a:xfrm>
            <a:custGeom>
              <a:avLst/>
              <a:gdLst/>
              <a:ahLst/>
              <a:cxnLst/>
              <a:rect l="l" t="t" r="r" b="b"/>
              <a:pathLst>
                <a:path w="11613" h="21490" extrusionOk="0">
                  <a:moveTo>
                    <a:pt x="11612" y="0"/>
                  </a:moveTo>
                  <a:cubicBezTo>
                    <a:pt x="11551" y="122"/>
                    <a:pt x="11430" y="182"/>
                    <a:pt x="11430" y="304"/>
                  </a:cubicBezTo>
                  <a:cubicBezTo>
                    <a:pt x="11278" y="1398"/>
                    <a:pt x="10852" y="2462"/>
                    <a:pt x="10335" y="3404"/>
                  </a:cubicBezTo>
                  <a:cubicBezTo>
                    <a:pt x="8056" y="7447"/>
                    <a:pt x="4591" y="9544"/>
                    <a:pt x="1" y="9727"/>
                  </a:cubicBezTo>
                  <a:cubicBezTo>
                    <a:pt x="214" y="10000"/>
                    <a:pt x="457" y="10304"/>
                    <a:pt x="670" y="10517"/>
                  </a:cubicBezTo>
                  <a:lnTo>
                    <a:pt x="4773" y="14620"/>
                  </a:lnTo>
                  <a:cubicBezTo>
                    <a:pt x="7053" y="16900"/>
                    <a:pt x="9332" y="19210"/>
                    <a:pt x="11612" y="21490"/>
                  </a:cubicBezTo>
                  <a:lnTo>
                    <a:pt x="11612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7"/>
            <p:cNvSpPr/>
            <p:nvPr/>
          </p:nvSpPr>
          <p:spPr>
            <a:xfrm>
              <a:off x="6529373" y="4420765"/>
              <a:ext cx="316932" cy="300423"/>
            </a:xfrm>
            <a:custGeom>
              <a:avLst/>
              <a:gdLst/>
              <a:ahLst/>
              <a:cxnLst/>
              <a:rect l="l" t="t" r="r" b="b"/>
              <a:pathLst>
                <a:path w="11795" h="11764" extrusionOk="0">
                  <a:moveTo>
                    <a:pt x="11642" y="1"/>
                  </a:moveTo>
                  <a:cubicBezTo>
                    <a:pt x="11399" y="274"/>
                    <a:pt x="11186" y="517"/>
                    <a:pt x="10913" y="761"/>
                  </a:cubicBezTo>
                  <a:cubicBezTo>
                    <a:pt x="7539" y="4165"/>
                    <a:pt x="4104" y="7600"/>
                    <a:pt x="700" y="11004"/>
                  </a:cubicBezTo>
                  <a:cubicBezTo>
                    <a:pt x="457" y="11247"/>
                    <a:pt x="244" y="11521"/>
                    <a:pt x="1" y="11764"/>
                  </a:cubicBezTo>
                  <a:lnTo>
                    <a:pt x="11794" y="11764"/>
                  </a:lnTo>
                  <a:lnTo>
                    <a:pt x="11794" y="153"/>
                  </a:lnTo>
                  <a:lnTo>
                    <a:pt x="11642" y="1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7168114" y="4425438"/>
              <a:ext cx="316099" cy="297308"/>
            </a:xfrm>
            <a:custGeom>
              <a:avLst/>
              <a:gdLst/>
              <a:ahLst/>
              <a:cxnLst/>
              <a:rect l="l" t="t" r="r" b="b"/>
              <a:pathLst>
                <a:path w="11764" h="11642" extrusionOk="0">
                  <a:moveTo>
                    <a:pt x="11611" y="0"/>
                  </a:moveTo>
                  <a:cubicBezTo>
                    <a:pt x="11429" y="122"/>
                    <a:pt x="11247" y="274"/>
                    <a:pt x="11125" y="456"/>
                  </a:cubicBezTo>
                  <a:lnTo>
                    <a:pt x="365" y="11216"/>
                  </a:lnTo>
                  <a:cubicBezTo>
                    <a:pt x="213" y="11307"/>
                    <a:pt x="91" y="11490"/>
                    <a:pt x="0" y="11642"/>
                  </a:cubicBezTo>
                  <a:lnTo>
                    <a:pt x="11763" y="11642"/>
                  </a:lnTo>
                  <a:lnTo>
                    <a:pt x="11763" y="1216"/>
                  </a:lnTo>
                  <a:cubicBezTo>
                    <a:pt x="11763" y="790"/>
                    <a:pt x="11642" y="426"/>
                    <a:pt x="1161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7"/>
            <p:cNvSpPr/>
            <p:nvPr/>
          </p:nvSpPr>
          <p:spPr>
            <a:xfrm>
              <a:off x="8443098" y="1688679"/>
              <a:ext cx="312041" cy="300423"/>
            </a:xfrm>
            <a:custGeom>
              <a:avLst/>
              <a:gdLst/>
              <a:ahLst/>
              <a:cxnLst/>
              <a:rect l="l" t="t" r="r" b="b"/>
              <a:pathLst>
                <a:path w="11613" h="11764" extrusionOk="0">
                  <a:moveTo>
                    <a:pt x="11612" y="0"/>
                  </a:moveTo>
                  <a:cubicBezTo>
                    <a:pt x="7782" y="31"/>
                    <a:pt x="3922" y="31"/>
                    <a:pt x="62" y="31"/>
                  </a:cubicBezTo>
                  <a:cubicBezTo>
                    <a:pt x="31" y="61"/>
                    <a:pt x="1" y="152"/>
                    <a:pt x="1" y="183"/>
                  </a:cubicBezTo>
                  <a:cubicBezTo>
                    <a:pt x="3861" y="4073"/>
                    <a:pt x="7752" y="7933"/>
                    <a:pt x="11612" y="11763"/>
                  </a:cubicBezTo>
                  <a:lnTo>
                    <a:pt x="11612" y="0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8443931" y="3820018"/>
              <a:ext cx="311208" cy="295775"/>
            </a:xfrm>
            <a:custGeom>
              <a:avLst/>
              <a:gdLst/>
              <a:ahLst/>
              <a:cxnLst/>
              <a:rect l="l" t="t" r="r" b="b"/>
              <a:pathLst>
                <a:path w="11582" h="11582" extrusionOk="0">
                  <a:moveTo>
                    <a:pt x="11581" y="0"/>
                  </a:moveTo>
                  <a:cubicBezTo>
                    <a:pt x="11368" y="152"/>
                    <a:pt x="11125" y="335"/>
                    <a:pt x="10943" y="548"/>
                  </a:cubicBezTo>
                  <a:lnTo>
                    <a:pt x="578" y="10912"/>
                  </a:lnTo>
                  <a:cubicBezTo>
                    <a:pt x="395" y="11095"/>
                    <a:pt x="183" y="11338"/>
                    <a:pt x="0" y="11551"/>
                  </a:cubicBezTo>
                  <a:cubicBezTo>
                    <a:pt x="3891" y="11551"/>
                    <a:pt x="7721" y="11551"/>
                    <a:pt x="11581" y="11581"/>
                  </a:cubicBezTo>
                  <a:lnTo>
                    <a:pt x="11581" y="0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7"/>
            <p:cNvSpPr/>
            <p:nvPr/>
          </p:nvSpPr>
          <p:spPr>
            <a:xfrm>
              <a:off x="8443931" y="1999904"/>
              <a:ext cx="311208" cy="295775"/>
            </a:xfrm>
            <a:custGeom>
              <a:avLst/>
              <a:gdLst/>
              <a:ahLst/>
              <a:cxnLst/>
              <a:rect l="l" t="t" r="r" b="b"/>
              <a:pathLst>
                <a:path w="11582" h="11582" extrusionOk="0">
                  <a:moveTo>
                    <a:pt x="11581" y="1"/>
                  </a:moveTo>
                  <a:cubicBezTo>
                    <a:pt x="11520" y="31"/>
                    <a:pt x="11429" y="92"/>
                    <a:pt x="11368" y="153"/>
                  </a:cubicBezTo>
                  <a:lnTo>
                    <a:pt x="578" y="10943"/>
                  </a:lnTo>
                  <a:cubicBezTo>
                    <a:pt x="395" y="11186"/>
                    <a:pt x="183" y="11369"/>
                    <a:pt x="0" y="11582"/>
                  </a:cubicBezTo>
                  <a:lnTo>
                    <a:pt x="11581" y="11582"/>
                  </a:lnTo>
                  <a:lnTo>
                    <a:pt x="11581" y="1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8444737" y="1394511"/>
              <a:ext cx="310402" cy="295750"/>
            </a:xfrm>
            <a:custGeom>
              <a:avLst/>
              <a:gdLst/>
              <a:ahLst/>
              <a:cxnLst/>
              <a:rect l="l" t="t" r="r" b="b"/>
              <a:pathLst>
                <a:path w="11552" h="11581" extrusionOk="0">
                  <a:moveTo>
                    <a:pt x="11551" y="0"/>
                  </a:moveTo>
                  <a:cubicBezTo>
                    <a:pt x="11490" y="31"/>
                    <a:pt x="11399" y="91"/>
                    <a:pt x="11338" y="152"/>
                  </a:cubicBezTo>
                  <a:cubicBezTo>
                    <a:pt x="7691" y="3769"/>
                    <a:pt x="4074" y="7417"/>
                    <a:pt x="457" y="11034"/>
                  </a:cubicBezTo>
                  <a:cubicBezTo>
                    <a:pt x="305" y="11186"/>
                    <a:pt x="153" y="11399"/>
                    <a:pt x="1" y="11581"/>
                  </a:cubicBezTo>
                  <a:cubicBezTo>
                    <a:pt x="3861" y="11551"/>
                    <a:pt x="7721" y="11551"/>
                    <a:pt x="11551" y="11551"/>
                  </a:cubicBezTo>
                  <a:lnTo>
                    <a:pt x="11551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6846298" y="4424646"/>
              <a:ext cx="311208" cy="296541"/>
            </a:xfrm>
            <a:custGeom>
              <a:avLst/>
              <a:gdLst/>
              <a:ahLst/>
              <a:cxnLst/>
              <a:rect l="l" t="t" r="r" b="b"/>
              <a:pathLst>
                <a:path w="11582" h="11612" extrusionOk="0">
                  <a:moveTo>
                    <a:pt x="0" y="1"/>
                  </a:moveTo>
                  <a:lnTo>
                    <a:pt x="0" y="11612"/>
                  </a:lnTo>
                  <a:lnTo>
                    <a:pt x="11581" y="11612"/>
                  </a:lnTo>
                  <a:cubicBezTo>
                    <a:pt x="11399" y="11399"/>
                    <a:pt x="11247" y="11125"/>
                    <a:pt x="11004" y="10913"/>
                  </a:cubicBezTo>
                  <a:lnTo>
                    <a:pt x="730" y="609"/>
                  </a:lnTo>
                  <a:cubicBezTo>
                    <a:pt x="487" y="365"/>
                    <a:pt x="213" y="183"/>
                    <a:pt x="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6205944" y="4424646"/>
              <a:ext cx="313654" cy="296541"/>
            </a:xfrm>
            <a:custGeom>
              <a:avLst/>
              <a:gdLst/>
              <a:ahLst/>
              <a:cxnLst/>
              <a:rect l="l" t="t" r="r" b="b"/>
              <a:pathLst>
                <a:path w="11673" h="11612" extrusionOk="0">
                  <a:moveTo>
                    <a:pt x="31" y="1"/>
                  </a:moveTo>
                  <a:lnTo>
                    <a:pt x="31" y="1247"/>
                  </a:lnTo>
                  <a:cubicBezTo>
                    <a:pt x="31" y="4165"/>
                    <a:pt x="0" y="7052"/>
                    <a:pt x="0" y="10001"/>
                  </a:cubicBezTo>
                  <a:cubicBezTo>
                    <a:pt x="31" y="10548"/>
                    <a:pt x="31" y="11095"/>
                    <a:pt x="91" y="11612"/>
                  </a:cubicBezTo>
                  <a:cubicBezTo>
                    <a:pt x="3952" y="11612"/>
                    <a:pt x="7781" y="11612"/>
                    <a:pt x="11672" y="11581"/>
                  </a:cubicBezTo>
                  <a:cubicBezTo>
                    <a:pt x="11550" y="11429"/>
                    <a:pt x="11490" y="11247"/>
                    <a:pt x="11368" y="11125"/>
                  </a:cubicBezTo>
                  <a:cubicBezTo>
                    <a:pt x="7781" y="7508"/>
                    <a:pt x="4195" y="3952"/>
                    <a:pt x="578" y="335"/>
                  </a:cubicBezTo>
                  <a:cubicBezTo>
                    <a:pt x="456" y="213"/>
                    <a:pt x="304" y="153"/>
                    <a:pt x="3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8568884" y="2723144"/>
              <a:ext cx="186263" cy="180269"/>
            </a:xfrm>
            <a:custGeom>
              <a:avLst/>
              <a:gdLst/>
              <a:ahLst/>
              <a:cxnLst/>
              <a:rect l="l" t="t" r="r" b="b"/>
              <a:pathLst>
                <a:path w="6932" h="7059" extrusionOk="0">
                  <a:moveTo>
                    <a:pt x="1475" y="0"/>
                  </a:moveTo>
                  <a:cubicBezTo>
                    <a:pt x="983" y="0"/>
                    <a:pt x="492" y="11"/>
                    <a:pt x="1" y="37"/>
                  </a:cubicBezTo>
                  <a:lnTo>
                    <a:pt x="1" y="2773"/>
                  </a:lnTo>
                  <a:cubicBezTo>
                    <a:pt x="1" y="4171"/>
                    <a:pt x="31" y="5599"/>
                    <a:pt x="62" y="7028"/>
                  </a:cubicBezTo>
                  <a:cubicBezTo>
                    <a:pt x="2341" y="7028"/>
                    <a:pt x="4651" y="7028"/>
                    <a:pt x="6931" y="7058"/>
                  </a:cubicBezTo>
                  <a:lnTo>
                    <a:pt x="6931" y="219"/>
                  </a:lnTo>
                  <a:cubicBezTo>
                    <a:pt x="5112" y="147"/>
                    <a:pt x="3293" y="0"/>
                    <a:pt x="1475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8476607" y="2902582"/>
              <a:ext cx="278534" cy="252310"/>
            </a:xfrm>
            <a:custGeom>
              <a:avLst/>
              <a:gdLst/>
              <a:ahLst/>
              <a:cxnLst/>
              <a:rect l="l" t="t" r="r" b="b"/>
              <a:pathLst>
                <a:path w="10366" h="9880" extrusionOk="0">
                  <a:moveTo>
                    <a:pt x="3374" y="1"/>
                  </a:moveTo>
                  <a:cubicBezTo>
                    <a:pt x="2249" y="31"/>
                    <a:pt x="1155" y="31"/>
                    <a:pt x="0" y="62"/>
                  </a:cubicBezTo>
                  <a:cubicBezTo>
                    <a:pt x="578" y="183"/>
                    <a:pt x="1155" y="244"/>
                    <a:pt x="1672" y="396"/>
                  </a:cubicBezTo>
                  <a:cubicBezTo>
                    <a:pt x="5806" y="1612"/>
                    <a:pt x="8633" y="4287"/>
                    <a:pt x="10000" y="8420"/>
                  </a:cubicBezTo>
                  <a:cubicBezTo>
                    <a:pt x="10152" y="8907"/>
                    <a:pt x="10274" y="9363"/>
                    <a:pt x="10365" y="9879"/>
                  </a:cubicBezTo>
                  <a:lnTo>
                    <a:pt x="10365" y="1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8488860" y="3256528"/>
              <a:ext cx="266282" cy="252285"/>
            </a:xfrm>
            <a:custGeom>
              <a:avLst/>
              <a:gdLst/>
              <a:ahLst/>
              <a:cxnLst/>
              <a:rect l="l" t="t" r="r" b="b"/>
              <a:pathLst>
                <a:path w="9910" h="9879" extrusionOk="0">
                  <a:moveTo>
                    <a:pt x="9879" y="0"/>
                  </a:moveTo>
                  <a:cubicBezTo>
                    <a:pt x="9727" y="608"/>
                    <a:pt x="9666" y="1246"/>
                    <a:pt x="9423" y="1824"/>
                  </a:cubicBezTo>
                  <a:cubicBezTo>
                    <a:pt x="7933" y="5958"/>
                    <a:pt x="5046" y="8541"/>
                    <a:pt x="790" y="9636"/>
                  </a:cubicBezTo>
                  <a:lnTo>
                    <a:pt x="0" y="9879"/>
                  </a:lnTo>
                  <a:lnTo>
                    <a:pt x="9909" y="9879"/>
                  </a:lnTo>
                  <a:cubicBezTo>
                    <a:pt x="9909" y="6566"/>
                    <a:pt x="9909" y="3313"/>
                    <a:pt x="9879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8618731" y="2480353"/>
              <a:ext cx="136419" cy="242223"/>
            </a:xfrm>
            <a:custGeom>
              <a:avLst/>
              <a:gdLst/>
              <a:ahLst/>
              <a:cxnLst/>
              <a:rect l="l" t="t" r="r" b="b"/>
              <a:pathLst>
                <a:path w="5077" h="9485" extrusionOk="0">
                  <a:moveTo>
                    <a:pt x="5076" y="1"/>
                  </a:moveTo>
                  <a:cubicBezTo>
                    <a:pt x="4255" y="761"/>
                    <a:pt x="3374" y="1551"/>
                    <a:pt x="2553" y="2341"/>
                  </a:cubicBezTo>
                  <a:cubicBezTo>
                    <a:pt x="1702" y="3162"/>
                    <a:pt x="821" y="3922"/>
                    <a:pt x="0" y="4773"/>
                  </a:cubicBezTo>
                  <a:cubicBezTo>
                    <a:pt x="1733" y="6414"/>
                    <a:pt x="3404" y="7964"/>
                    <a:pt x="5076" y="9484"/>
                  </a:cubicBezTo>
                  <a:lnTo>
                    <a:pt x="5076" y="1"/>
                  </a:ln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7481761" y="477074"/>
              <a:ext cx="640339" cy="606260"/>
            </a:xfrm>
            <a:custGeom>
              <a:avLst/>
              <a:gdLst/>
              <a:ahLst/>
              <a:cxnLst/>
              <a:rect l="l" t="t" r="r" b="b"/>
              <a:pathLst>
                <a:path w="23831" h="23740" extrusionOk="0">
                  <a:moveTo>
                    <a:pt x="23770" y="1"/>
                  </a:moveTo>
                  <a:cubicBezTo>
                    <a:pt x="23010" y="31"/>
                    <a:pt x="22250" y="62"/>
                    <a:pt x="21490" y="153"/>
                  </a:cubicBezTo>
                  <a:cubicBezTo>
                    <a:pt x="14408" y="913"/>
                    <a:pt x="8754" y="4165"/>
                    <a:pt x="4529" y="9818"/>
                  </a:cubicBezTo>
                  <a:cubicBezTo>
                    <a:pt x="1885" y="13375"/>
                    <a:pt x="487" y="17417"/>
                    <a:pt x="0" y="21825"/>
                  </a:cubicBezTo>
                  <a:lnTo>
                    <a:pt x="0" y="23740"/>
                  </a:lnTo>
                  <a:lnTo>
                    <a:pt x="23770" y="23740"/>
                  </a:lnTo>
                  <a:cubicBezTo>
                    <a:pt x="23770" y="21460"/>
                    <a:pt x="23800" y="19150"/>
                    <a:pt x="23800" y="16870"/>
                  </a:cubicBezTo>
                  <a:cubicBezTo>
                    <a:pt x="23800" y="15746"/>
                    <a:pt x="23830" y="14651"/>
                    <a:pt x="23830" y="13557"/>
                  </a:cubicBezTo>
                  <a:lnTo>
                    <a:pt x="23830" y="10274"/>
                  </a:lnTo>
                  <a:cubicBezTo>
                    <a:pt x="23830" y="9059"/>
                    <a:pt x="23800" y="7812"/>
                    <a:pt x="23800" y="6597"/>
                  </a:cubicBezTo>
                  <a:cubicBezTo>
                    <a:pt x="23800" y="4378"/>
                    <a:pt x="23770" y="2189"/>
                    <a:pt x="23770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6562049" y="477074"/>
              <a:ext cx="922125" cy="607818"/>
            </a:xfrm>
            <a:custGeom>
              <a:avLst/>
              <a:gdLst/>
              <a:ahLst/>
              <a:cxnLst/>
              <a:rect l="l" t="t" r="r" b="b"/>
              <a:pathLst>
                <a:path w="34318" h="23801" extrusionOk="0">
                  <a:moveTo>
                    <a:pt x="3314" y="1"/>
                  </a:moveTo>
                  <a:cubicBezTo>
                    <a:pt x="2220" y="31"/>
                    <a:pt x="1125" y="31"/>
                    <a:pt x="1" y="62"/>
                  </a:cubicBezTo>
                  <a:cubicBezTo>
                    <a:pt x="4560" y="852"/>
                    <a:pt x="7873" y="3283"/>
                    <a:pt x="9666" y="7600"/>
                  </a:cubicBezTo>
                  <a:cubicBezTo>
                    <a:pt x="10274" y="8998"/>
                    <a:pt x="10426" y="10487"/>
                    <a:pt x="10548" y="11946"/>
                  </a:cubicBezTo>
                  <a:cubicBezTo>
                    <a:pt x="10606" y="11945"/>
                    <a:pt x="10665" y="11945"/>
                    <a:pt x="10723" y="11945"/>
                  </a:cubicBezTo>
                  <a:cubicBezTo>
                    <a:pt x="16102" y="11945"/>
                    <a:pt x="21288" y="16084"/>
                    <a:pt x="22220" y="22068"/>
                  </a:cubicBezTo>
                  <a:cubicBezTo>
                    <a:pt x="22341" y="22645"/>
                    <a:pt x="22281" y="23193"/>
                    <a:pt x="22311" y="23770"/>
                  </a:cubicBezTo>
                  <a:cubicBezTo>
                    <a:pt x="22706" y="23770"/>
                    <a:pt x="23071" y="23800"/>
                    <a:pt x="23466" y="23800"/>
                  </a:cubicBezTo>
                  <a:lnTo>
                    <a:pt x="33193" y="23800"/>
                  </a:lnTo>
                  <a:cubicBezTo>
                    <a:pt x="33557" y="23800"/>
                    <a:pt x="33953" y="23770"/>
                    <a:pt x="34317" y="23740"/>
                  </a:cubicBezTo>
                  <a:lnTo>
                    <a:pt x="34287" y="23740"/>
                  </a:lnTo>
                  <a:lnTo>
                    <a:pt x="34287" y="21825"/>
                  </a:lnTo>
                  <a:lnTo>
                    <a:pt x="33953" y="19910"/>
                  </a:lnTo>
                  <a:cubicBezTo>
                    <a:pt x="32159" y="8663"/>
                    <a:pt x="22129" y="31"/>
                    <a:pt x="10761" y="31"/>
                  </a:cubicBezTo>
                  <a:cubicBezTo>
                    <a:pt x="8329" y="31"/>
                    <a:pt x="5897" y="1"/>
                    <a:pt x="3466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6204305" y="477074"/>
              <a:ext cx="283425" cy="257750"/>
            </a:xfrm>
            <a:custGeom>
              <a:avLst/>
              <a:gdLst/>
              <a:ahLst/>
              <a:cxnLst/>
              <a:rect l="l" t="t" r="r" b="b"/>
              <a:pathLst>
                <a:path w="10548" h="10093" extrusionOk="0">
                  <a:moveTo>
                    <a:pt x="7052" y="1"/>
                  </a:moveTo>
                  <a:cubicBezTo>
                    <a:pt x="4772" y="31"/>
                    <a:pt x="2462" y="31"/>
                    <a:pt x="213" y="62"/>
                  </a:cubicBezTo>
                  <a:cubicBezTo>
                    <a:pt x="92" y="669"/>
                    <a:pt x="61" y="1186"/>
                    <a:pt x="0" y="1733"/>
                  </a:cubicBezTo>
                  <a:cubicBezTo>
                    <a:pt x="213" y="2372"/>
                    <a:pt x="183" y="3010"/>
                    <a:pt x="0" y="3679"/>
                  </a:cubicBezTo>
                  <a:cubicBezTo>
                    <a:pt x="31" y="4043"/>
                    <a:pt x="92" y="4378"/>
                    <a:pt x="92" y="4773"/>
                  </a:cubicBezTo>
                  <a:cubicBezTo>
                    <a:pt x="92" y="6505"/>
                    <a:pt x="152" y="8299"/>
                    <a:pt x="152" y="10092"/>
                  </a:cubicBezTo>
                  <a:cubicBezTo>
                    <a:pt x="243" y="9727"/>
                    <a:pt x="365" y="9302"/>
                    <a:pt x="487" y="8907"/>
                  </a:cubicBezTo>
                  <a:cubicBezTo>
                    <a:pt x="1733" y="4499"/>
                    <a:pt x="4590" y="1703"/>
                    <a:pt x="8997" y="396"/>
                  </a:cubicBezTo>
                  <a:cubicBezTo>
                    <a:pt x="9484" y="244"/>
                    <a:pt x="10031" y="183"/>
                    <a:pt x="10548" y="62"/>
                  </a:cubicBezTo>
                  <a:cubicBezTo>
                    <a:pt x="9453" y="31"/>
                    <a:pt x="8359" y="31"/>
                    <a:pt x="7234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6839768" y="3510325"/>
              <a:ext cx="1279845" cy="607818"/>
            </a:xfrm>
            <a:custGeom>
              <a:avLst/>
              <a:gdLst/>
              <a:ahLst/>
              <a:cxnLst/>
              <a:rect l="l" t="t" r="r" b="b"/>
              <a:pathLst>
                <a:path w="47631" h="23801" extrusionOk="0">
                  <a:moveTo>
                    <a:pt x="25502" y="1"/>
                  </a:moveTo>
                  <a:cubicBezTo>
                    <a:pt x="24955" y="61"/>
                    <a:pt x="24438" y="61"/>
                    <a:pt x="23891" y="92"/>
                  </a:cubicBezTo>
                  <a:lnTo>
                    <a:pt x="23891" y="11764"/>
                  </a:lnTo>
                  <a:cubicBezTo>
                    <a:pt x="23587" y="11521"/>
                    <a:pt x="23435" y="11399"/>
                    <a:pt x="23283" y="11247"/>
                  </a:cubicBezTo>
                  <a:lnTo>
                    <a:pt x="12645" y="609"/>
                  </a:lnTo>
                  <a:cubicBezTo>
                    <a:pt x="12493" y="426"/>
                    <a:pt x="12310" y="244"/>
                    <a:pt x="12158" y="61"/>
                  </a:cubicBezTo>
                  <a:lnTo>
                    <a:pt x="11976" y="61"/>
                  </a:lnTo>
                  <a:lnTo>
                    <a:pt x="1034" y="11004"/>
                  </a:lnTo>
                  <a:cubicBezTo>
                    <a:pt x="760" y="11247"/>
                    <a:pt x="456" y="11490"/>
                    <a:pt x="183" y="11703"/>
                  </a:cubicBezTo>
                  <a:cubicBezTo>
                    <a:pt x="152" y="11764"/>
                    <a:pt x="91" y="11794"/>
                    <a:pt x="31" y="11794"/>
                  </a:cubicBezTo>
                  <a:cubicBezTo>
                    <a:pt x="31" y="11825"/>
                    <a:pt x="0" y="11916"/>
                    <a:pt x="0" y="11976"/>
                  </a:cubicBezTo>
                  <a:cubicBezTo>
                    <a:pt x="31" y="12007"/>
                    <a:pt x="122" y="12007"/>
                    <a:pt x="152" y="12068"/>
                  </a:cubicBezTo>
                  <a:cubicBezTo>
                    <a:pt x="395" y="12189"/>
                    <a:pt x="578" y="12311"/>
                    <a:pt x="760" y="12524"/>
                  </a:cubicBezTo>
                  <a:lnTo>
                    <a:pt x="11520" y="23253"/>
                  </a:lnTo>
                  <a:cubicBezTo>
                    <a:pt x="11581" y="23375"/>
                    <a:pt x="11672" y="23466"/>
                    <a:pt x="11733" y="23557"/>
                  </a:cubicBezTo>
                  <a:lnTo>
                    <a:pt x="11976" y="23679"/>
                  </a:lnTo>
                  <a:lnTo>
                    <a:pt x="12098" y="23679"/>
                  </a:lnTo>
                  <a:lnTo>
                    <a:pt x="12158" y="23709"/>
                  </a:lnTo>
                  <a:cubicBezTo>
                    <a:pt x="12310" y="23527"/>
                    <a:pt x="12432" y="23344"/>
                    <a:pt x="12614" y="23162"/>
                  </a:cubicBezTo>
                  <a:lnTo>
                    <a:pt x="22919" y="12858"/>
                  </a:lnTo>
                  <a:cubicBezTo>
                    <a:pt x="23131" y="12676"/>
                    <a:pt x="23344" y="12463"/>
                    <a:pt x="23557" y="12280"/>
                  </a:cubicBezTo>
                  <a:cubicBezTo>
                    <a:pt x="24104" y="12676"/>
                    <a:pt x="23830" y="13192"/>
                    <a:pt x="23952" y="13618"/>
                  </a:cubicBezTo>
                  <a:cubicBezTo>
                    <a:pt x="24165" y="14378"/>
                    <a:pt x="24347" y="15168"/>
                    <a:pt x="24621" y="15898"/>
                  </a:cubicBezTo>
                  <a:cubicBezTo>
                    <a:pt x="26171" y="19849"/>
                    <a:pt x="28967" y="22341"/>
                    <a:pt x="33071" y="23405"/>
                  </a:cubicBezTo>
                  <a:cubicBezTo>
                    <a:pt x="33344" y="23496"/>
                    <a:pt x="33587" y="23618"/>
                    <a:pt x="33861" y="23679"/>
                  </a:cubicBezTo>
                  <a:lnTo>
                    <a:pt x="35685" y="23800"/>
                  </a:lnTo>
                  <a:cubicBezTo>
                    <a:pt x="36293" y="23770"/>
                    <a:pt x="36870" y="23709"/>
                    <a:pt x="37478" y="23679"/>
                  </a:cubicBezTo>
                  <a:cubicBezTo>
                    <a:pt x="38846" y="23314"/>
                    <a:pt x="40214" y="22949"/>
                    <a:pt x="41430" y="22341"/>
                  </a:cubicBezTo>
                  <a:cubicBezTo>
                    <a:pt x="44986" y="20305"/>
                    <a:pt x="47083" y="17265"/>
                    <a:pt x="47509" y="13132"/>
                  </a:cubicBezTo>
                  <a:cubicBezTo>
                    <a:pt x="47509" y="12980"/>
                    <a:pt x="47569" y="12767"/>
                    <a:pt x="47630" y="12584"/>
                  </a:cubicBezTo>
                  <a:lnTo>
                    <a:pt x="47630" y="12128"/>
                  </a:lnTo>
                  <a:cubicBezTo>
                    <a:pt x="47569" y="12068"/>
                    <a:pt x="47539" y="11946"/>
                    <a:pt x="47509" y="11825"/>
                  </a:cubicBezTo>
                  <a:cubicBezTo>
                    <a:pt x="47509" y="11186"/>
                    <a:pt x="47539" y="10548"/>
                    <a:pt x="47417" y="9940"/>
                  </a:cubicBezTo>
                  <a:cubicBezTo>
                    <a:pt x="46810" y="6657"/>
                    <a:pt x="45199" y="4074"/>
                    <a:pt x="42433" y="2189"/>
                  </a:cubicBezTo>
                  <a:cubicBezTo>
                    <a:pt x="40426" y="730"/>
                    <a:pt x="38147" y="92"/>
                    <a:pt x="35685" y="61"/>
                  </a:cubicBezTo>
                  <a:cubicBezTo>
                    <a:pt x="32980" y="1"/>
                    <a:pt x="30335" y="1"/>
                    <a:pt x="27630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6847104" y="2297188"/>
              <a:ext cx="954799" cy="607026"/>
            </a:xfrm>
            <a:custGeom>
              <a:avLst/>
              <a:gdLst/>
              <a:ahLst/>
              <a:cxnLst/>
              <a:rect l="l" t="t" r="r" b="b"/>
              <a:pathLst>
                <a:path w="35534" h="23770" extrusionOk="0">
                  <a:moveTo>
                    <a:pt x="23375" y="0"/>
                  </a:moveTo>
                  <a:cubicBezTo>
                    <a:pt x="22889" y="0"/>
                    <a:pt x="22372" y="31"/>
                    <a:pt x="21886" y="31"/>
                  </a:cubicBezTo>
                  <a:cubicBezTo>
                    <a:pt x="20852" y="183"/>
                    <a:pt x="19849" y="335"/>
                    <a:pt x="18816" y="517"/>
                  </a:cubicBezTo>
                  <a:cubicBezTo>
                    <a:pt x="8998" y="2523"/>
                    <a:pt x="1369" y="10730"/>
                    <a:pt x="153" y="20669"/>
                  </a:cubicBezTo>
                  <a:cubicBezTo>
                    <a:pt x="1" y="21672"/>
                    <a:pt x="31" y="22736"/>
                    <a:pt x="1" y="23770"/>
                  </a:cubicBezTo>
                  <a:cubicBezTo>
                    <a:pt x="7873" y="23739"/>
                    <a:pt x="15746" y="23739"/>
                    <a:pt x="23679" y="23739"/>
                  </a:cubicBezTo>
                  <a:cubicBezTo>
                    <a:pt x="23679" y="22220"/>
                    <a:pt x="23709" y="20852"/>
                    <a:pt x="23709" y="19484"/>
                  </a:cubicBezTo>
                  <a:cubicBezTo>
                    <a:pt x="23983" y="19818"/>
                    <a:pt x="24135" y="20153"/>
                    <a:pt x="24287" y="20487"/>
                  </a:cubicBezTo>
                  <a:cubicBezTo>
                    <a:pt x="25405" y="22685"/>
                    <a:pt x="27538" y="23733"/>
                    <a:pt x="29623" y="23733"/>
                  </a:cubicBezTo>
                  <a:cubicBezTo>
                    <a:pt x="30826" y="23733"/>
                    <a:pt x="32013" y="23384"/>
                    <a:pt x="32980" y="22706"/>
                  </a:cubicBezTo>
                  <a:cubicBezTo>
                    <a:pt x="34378" y="21764"/>
                    <a:pt x="35138" y="20396"/>
                    <a:pt x="35533" y="18754"/>
                  </a:cubicBezTo>
                  <a:lnTo>
                    <a:pt x="35533" y="16931"/>
                  </a:lnTo>
                  <a:cubicBezTo>
                    <a:pt x="35199" y="15350"/>
                    <a:pt x="34469" y="13922"/>
                    <a:pt x="33071" y="13070"/>
                  </a:cubicBezTo>
                  <a:cubicBezTo>
                    <a:pt x="32311" y="12554"/>
                    <a:pt x="31399" y="12311"/>
                    <a:pt x="30548" y="11946"/>
                  </a:cubicBezTo>
                  <a:lnTo>
                    <a:pt x="28694" y="11946"/>
                  </a:lnTo>
                  <a:cubicBezTo>
                    <a:pt x="27053" y="12341"/>
                    <a:pt x="25655" y="13131"/>
                    <a:pt x="24712" y="14590"/>
                  </a:cubicBezTo>
                  <a:cubicBezTo>
                    <a:pt x="24348" y="15077"/>
                    <a:pt x="24105" y="15654"/>
                    <a:pt x="23740" y="16353"/>
                  </a:cubicBezTo>
                  <a:lnTo>
                    <a:pt x="23740" y="7295"/>
                  </a:lnTo>
                  <a:lnTo>
                    <a:pt x="23740" y="4712"/>
                  </a:lnTo>
                  <a:cubicBezTo>
                    <a:pt x="23740" y="3131"/>
                    <a:pt x="23709" y="1611"/>
                    <a:pt x="23709" y="61"/>
                  </a:cubicBezTo>
                  <a:lnTo>
                    <a:pt x="23709" y="0"/>
                  </a:ln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7483373" y="1083259"/>
              <a:ext cx="637921" cy="609376"/>
            </a:xfrm>
            <a:custGeom>
              <a:avLst/>
              <a:gdLst/>
              <a:ahLst/>
              <a:cxnLst/>
              <a:rect l="l" t="t" r="r" b="b"/>
              <a:pathLst>
                <a:path w="23741" h="23862" extrusionOk="0">
                  <a:moveTo>
                    <a:pt x="1" y="1"/>
                  </a:moveTo>
                  <a:cubicBezTo>
                    <a:pt x="31" y="7478"/>
                    <a:pt x="31" y="14955"/>
                    <a:pt x="31" y="22493"/>
                  </a:cubicBezTo>
                  <a:cubicBezTo>
                    <a:pt x="31" y="22949"/>
                    <a:pt x="1" y="23375"/>
                    <a:pt x="1" y="23831"/>
                  </a:cubicBezTo>
                  <a:lnTo>
                    <a:pt x="1" y="23861"/>
                  </a:lnTo>
                  <a:cubicBezTo>
                    <a:pt x="579" y="23831"/>
                    <a:pt x="1126" y="23831"/>
                    <a:pt x="1703" y="23831"/>
                  </a:cubicBezTo>
                  <a:cubicBezTo>
                    <a:pt x="2220" y="23740"/>
                    <a:pt x="2737" y="23679"/>
                    <a:pt x="3223" y="23588"/>
                  </a:cubicBezTo>
                  <a:cubicBezTo>
                    <a:pt x="5685" y="23284"/>
                    <a:pt x="8025" y="22615"/>
                    <a:pt x="10214" y="21551"/>
                  </a:cubicBezTo>
                  <a:cubicBezTo>
                    <a:pt x="16293" y="18542"/>
                    <a:pt x="20488" y="13831"/>
                    <a:pt x="22615" y="7356"/>
                  </a:cubicBezTo>
                  <a:cubicBezTo>
                    <a:pt x="23102" y="5776"/>
                    <a:pt x="23375" y="4104"/>
                    <a:pt x="23740" y="2463"/>
                  </a:cubicBezTo>
                  <a:lnTo>
                    <a:pt x="23740" y="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7476843" y="2902403"/>
              <a:ext cx="648507" cy="607614"/>
            </a:xfrm>
            <a:custGeom>
              <a:avLst/>
              <a:gdLst/>
              <a:ahLst/>
              <a:cxnLst/>
              <a:rect l="l" t="t" r="r" b="b"/>
              <a:pathLst>
                <a:path w="24135" h="23793" extrusionOk="0">
                  <a:moveTo>
                    <a:pt x="21474" y="0"/>
                  </a:moveTo>
                  <a:cubicBezTo>
                    <a:pt x="21241" y="0"/>
                    <a:pt x="20993" y="23"/>
                    <a:pt x="20731" y="69"/>
                  </a:cubicBezTo>
                  <a:cubicBezTo>
                    <a:pt x="19515" y="251"/>
                    <a:pt x="18451" y="798"/>
                    <a:pt x="17418" y="1436"/>
                  </a:cubicBezTo>
                  <a:cubicBezTo>
                    <a:pt x="15807" y="2470"/>
                    <a:pt x="14500" y="3747"/>
                    <a:pt x="13223" y="5145"/>
                  </a:cubicBezTo>
                  <a:cubicBezTo>
                    <a:pt x="12889" y="5540"/>
                    <a:pt x="12554" y="5965"/>
                    <a:pt x="12129" y="6421"/>
                  </a:cubicBezTo>
                  <a:cubicBezTo>
                    <a:pt x="11794" y="6026"/>
                    <a:pt x="11521" y="5722"/>
                    <a:pt x="11217" y="5388"/>
                  </a:cubicBezTo>
                  <a:cubicBezTo>
                    <a:pt x="9697" y="3686"/>
                    <a:pt x="8056" y="2075"/>
                    <a:pt x="6050" y="981"/>
                  </a:cubicBezTo>
                  <a:cubicBezTo>
                    <a:pt x="5077" y="453"/>
                    <a:pt x="4080" y="27"/>
                    <a:pt x="2964" y="27"/>
                  </a:cubicBezTo>
                  <a:cubicBezTo>
                    <a:pt x="2859" y="27"/>
                    <a:pt x="2753" y="30"/>
                    <a:pt x="2645" y="38"/>
                  </a:cubicBezTo>
                  <a:cubicBezTo>
                    <a:pt x="1186" y="99"/>
                    <a:pt x="244" y="1011"/>
                    <a:pt x="274" y="2470"/>
                  </a:cubicBezTo>
                  <a:cubicBezTo>
                    <a:pt x="305" y="3169"/>
                    <a:pt x="396" y="3929"/>
                    <a:pt x="670" y="4598"/>
                  </a:cubicBezTo>
                  <a:cubicBezTo>
                    <a:pt x="1004" y="5449"/>
                    <a:pt x="1460" y="6300"/>
                    <a:pt x="1977" y="7090"/>
                  </a:cubicBezTo>
                  <a:cubicBezTo>
                    <a:pt x="3040" y="8731"/>
                    <a:pt x="4469" y="10069"/>
                    <a:pt x="5928" y="11315"/>
                  </a:cubicBezTo>
                  <a:cubicBezTo>
                    <a:pt x="6171" y="11497"/>
                    <a:pt x="6354" y="11741"/>
                    <a:pt x="6627" y="11953"/>
                  </a:cubicBezTo>
                  <a:cubicBezTo>
                    <a:pt x="6323" y="12197"/>
                    <a:pt x="6141" y="12379"/>
                    <a:pt x="5898" y="12561"/>
                  </a:cubicBezTo>
                  <a:cubicBezTo>
                    <a:pt x="4499" y="13777"/>
                    <a:pt x="3162" y="15084"/>
                    <a:pt x="2068" y="16604"/>
                  </a:cubicBezTo>
                  <a:cubicBezTo>
                    <a:pt x="1308" y="17637"/>
                    <a:pt x="670" y="18732"/>
                    <a:pt x="396" y="19978"/>
                  </a:cubicBezTo>
                  <a:cubicBezTo>
                    <a:pt x="1" y="21953"/>
                    <a:pt x="305" y="22987"/>
                    <a:pt x="1855" y="23747"/>
                  </a:cubicBezTo>
                  <a:lnTo>
                    <a:pt x="3983" y="23747"/>
                  </a:lnTo>
                  <a:cubicBezTo>
                    <a:pt x="7448" y="22592"/>
                    <a:pt x="9819" y="20099"/>
                    <a:pt x="12129" y="17425"/>
                  </a:cubicBezTo>
                  <a:cubicBezTo>
                    <a:pt x="12433" y="17759"/>
                    <a:pt x="12676" y="18032"/>
                    <a:pt x="12889" y="18306"/>
                  </a:cubicBezTo>
                  <a:cubicBezTo>
                    <a:pt x="14104" y="19704"/>
                    <a:pt x="15411" y="21042"/>
                    <a:pt x="16962" y="22105"/>
                  </a:cubicBezTo>
                  <a:cubicBezTo>
                    <a:pt x="17934" y="22774"/>
                    <a:pt x="18998" y="23443"/>
                    <a:pt x="20184" y="23656"/>
                  </a:cubicBezTo>
                  <a:cubicBezTo>
                    <a:pt x="20662" y="23747"/>
                    <a:pt x="21080" y="23793"/>
                    <a:pt x="21447" y="23793"/>
                  </a:cubicBezTo>
                  <a:cubicBezTo>
                    <a:pt x="22784" y="23793"/>
                    <a:pt x="23459" y="23196"/>
                    <a:pt x="23983" y="22075"/>
                  </a:cubicBezTo>
                  <a:lnTo>
                    <a:pt x="23983" y="20251"/>
                  </a:lnTo>
                  <a:cubicBezTo>
                    <a:pt x="23406" y="18215"/>
                    <a:pt x="22281" y="16513"/>
                    <a:pt x="20883" y="14993"/>
                  </a:cubicBezTo>
                  <a:cubicBezTo>
                    <a:pt x="20062" y="14172"/>
                    <a:pt x="19211" y="13352"/>
                    <a:pt x="18360" y="12561"/>
                  </a:cubicBezTo>
                  <a:cubicBezTo>
                    <a:pt x="18147" y="12379"/>
                    <a:pt x="17904" y="12136"/>
                    <a:pt x="17630" y="11923"/>
                  </a:cubicBezTo>
                  <a:cubicBezTo>
                    <a:pt x="18086" y="11497"/>
                    <a:pt x="18512" y="11163"/>
                    <a:pt x="18907" y="10829"/>
                  </a:cubicBezTo>
                  <a:cubicBezTo>
                    <a:pt x="20336" y="9552"/>
                    <a:pt x="21643" y="8184"/>
                    <a:pt x="22646" y="6604"/>
                  </a:cubicBezTo>
                  <a:cubicBezTo>
                    <a:pt x="23223" y="5692"/>
                    <a:pt x="23709" y="4750"/>
                    <a:pt x="23922" y="3686"/>
                  </a:cubicBezTo>
                  <a:cubicBezTo>
                    <a:pt x="24105" y="3017"/>
                    <a:pt x="24135" y="2379"/>
                    <a:pt x="23922" y="1740"/>
                  </a:cubicBezTo>
                  <a:cubicBezTo>
                    <a:pt x="23441" y="575"/>
                    <a:pt x="22642" y="0"/>
                    <a:pt x="21474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6209196" y="2295630"/>
              <a:ext cx="1225944" cy="869399"/>
            </a:xfrm>
            <a:custGeom>
              <a:avLst/>
              <a:gdLst/>
              <a:ahLst/>
              <a:cxnLst/>
              <a:rect l="l" t="t" r="r" b="b"/>
              <a:pathLst>
                <a:path w="45625" h="34044" extrusionOk="0">
                  <a:moveTo>
                    <a:pt x="23709" y="1"/>
                  </a:moveTo>
                  <a:cubicBezTo>
                    <a:pt x="23557" y="3040"/>
                    <a:pt x="23132" y="6019"/>
                    <a:pt x="21946" y="8846"/>
                  </a:cubicBezTo>
                  <a:cubicBezTo>
                    <a:pt x="20791" y="11703"/>
                    <a:pt x="19180" y="14286"/>
                    <a:pt x="16992" y="16505"/>
                  </a:cubicBezTo>
                  <a:cubicBezTo>
                    <a:pt x="15077" y="18420"/>
                    <a:pt x="12949" y="20062"/>
                    <a:pt x="10548" y="21277"/>
                  </a:cubicBezTo>
                  <a:cubicBezTo>
                    <a:pt x="7934" y="22615"/>
                    <a:pt x="5077" y="23375"/>
                    <a:pt x="2159" y="23709"/>
                  </a:cubicBezTo>
                  <a:cubicBezTo>
                    <a:pt x="1846" y="23748"/>
                    <a:pt x="1539" y="23759"/>
                    <a:pt x="1233" y="23759"/>
                  </a:cubicBezTo>
                  <a:cubicBezTo>
                    <a:pt x="824" y="23759"/>
                    <a:pt x="418" y="23739"/>
                    <a:pt x="1" y="23739"/>
                  </a:cubicBezTo>
                  <a:lnTo>
                    <a:pt x="1" y="34044"/>
                  </a:lnTo>
                  <a:cubicBezTo>
                    <a:pt x="61" y="33588"/>
                    <a:pt x="183" y="33162"/>
                    <a:pt x="305" y="32767"/>
                  </a:cubicBezTo>
                  <a:cubicBezTo>
                    <a:pt x="1680" y="27473"/>
                    <a:pt x="6352" y="23828"/>
                    <a:pt x="11771" y="23828"/>
                  </a:cubicBezTo>
                  <a:cubicBezTo>
                    <a:pt x="11860" y="23828"/>
                    <a:pt x="11948" y="23829"/>
                    <a:pt x="12037" y="23831"/>
                  </a:cubicBezTo>
                  <a:cubicBezTo>
                    <a:pt x="17478" y="23952"/>
                    <a:pt x="22159" y="27752"/>
                    <a:pt x="23375" y="33071"/>
                  </a:cubicBezTo>
                  <a:cubicBezTo>
                    <a:pt x="23436" y="33314"/>
                    <a:pt x="23466" y="33618"/>
                    <a:pt x="23557" y="33892"/>
                  </a:cubicBezTo>
                  <a:lnTo>
                    <a:pt x="23709" y="33892"/>
                  </a:lnTo>
                  <a:lnTo>
                    <a:pt x="23709" y="32311"/>
                  </a:lnTo>
                  <a:cubicBezTo>
                    <a:pt x="23709" y="29454"/>
                    <a:pt x="23740" y="26627"/>
                    <a:pt x="23740" y="23800"/>
                  </a:cubicBezTo>
                  <a:cubicBezTo>
                    <a:pt x="23770" y="22767"/>
                    <a:pt x="23770" y="21703"/>
                    <a:pt x="23892" y="20670"/>
                  </a:cubicBezTo>
                  <a:cubicBezTo>
                    <a:pt x="25108" y="10730"/>
                    <a:pt x="32737" y="2523"/>
                    <a:pt x="42555" y="548"/>
                  </a:cubicBezTo>
                  <a:cubicBezTo>
                    <a:pt x="43588" y="365"/>
                    <a:pt x="44591" y="213"/>
                    <a:pt x="45625" y="61"/>
                  </a:cubicBezTo>
                  <a:cubicBezTo>
                    <a:pt x="45442" y="61"/>
                    <a:pt x="45260" y="1"/>
                    <a:pt x="45017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6846298" y="1692560"/>
              <a:ext cx="637894" cy="603145"/>
            </a:xfrm>
            <a:custGeom>
              <a:avLst/>
              <a:gdLst/>
              <a:ahLst/>
              <a:cxnLst/>
              <a:rect l="l" t="t" r="r" b="b"/>
              <a:pathLst>
                <a:path w="23740" h="23618" extrusionOk="0">
                  <a:moveTo>
                    <a:pt x="23223" y="0"/>
                  </a:moveTo>
                  <a:cubicBezTo>
                    <a:pt x="22949" y="183"/>
                    <a:pt x="22706" y="456"/>
                    <a:pt x="22402" y="608"/>
                  </a:cubicBezTo>
                  <a:cubicBezTo>
                    <a:pt x="15198" y="4195"/>
                    <a:pt x="8025" y="7781"/>
                    <a:pt x="791" y="11399"/>
                  </a:cubicBezTo>
                  <a:cubicBezTo>
                    <a:pt x="517" y="11490"/>
                    <a:pt x="274" y="11581"/>
                    <a:pt x="0" y="11702"/>
                  </a:cubicBezTo>
                  <a:lnTo>
                    <a:pt x="0" y="12006"/>
                  </a:lnTo>
                  <a:cubicBezTo>
                    <a:pt x="335" y="12128"/>
                    <a:pt x="730" y="12219"/>
                    <a:pt x="1064" y="12371"/>
                  </a:cubicBezTo>
                  <a:cubicBezTo>
                    <a:pt x="8238" y="15958"/>
                    <a:pt x="15381" y="19575"/>
                    <a:pt x="22554" y="23131"/>
                  </a:cubicBezTo>
                  <a:cubicBezTo>
                    <a:pt x="22828" y="23283"/>
                    <a:pt x="23101" y="23466"/>
                    <a:pt x="23375" y="23618"/>
                  </a:cubicBezTo>
                  <a:lnTo>
                    <a:pt x="23709" y="23618"/>
                  </a:lnTo>
                  <a:cubicBezTo>
                    <a:pt x="23709" y="20669"/>
                    <a:pt x="23739" y="17690"/>
                    <a:pt x="23739" y="14833"/>
                  </a:cubicBezTo>
                  <a:lnTo>
                    <a:pt x="23739" y="11915"/>
                  </a:lnTo>
                  <a:cubicBezTo>
                    <a:pt x="23739" y="11551"/>
                    <a:pt x="23709" y="11155"/>
                    <a:pt x="23709" y="10791"/>
                  </a:cubicBezTo>
                  <a:lnTo>
                    <a:pt x="23709" y="31"/>
                  </a:lnTo>
                  <a:lnTo>
                    <a:pt x="23709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6865081" y="2918107"/>
              <a:ext cx="600330" cy="580646"/>
            </a:xfrm>
            <a:custGeom>
              <a:avLst/>
              <a:gdLst/>
              <a:ahLst/>
              <a:cxnLst/>
              <a:rect l="l" t="t" r="r" b="b"/>
              <a:pathLst>
                <a:path w="22342" h="22737" extrusionOk="0">
                  <a:moveTo>
                    <a:pt x="12220" y="1"/>
                  </a:moveTo>
                  <a:cubicBezTo>
                    <a:pt x="11855" y="1369"/>
                    <a:pt x="11520" y="2676"/>
                    <a:pt x="11186" y="4043"/>
                  </a:cubicBezTo>
                  <a:lnTo>
                    <a:pt x="11034" y="4043"/>
                  </a:lnTo>
                  <a:cubicBezTo>
                    <a:pt x="10700" y="2767"/>
                    <a:pt x="10396" y="1460"/>
                    <a:pt x="10031" y="183"/>
                  </a:cubicBezTo>
                  <a:lnTo>
                    <a:pt x="9818" y="183"/>
                  </a:lnTo>
                  <a:cubicBezTo>
                    <a:pt x="9788" y="1521"/>
                    <a:pt x="9697" y="2797"/>
                    <a:pt x="9666" y="4135"/>
                  </a:cubicBezTo>
                  <a:cubicBezTo>
                    <a:pt x="9575" y="4135"/>
                    <a:pt x="9545" y="4165"/>
                    <a:pt x="9484" y="4165"/>
                  </a:cubicBezTo>
                  <a:cubicBezTo>
                    <a:pt x="8876" y="2949"/>
                    <a:pt x="8268" y="1703"/>
                    <a:pt x="7660" y="457"/>
                  </a:cubicBezTo>
                  <a:cubicBezTo>
                    <a:pt x="7569" y="487"/>
                    <a:pt x="7539" y="487"/>
                    <a:pt x="7508" y="518"/>
                  </a:cubicBezTo>
                  <a:cubicBezTo>
                    <a:pt x="7751" y="1885"/>
                    <a:pt x="7995" y="3253"/>
                    <a:pt x="8238" y="4621"/>
                  </a:cubicBezTo>
                  <a:cubicBezTo>
                    <a:pt x="8146" y="4651"/>
                    <a:pt x="8116" y="4651"/>
                    <a:pt x="8025" y="4712"/>
                  </a:cubicBezTo>
                  <a:cubicBezTo>
                    <a:pt x="7265" y="3709"/>
                    <a:pt x="6475" y="2736"/>
                    <a:pt x="5715" y="1733"/>
                  </a:cubicBezTo>
                  <a:cubicBezTo>
                    <a:pt x="5593" y="1733"/>
                    <a:pt x="5532" y="1764"/>
                    <a:pt x="5411" y="1764"/>
                  </a:cubicBezTo>
                  <a:cubicBezTo>
                    <a:pt x="5897" y="2980"/>
                    <a:pt x="6414" y="4165"/>
                    <a:pt x="6900" y="5381"/>
                  </a:cubicBezTo>
                  <a:cubicBezTo>
                    <a:pt x="6809" y="5411"/>
                    <a:pt x="6779" y="5472"/>
                    <a:pt x="6718" y="5502"/>
                  </a:cubicBezTo>
                  <a:cubicBezTo>
                    <a:pt x="6201" y="5107"/>
                    <a:pt x="5745" y="4712"/>
                    <a:pt x="5259" y="4317"/>
                  </a:cubicBezTo>
                  <a:cubicBezTo>
                    <a:pt x="4773" y="3952"/>
                    <a:pt x="4438" y="3314"/>
                    <a:pt x="3587" y="3192"/>
                  </a:cubicBezTo>
                  <a:lnTo>
                    <a:pt x="3587" y="3192"/>
                  </a:lnTo>
                  <a:cubicBezTo>
                    <a:pt x="4347" y="4317"/>
                    <a:pt x="4985" y="5320"/>
                    <a:pt x="5654" y="6323"/>
                  </a:cubicBezTo>
                  <a:cubicBezTo>
                    <a:pt x="5654" y="6414"/>
                    <a:pt x="5654" y="6445"/>
                    <a:pt x="5715" y="6718"/>
                  </a:cubicBezTo>
                  <a:lnTo>
                    <a:pt x="5593" y="6597"/>
                  </a:lnTo>
                  <a:cubicBezTo>
                    <a:pt x="5320" y="6536"/>
                    <a:pt x="5077" y="6414"/>
                    <a:pt x="4833" y="6293"/>
                  </a:cubicBezTo>
                  <a:cubicBezTo>
                    <a:pt x="4013" y="5837"/>
                    <a:pt x="3131" y="5411"/>
                    <a:pt x="2280" y="4955"/>
                  </a:cubicBezTo>
                  <a:lnTo>
                    <a:pt x="2189" y="5077"/>
                  </a:lnTo>
                  <a:cubicBezTo>
                    <a:pt x="3040" y="5989"/>
                    <a:pt x="3952" y="6901"/>
                    <a:pt x="4833" y="7812"/>
                  </a:cubicBezTo>
                  <a:cubicBezTo>
                    <a:pt x="4833" y="7904"/>
                    <a:pt x="4803" y="7934"/>
                    <a:pt x="4773" y="7964"/>
                  </a:cubicBezTo>
                  <a:cubicBezTo>
                    <a:pt x="3587" y="7660"/>
                    <a:pt x="2402" y="7326"/>
                    <a:pt x="1216" y="6992"/>
                  </a:cubicBezTo>
                  <a:cubicBezTo>
                    <a:pt x="1186" y="7053"/>
                    <a:pt x="1125" y="7144"/>
                    <a:pt x="1034" y="7205"/>
                  </a:cubicBezTo>
                  <a:cubicBezTo>
                    <a:pt x="2098" y="7934"/>
                    <a:pt x="3283" y="8542"/>
                    <a:pt x="4225" y="9423"/>
                  </a:cubicBezTo>
                  <a:cubicBezTo>
                    <a:pt x="2827" y="9332"/>
                    <a:pt x="1459" y="9211"/>
                    <a:pt x="61" y="9150"/>
                  </a:cubicBezTo>
                  <a:cubicBezTo>
                    <a:pt x="61" y="9180"/>
                    <a:pt x="0" y="9271"/>
                    <a:pt x="0" y="9302"/>
                  </a:cubicBezTo>
                  <a:cubicBezTo>
                    <a:pt x="1307" y="9758"/>
                    <a:pt x="2554" y="10244"/>
                    <a:pt x="3861" y="10700"/>
                  </a:cubicBezTo>
                  <a:cubicBezTo>
                    <a:pt x="3800" y="10791"/>
                    <a:pt x="3800" y="10852"/>
                    <a:pt x="3800" y="10943"/>
                  </a:cubicBezTo>
                  <a:cubicBezTo>
                    <a:pt x="2584" y="11095"/>
                    <a:pt x="1429" y="11278"/>
                    <a:pt x="213" y="11430"/>
                  </a:cubicBezTo>
                  <a:cubicBezTo>
                    <a:pt x="122" y="11551"/>
                    <a:pt x="92" y="11612"/>
                    <a:pt x="0" y="11733"/>
                  </a:cubicBezTo>
                  <a:cubicBezTo>
                    <a:pt x="1277" y="11916"/>
                    <a:pt x="2554" y="12068"/>
                    <a:pt x="3800" y="12250"/>
                  </a:cubicBezTo>
                  <a:lnTo>
                    <a:pt x="3800" y="12463"/>
                  </a:lnTo>
                  <a:cubicBezTo>
                    <a:pt x="2554" y="12919"/>
                    <a:pt x="1307" y="13405"/>
                    <a:pt x="61" y="13861"/>
                  </a:cubicBezTo>
                  <a:cubicBezTo>
                    <a:pt x="61" y="13892"/>
                    <a:pt x="92" y="13983"/>
                    <a:pt x="92" y="14013"/>
                  </a:cubicBezTo>
                  <a:lnTo>
                    <a:pt x="3952" y="13770"/>
                  </a:lnTo>
                  <a:cubicBezTo>
                    <a:pt x="4013" y="13861"/>
                    <a:pt x="4013" y="13922"/>
                    <a:pt x="4043" y="14013"/>
                  </a:cubicBezTo>
                  <a:cubicBezTo>
                    <a:pt x="2979" y="14651"/>
                    <a:pt x="1915" y="15351"/>
                    <a:pt x="852" y="15989"/>
                  </a:cubicBezTo>
                  <a:cubicBezTo>
                    <a:pt x="882" y="16050"/>
                    <a:pt x="882" y="16110"/>
                    <a:pt x="912" y="16171"/>
                  </a:cubicBezTo>
                  <a:cubicBezTo>
                    <a:pt x="2219" y="15837"/>
                    <a:pt x="3466" y="15503"/>
                    <a:pt x="4712" y="15138"/>
                  </a:cubicBezTo>
                  <a:cubicBezTo>
                    <a:pt x="4773" y="15199"/>
                    <a:pt x="4773" y="15229"/>
                    <a:pt x="4803" y="15259"/>
                  </a:cubicBezTo>
                  <a:cubicBezTo>
                    <a:pt x="3921" y="16110"/>
                    <a:pt x="3101" y="16962"/>
                    <a:pt x="2219" y="17843"/>
                  </a:cubicBezTo>
                  <a:lnTo>
                    <a:pt x="2371" y="17995"/>
                  </a:lnTo>
                  <a:cubicBezTo>
                    <a:pt x="3466" y="17417"/>
                    <a:pt x="4529" y="16901"/>
                    <a:pt x="5624" y="16354"/>
                  </a:cubicBezTo>
                  <a:cubicBezTo>
                    <a:pt x="5684" y="16414"/>
                    <a:pt x="5684" y="16445"/>
                    <a:pt x="5715" y="16475"/>
                  </a:cubicBezTo>
                  <a:cubicBezTo>
                    <a:pt x="5016" y="17478"/>
                    <a:pt x="4377" y="18481"/>
                    <a:pt x="3709" y="19515"/>
                  </a:cubicBezTo>
                  <a:cubicBezTo>
                    <a:pt x="3770" y="19606"/>
                    <a:pt x="3800" y="19636"/>
                    <a:pt x="3891" y="19667"/>
                  </a:cubicBezTo>
                  <a:cubicBezTo>
                    <a:pt x="4833" y="18907"/>
                    <a:pt x="5836" y="18147"/>
                    <a:pt x="6779" y="17387"/>
                  </a:cubicBezTo>
                  <a:lnTo>
                    <a:pt x="6900" y="17509"/>
                  </a:lnTo>
                  <a:cubicBezTo>
                    <a:pt x="6444" y="18542"/>
                    <a:pt x="6019" y="19606"/>
                    <a:pt x="5593" y="20609"/>
                  </a:cubicBezTo>
                  <a:cubicBezTo>
                    <a:pt x="5715" y="20700"/>
                    <a:pt x="5776" y="20822"/>
                    <a:pt x="5897" y="20883"/>
                  </a:cubicBezTo>
                  <a:cubicBezTo>
                    <a:pt x="6627" y="19971"/>
                    <a:pt x="7295" y="19059"/>
                    <a:pt x="8025" y="18147"/>
                  </a:cubicBezTo>
                  <a:lnTo>
                    <a:pt x="8025" y="18147"/>
                  </a:lnTo>
                  <a:cubicBezTo>
                    <a:pt x="8116" y="19484"/>
                    <a:pt x="7660" y="20731"/>
                    <a:pt x="7599" y="21977"/>
                  </a:cubicBezTo>
                  <a:cubicBezTo>
                    <a:pt x="7691" y="21977"/>
                    <a:pt x="7721" y="22038"/>
                    <a:pt x="7812" y="22038"/>
                  </a:cubicBezTo>
                  <a:cubicBezTo>
                    <a:pt x="8329" y="20883"/>
                    <a:pt x="8906" y="19758"/>
                    <a:pt x="9484" y="18603"/>
                  </a:cubicBezTo>
                  <a:cubicBezTo>
                    <a:pt x="9545" y="18603"/>
                    <a:pt x="9575" y="18633"/>
                    <a:pt x="9666" y="18633"/>
                  </a:cubicBezTo>
                  <a:cubicBezTo>
                    <a:pt x="9697" y="19302"/>
                    <a:pt x="9697" y="19940"/>
                    <a:pt x="9727" y="20579"/>
                  </a:cubicBezTo>
                  <a:cubicBezTo>
                    <a:pt x="9818" y="21217"/>
                    <a:pt x="9636" y="21916"/>
                    <a:pt x="10001" y="22706"/>
                  </a:cubicBezTo>
                  <a:cubicBezTo>
                    <a:pt x="10396" y="21308"/>
                    <a:pt x="10700" y="20001"/>
                    <a:pt x="11034" y="18755"/>
                  </a:cubicBezTo>
                  <a:cubicBezTo>
                    <a:pt x="11338" y="19454"/>
                    <a:pt x="11490" y="20123"/>
                    <a:pt x="11672" y="20761"/>
                  </a:cubicBezTo>
                  <a:cubicBezTo>
                    <a:pt x="11824" y="21430"/>
                    <a:pt x="12007" y="22098"/>
                    <a:pt x="12220" y="22737"/>
                  </a:cubicBezTo>
                  <a:cubicBezTo>
                    <a:pt x="12250" y="22737"/>
                    <a:pt x="12280" y="22706"/>
                    <a:pt x="12311" y="22706"/>
                  </a:cubicBezTo>
                  <a:cubicBezTo>
                    <a:pt x="12402" y="21369"/>
                    <a:pt x="12432" y="20001"/>
                    <a:pt x="12523" y="18694"/>
                  </a:cubicBezTo>
                  <a:cubicBezTo>
                    <a:pt x="12584" y="18694"/>
                    <a:pt x="12615" y="18633"/>
                    <a:pt x="12706" y="18633"/>
                  </a:cubicBezTo>
                  <a:cubicBezTo>
                    <a:pt x="13283" y="19849"/>
                    <a:pt x="13891" y="21065"/>
                    <a:pt x="14499" y="22281"/>
                  </a:cubicBezTo>
                  <a:cubicBezTo>
                    <a:pt x="14530" y="21582"/>
                    <a:pt x="14378" y="20913"/>
                    <a:pt x="14286" y="20275"/>
                  </a:cubicBezTo>
                  <a:cubicBezTo>
                    <a:pt x="14226" y="19636"/>
                    <a:pt x="13952" y="18998"/>
                    <a:pt x="14256" y="18269"/>
                  </a:cubicBezTo>
                  <a:lnTo>
                    <a:pt x="14256" y="18269"/>
                  </a:lnTo>
                  <a:cubicBezTo>
                    <a:pt x="15016" y="19302"/>
                    <a:pt x="15806" y="20366"/>
                    <a:pt x="16627" y="21430"/>
                  </a:cubicBezTo>
                  <a:cubicBezTo>
                    <a:pt x="16566" y="21126"/>
                    <a:pt x="16627" y="20822"/>
                    <a:pt x="16505" y="20548"/>
                  </a:cubicBezTo>
                  <a:cubicBezTo>
                    <a:pt x="16201" y="19697"/>
                    <a:pt x="15867" y="18937"/>
                    <a:pt x="15563" y="18117"/>
                  </a:cubicBezTo>
                  <a:cubicBezTo>
                    <a:pt x="15441" y="17843"/>
                    <a:pt x="15472" y="17539"/>
                    <a:pt x="15441" y="17235"/>
                  </a:cubicBezTo>
                  <a:lnTo>
                    <a:pt x="15411" y="17235"/>
                  </a:lnTo>
                  <a:lnTo>
                    <a:pt x="15441" y="17205"/>
                  </a:lnTo>
                  <a:cubicBezTo>
                    <a:pt x="16323" y="17995"/>
                    <a:pt x="17174" y="18755"/>
                    <a:pt x="18055" y="19515"/>
                  </a:cubicBezTo>
                  <a:lnTo>
                    <a:pt x="18329" y="19241"/>
                  </a:lnTo>
                  <a:cubicBezTo>
                    <a:pt x="17721" y="18299"/>
                    <a:pt x="16992" y="17478"/>
                    <a:pt x="16627" y="16323"/>
                  </a:cubicBezTo>
                  <a:lnTo>
                    <a:pt x="16627" y="16323"/>
                  </a:lnTo>
                  <a:cubicBezTo>
                    <a:pt x="17691" y="16901"/>
                    <a:pt x="18694" y="17417"/>
                    <a:pt x="19758" y="17995"/>
                  </a:cubicBezTo>
                  <a:cubicBezTo>
                    <a:pt x="19849" y="17873"/>
                    <a:pt x="19879" y="17813"/>
                    <a:pt x="19970" y="17721"/>
                  </a:cubicBezTo>
                  <a:cubicBezTo>
                    <a:pt x="19089" y="16870"/>
                    <a:pt x="18207" y="16019"/>
                    <a:pt x="17326" y="15138"/>
                  </a:cubicBezTo>
                  <a:lnTo>
                    <a:pt x="17326" y="15138"/>
                  </a:lnTo>
                  <a:cubicBezTo>
                    <a:pt x="18329" y="15259"/>
                    <a:pt x="19211" y="15533"/>
                    <a:pt x="20062" y="15746"/>
                  </a:cubicBezTo>
                  <a:cubicBezTo>
                    <a:pt x="20457" y="15837"/>
                    <a:pt x="20882" y="15867"/>
                    <a:pt x="21247" y="15958"/>
                  </a:cubicBezTo>
                  <a:cubicBezTo>
                    <a:pt x="21095" y="15807"/>
                    <a:pt x="20973" y="15655"/>
                    <a:pt x="20791" y="15533"/>
                  </a:cubicBezTo>
                  <a:cubicBezTo>
                    <a:pt x="20062" y="15077"/>
                    <a:pt x="19302" y="14621"/>
                    <a:pt x="18542" y="14135"/>
                  </a:cubicBezTo>
                  <a:cubicBezTo>
                    <a:pt x="18390" y="14013"/>
                    <a:pt x="18238" y="13861"/>
                    <a:pt x="17934" y="13588"/>
                  </a:cubicBezTo>
                  <a:lnTo>
                    <a:pt x="17934" y="13588"/>
                  </a:lnTo>
                  <a:cubicBezTo>
                    <a:pt x="19514" y="13709"/>
                    <a:pt x="20791" y="13770"/>
                    <a:pt x="22129" y="13861"/>
                  </a:cubicBezTo>
                  <a:cubicBezTo>
                    <a:pt x="22159" y="13831"/>
                    <a:pt x="22159" y="13740"/>
                    <a:pt x="22159" y="13709"/>
                  </a:cubicBezTo>
                  <a:cubicBezTo>
                    <a:pt x="20913" y="13253"/>
                    <a:pt x="19606" y="12767"/>
                    <a:pt x="18359" y="12311"/>
                  </a:cubicBezTo>
                  <a:lnTo>
                    <a:pt x="18359" y="12098"/>
                  </a:lnTo>
                  <a:cubicBezTo>
                    <a:pt x="19697" y="11916"/>
                    <a:pt x="21034" y="11703"/>
                    <a:pt x="22341" y="11490"/>
                  </a:cubicBezTo>
                  <a:lnTo>
                    <a:pt x="22341" y="11308"/>
                  </a:lnTo>
                  <a:cubicBezTo>
                    <a:pt x="21065" y="11126"/>
                    <a:pt x="19727" y="10943"/>
                    <a:pt x="18451" y="10730"/>
                  </a:cubicBezTo>
                  <a:cubicBezTo>
                    <a:pt x="19666" y="9971"/>
                    <a:pt x="21004" y="9667"/>
                    <a:pt x="22129" y="8967"/>
                  </a:cubicBezTo>
                  <a:lnTo>
                    <a:pt x="22129" y="8967"/>
                  </a:lnTo>
                  <a:cubicBezTo>
                    <a:pt x="20791" y="9028"/>
                    <a:pt x="19423" y="9150"/>
                    <a:pt x="18055" y="9211"/>
                  </a:cubicBezTo>
                  <a:cubicBezTo>
                    <a:pt x="18055" y="9180"/>
                    <a:pt x="18025" y="9119"/>
                    <a:pt x="18025" y="9059"/>
                  </a:cubicBezTo>
                  <a:cubicBezTo>
                    <a:pt x="19119" y="8360"/>
                    <a:pt x="20244" y="7660"/>
                    <a:pt x="21338" y="6931"/>
                  </a:cubicBezTo>
                  <a:cubicBezTo>
                    <a:pt x="21308" y="6870"/>
                    <a:pt x="21308" y="6840"/>
                    <a:pt x="21247" y="6749"/>
                  </a:cubicBezTo>
                  <a:cubicBezTo>
                    <a:pt x="20001" y="7083"/>
                    <a:pt x="18785" y="7448"/>
                    <a:pt x="17539" y="7782"/>
                  </a:cubicBezTo>
                  <a:cubicBezTo>
                    <a:pt x="17508" y="7691"/>
                    <a:pt x="17508" y="7660"/>
                    <a:pt x="17448" y="7600"/>
                  </a:cubicBezTo>
                  <a:cubicBezTo>
                    <a:pt x="18329" y="6749"/>
                    <a:pt x="19241" y="5867"/>
                    <a:pt x="20122" y="5046"/>
                  </a:cubicBezTo>
                  <a:lnTo>
                    <a:pt x="20122" y="4712"/>
                  </a:lnTo>
                  <a:cubicBezTo>
                    <a:pt x="19028" y="5259"/>
                    <a:pt x="17934" y="5806"/>
                    <a:pt x="16870" y="6384"/>
                  </a:cubicBezTo>
                  <a:cubicBezTo>
                    <a:pt x="16809" y="6414"/>
                    <a:pt x="16748" y="6414"/>
                    <a:pt x="16657" y="6445"/>
                  </a:cubicBezTo>
                  <a:cubicBezTo>
                    <a:pt x="16688" y="6384"/>
                    <a:pt x="16688" y="6262"/>
                    <a:pt x="16748" y="6171"/>
                  </a:cubicBezTo>
                  <a:cubicBezTo>
                    <a:pt x="17356" y="5229"/>
                    <a:pt x="17995" y="4287"/>
                    <a:pt x="18603" y="3344"/>
                  </a:cubicBezTo>
                  <a:cubicBezTo>
                    <a:pt x="18511" y="3253"/>
                    <a:pt x="18451" y="3223"/>
                    <a:pt x="18359" y="3132"/>
                  </a:cubicBezTo>
                  <a:cubicBezTo>
                    <a:pt x="17417" y="3891"/>
                    <a:pt x="16505" y="4712"/>
                    <a:pt x="15563" y="5472"/>
                  </a:cubicBezTo>
                  <a:cubicBezTo>
                    <a:pt x="15472" y="5411"/>
                    <a:pt x="15441" y="5381"/>
                    <a:pt x="15350" y="5350"/>
                  </a:cubicBezTo>
                  <a:cubicBezTo>
                    <a:pt x="15837" y="4165"/>
                    <a:pt x="16323" y="2980"/>
                    <a:pt x="16779" y="1825"/>
                  </a:cubicBezTo>
                  <a:lnTo>
                    <a:pt x="16596" y="1612"/>
                  </a:lnTo>
                  <a:cubicBezTo>
                    <a:pt x="15837" y="2615"/>
                    <a:pt x="15016" y="3648"/>
                    <a:pt x="14226" y="4621"/>
                  </a:cubicBezTo>
                  <a:cubicBezTo>
                    <a:pt x="14134" y="4591"/>
                    <a:pt x="14104" y="4560"/>
                    <a:pt x="14043" y="4499"/>
                  </a:cubicBezTo>
                  <a:cubicBezTo>
                    <a:pt x="14226" y="3344"/>
                    <a:pt x="14469" y="2159"/>
                    <a:pt x="14651" y="973"/>
                  </a:cubicBezTo>
                  <a:cubicBezTo>
                    <a:pt x="14530" y="973"/>
                    <a:pt x="14408" y="943"/>
                    <a:pt x="14317" y="943"/>
                  </a:cubicBezTo>
                  <a:cubicBezTo>
                    <a:pt x="13770" y="2007"/>
                    <a:pt x="13283" y="3071"/>
                    <a:pt x="12736" y="4135"/>
                  </a:cubicBezTo>
                  <a:cubicBezTo>
                    <a:pt x="12675" y="4135"/>
                    <a:pt x="12645" y="4104"/>
                    <a:pt x="12554" y="4104"/>
                  </a:cubicBezTo>
                  <a:cubicBezTo>
                    <a:pt x="12463" y="2767"/>
                    <a:pt x="12432" y="1399"/>
                    <a:pt x="12371" y="31"/>
                  </a:cubicBezTo>
                  <a:cubicBezTo>
                    <a:pt x="12280" y="1"/>
                    <a:pt x="12250" y="1"/>
                    <a:pt x="1222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7483373" y="1995231"/>
              <a:ext cx="325852" cy="607052"/>
            </a:xfrm>
            <a:custGeom>
              <a:avLst/>
              <a:gdLst/>
              <a:ahLst/>
              <a:cxnLst/>
              <a:rect l="l" t="t" r="r" b="b"/>
              <a:pathLst>
                <a:path w="12127" h="23771" extrusionOk="0">
                  <a:moveTo>
                    <a:pt x="183" y="0"/>
                  </a:moveTo>
                  <a:cubicBezTo>
                    <a:pt x="133" y="0"/>
                    <a:pt x="82" y="1"/>
                    <a:pt x="31" y="1"/>
                  </a:cubicBezTo>
                  <a:lnTo>
                    <a:pt x="31" y="2919"/>
                  </a:lnTo>
                  <a:cubicBezTo>
                    <a:pt x="31" y="5837"/>
                    <a:pt x="1" y="8816"/>
                    <a:pt x="1" y="11765"/>
                  </a:cubicBezTo>
                  <a:lnTo>
                    <a:pt x="1" y="11947"/>
                  </a:lnTo>
                  <a:lnTo>
                    <a:pt x="4591" y="11947"/>
                  </a:lnTo>
                  <a:cubicBezTo>
                    <a:pt x="4378" y="12069"/>
                    <a:pt x="4256" y="12160"/>
                    <a:pt x="4104" y="12190"/>
                  </a:cubicBezTo>
                  <a:cubicBezTo>
                    <a:pt x="2007" y="12859"/>
                    <a:pt x="730" y="14318"/>
                    <a:pt x="123" y="16415"/>
                  </a:cubicBezTo>
                  <a:cubicBezTo>
                    <a:pt x="123" y="16445"/>
                    <a:pt x="62" y="16506"/>
                    <a:pt x="31" y="16567"/>
                  </a:cubicBezTo>
                  <a:lnTo>
                    <a:pt x="31" y="19151"/>
                  </a:lnTo>
                  <a:cubicBezTo>
                    <a:pt x="123" y="19333"/>
                    <a:pt x="183" y="19546"/>
                    <a:pt x="275" y="19759"/>
                  </a:cubicBezTo>
                  <a:cubicBezTo>
                    <a:pt x="974" y="21674"/>
                    <a:pt x="2341" y="22981"/>
                    <a:pt x="4378" y="23588"/>
                  </a:cubicBezTo>
                  <a:cubicBezTo>
                    <a:pt x="4560" y="23619"/>
                    <a:pt x="4773" y="23710"/>
                    <a:pt x="4986" y="23771"/>
                  </a:cubicBezTo>
                  <a:lnTo>
                    <a:pt x="6840" y="23771"/>
                  </a:lnTo>
                  <a:cubicBezTo>
                    <a:pt x="6962" y="23710"/>
                    <a:pt x="7053" y="23680"/>
                    <a:pt x="7174" y="23619"/>
                  </a:cubicBezTo>
                  <a:cubicBezTo>
                    <a:pt x="9484" y="23072"/>
                    <a:pt x="10974" y="21643"/>
                    <a:pt x="11673" y="19363"/>
                  </a:cubicBezTo>
                  <a:cubicBezTo>
                    <a:pt x="11734" y="19151"/>
                    <a:pt x="11764" y="18968"/>
                    <a:pt x="11855" y="18725"/>
                  </a:cubicBezTo>
                  <a:lnTo>
                    <a:pt x="11855" y="16841"/>
                  </a:lnTo>
                  <a:cubicBezTo>
                    <a:pt x="11582" y="16142"/>
                    <a:pt x="11399" y="15351"/>
                    <a:pt x="11004" y="14743"/>
                  </a:cubicBezTo>
                  <a:cubicBezTo>
                    <a:pt x="10579" y="14044"/>
                    <a:pt x="10032" y="13497"/>
                    <a:pt x="9424" y="12980"/>
                  </a:cubicBezTo>
                  <a:cubicBezTo>
                    <a:pt x="8846" y="12524"/>
                    <a:pt x="8177" y="12281"/>
                    <a:pt x="7509" y="11917"/>
                  </a:cubicBezTo>
                  <a:cubicBezTo>
                    <a:pt x="7509" y="11856"/>
                    <a:pt x="7539" y="11825"/>
                    <a:pt x="7539" y="11765"/>
                  </a:cubicBezTo>
                  <a:lnTo>
                    <a:pt x="11764" y="11765"/>
                  </a:lnTo>
                  <a:cubicBezTo>
                    <a:pt x="12126" y="6332"/>
                    <a:pt x="7274" y="0"/>
                    <a:pt x="18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>
              <a:off x="7801938" y="2294762"/>
              <a:ext cx="325906" cy="303615"/>
            </a:xfrm>
            <a:custGeom>
              <a:avLst/>
              <a:gdLst/>
              <a:ahLst/>
              <a:cxnLst/>
              <a:rect l="l" t="t" r="r" b="b"/>
              <a:pathLst>
                <a:path w="12129" h="11889" extrusionOk="0">
                  <a:moveTo>
                    <a:pt x="5943" y="0"/>
                  </a:moveTo>
                  <a:cubicBezTo>
                    <a:pt x="3442" y="0"/>
                    <a:pt x="1147" y="1665"/>
                    <a:pt x="304" y="4108"/>
                  </a:cubicBezTo>
                  <a:cubicBezTo>
                    <a:pt x="183" y="4412"/>
                    <a:pt x="122" y="4715"/>
                    <a:pt x="0" y="5019"/>
                  </a:cubicBezTo>
                  <a:lnTo>
                    <a:pt x="0" y="6934"/>
                  </a:lnTo>
                  <a:cubicBezTo>
                    <a:pt x="152" y="7421"/>
                    <a:pt x="304" y="7907"/>
                    <a:pt x="456" y="8302"/>
                  </a:cubicBezTo>
                  <a:cubicBezTo>
                    <a:pt x="1186" y="9913"/>
                    <a:pt x="2341" y="11038"/>
                    <a:pt x="4013" y="11585"/>
                  </a:cubicBezTo>
                  <a:cubicBezTo>
                    <a:pt x="4347" y="11706"/>
                    <a:pt x="4681" y="11798"/>
                    <a:pt x="5016" y="11889"/>
                  </a:cubicBezTo>
                  <a:lnTo>
                    <a:pt x="6839" y="11889"/>
                  </a:lnTo>
                  <a:cubicBezTo>
                    <a:pt x="7143" y="11828"/>
                    <a:pt x="7386" y="11737"/>
                    <a:pt x="7660" y="11676"/>
                  </a:cubicBezTo>
                  <a:cubicBezTo>
                    <a:pt x="10365" y="10825"/>
                    <a:pt x="12128" y="8302"/>
                    <a:pt x="11885" y="5506"/>
                  </a:cubicBezTo>
                  <a:cubicBezTo>
                    <a:pt x="11672" y="2679"/>
                    <a:pt x="9453" y="399"/>
                    <a:pt x="6566" y="35"/>
                  </a:cubicBezTo>
                  <a:cubicBezTo>
                    <a:pt x="6357" y="11"/>
                    <a:pt x="6149" y="0"/>
                    <a:pt x="5943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7801938" y="2600676"/>
              <a:ext cx="326712" cy="303539"/>
            </a:xfrm>
            <a:custGeom>
              <a:avLst/>
              <a:gdLst/>
              <a:ahLst/>
              <a:cxnLst/>
              <a:rect l="l" t="t" r="r" b="b"/>
              <a:pathLst>
                <a:path w="12159" h="11886" extrusionOk="0">
                  <a:moveTo>
                    <a:pt x="5016" y="0"/>
                  </a:moveTo>
                  <a:cubicBezTo>
                    <a:pt x="4377" y="213"/>
                    <a:pt x="3678" y="365"/>
                    <a:pt x="3070" y="730"/>
                  </a:cubicBezTo>
                  <a:cubicBezTo>
                    <a:pt x="1702" y="1429"/>
                    <a:pt x="791" y="2553"/>
                    <a:pt x="304" y="4012"/>
                  </a:cubicBezTo>
                  <a:cubicBezTo>
                    <a:pt x="183" y="4377"/>
                    <a:pt x="91" y="4681"/>
                    <a:pt x="0" y="5015"/>
                  </a:cubicBezTo>
                  <a:lnTo>
                    <a:pt x="0" y="6869"/>
                  </a:lnTo>
                  <a:cubicBezTo>
                    <a:pt x="61" y="7082"/>
                    <a:pt x="152" y="7356"/>
                    <a:pt x="213" y="7599"/>
                  </a:cubicBezTo>
                  <a:cubicBezTo>
                    <a:pt x="839" y="9676"/>
                    <a:pt x="2770" y="11886"/>
                    <a:pt x="6031" y="11886"/>
                  </a:cubicBezTo>
                  <a:cubicBezTo>
                    <a:pt x="6254" y="11886"/>
                    <a:pt x="6483" y="11876"/>
                    <a:pt x="6718" y="11854"/>
                  </a:cubicBezTo>
                  <a:cubicBezTo>
                    <a:pt x="9332" y="11581"/>
                    <a:pt x="11429" y="9453"/>
                    <a:pt x="11763" y="6626"/>
                  </a:cubicBezTo>
                  <a:cubicBezTo>
                    <a:pt x="12159" y="3647"/>
                    <a:pt x="10517" y="1094"/>
                    <a:pt x="7660" y="213"/>
                  </a:cubicBezTo>
                  <a:cubicBezTo>
                    <a:pt x="7356" y="152"/>
                    <a:pt x="7113" y="61"/>
                    <a:pt x="6839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6528566" y="3254204"/>
              <a:ext cx="317738" cy="556564"/>
            </a:xfrm>
            <a:custGeom>
              <a:avLst/>
              <a:gdLst/>
              <a:ahLst/>
              <a:cxnLst/>
              <a:rect l="l" t="t" r="r" b="b"/>
              <a:pathLst>
                <a:path w="11825" h="21794" extrusionOk="0">
                  <a:moveTo>
                    <a:pt x="11794" y="0"/>
                  </a:moveTo>
                  <a:cubicBezTo>
                    <a:pt x="11703" y="0"/>
                    <a:pt x="11581" y="61"/>
                    <a:pt x="11520" y="91"/>
                  </a:cubicBezTo>
                  <a:cubicBezTo>
                    <a:pt x="10760" y="4499"/>
                    <a:pt x="8207" y="7447"/>
                    <a:pt x="4134" y="9180"/>
                  </a:cubicBezTo>
                  <a:cubicBezTo>
                    <a:pt x="2797" y="9696"/>
                    <a:pt x="1429" y="9939"/>
                    <a:pt x="0" y="9970"/>
                  </a:cubicBezTo>
                  <a:cubicBezTo>
                    <a:pt x="274" y="10243"/>
                    <a:pt x="487" y="10547"/>
                    <a:pt x="760" y="10791"/>
                  </a:cubicBezTo>
                  <a:lnTo>
                    <a:pt x="10912" y="20943"/>
                  </a:lnTo>
                  <a:cubicBezTo>
                    <a:pt x="11186" y="21216"/>
                    <a:pt x="11399" y="21520"/>
                    <a:pt x="11672" y="21794"/>
                  </a:cubicBezTo>
                  <a:cubicBezTo>
                    <a:pt x="11733" y="21794"/>
                    <a:pt x="11794" y="21733"/>
                    <a:pt x="11824" y="21703"/>
                  </a:cubicBezTo>
                  <a:lnTo>
                    <a:pt x="11824" y="9970"/>
                  </a:lnTo>
                  <a:cubicBezTo>
                    <a:pt x="11794" y="6657"/>
                    <a:pt x="11794" y="3313"/>
                    <a:pt x="11794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6846298" y="3508767"/>
              <a:ext cx="317738" cy="299657"/>
            </a:xfrm>
            <a:custGeom>
              <a:avLst/>
              <a:gdLst/>
              <a:ahLst/>
              <a:cxnLst/>
              <a:rect l="l" t="t" r="r" b="b"/>
              <a:pathLst>
                <a:path w="11825" h="11734" extrusionOk="0">
                  <a:moveTo>
                    <a:pt x="31" y="1"/>
                  </a:moveTo>
                  <a:cubicBezTo>
                    <a:pt x="0" y="3891"/>
                    <a:pt x="0" y="7812"/>
                    <a:pt x="0" y="11734"/>
                  </a:cubicBezTo>
                  <a:cubicBezTo>
                    <a:pt x="274" y="11521"/>
                    <a:pt x="578" y="11278"/>
                    <a:pt x="882" y="11004"/>
                  </a:cubicBezTo>
                  <a:lnTo>
                    <a:pt x="11824" y="62"/>
                  </a:lnTo>
                  <a:cubicBezTo>
                    <a:pt x="11308" y="62"/>
                    <a:pt x="10791" y="31"/>
                    <a:pt x="10304" y="31"/>
                  </a:cubicBezTo>
                  <a:cubicBezTo>
                    <a:pt x="6870" y="1"/>
                    <a:pt x="3465" y="1"/>
                    <a:pt x="3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>
              <a:off x="7168114" y="3509559"/>
              <a:ext cx="315266" cy="298865"/>
            </a:xfrm>
            <a:custGeom>
              <a:avLst/>
              <a:gdLst/>
              <a:ahLst/>
              <a:cxnLst/>
              <a:rect l="l" t="t" r="r" b="b"/>
              <a:pathLst>
                <a:path w="11733" h="11703" extrusionOk="0">
                  <a:moveTo>
                    <a:pt x="0" y="0"/>
                  </a:moveTo>
                  <a:cubicBezTo>
                    <a:pt x="152" y="183"/>
                    <a:pt x="274" y="395"/>
                    <a:pt x="487" y="578"/>
                  </a:cubicBezTo>
                  <a:lnTo>
                    <a:pt x="11125" y="11216"/>
                  </a:lnTo>
                  <a:cubicBezTo>
                    <a:pt x="11247" y="11368"/>
                    <a:pt x="11429" y="11459"/>
                    <a:pt x="11733" y="11703"/>
                  </a:cubicBezTo>
                  <a:lnTo>
                    <a:pt x="11733" y="31"/>
                  </a:lnTo>
                  <a:cubicBezTo>
                    <a:pt x="7812" y="31"/>
                    <a:pt x="3891" y="31"/>
                    <a:pt x="0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>
              <a:off x="8120475" y="1999138"/>
              <a:ext cx="316099" cy="298865"/>
            </a:xfrm>
            <a:custGeom>
              <a:avLst/>
              <a:gdLst/>
              <a:ahLst/>
              <a:cxnLst/>
              <a:rect l="l" t="t" r="r" b="b"/>
              <a:pathLst>
                <a:path w="11764" h="11703" extrusionOk="0">
                  <a:moveTo>
                    <a:pt x="61" y="0"/>
                  </a:moveTo>
                  <a:cubicBezTo>
                    <a:pt x="61" y="487"/>
                    <a:pt x="31" y="791"/>
                    <a:pt x="31" y="1125"/>
                  </a:cubicBezTo>
                  <a:cubicBezTo>
                    <a:pt x="31" y="4104"/>
                    <a:pt x="1" y="7052"/>
                    <a:pt x="1" y="10031"/>
                  </a:cubicBezTo>
                  <a:cubicBezTo>
                    <a:pt x="31" y="10517"/>
                    <a:pt x="61" y="11064"/>
                    <a:pt x="92" y="11703"/>
                  </a:cubicBezTo>
                  <a:lnTo>
                    <a:pt x="1672" y="11703"/>
                  </a:lnTo>
                  <a:cubicBezTo>
                    <a:pt x="5046" y="11703"/>
                    <a:pt x="8390" y="11672"/>
                    <a:pt x="11764" y="11672"/>
                  </a:cubicBezTo>
                  <a:cubicBezTo>
                    <a:pt x="11673" y="11520"/>
                    <a:pt x="11581" y="11399"/>
                    <a:pt x="11460" y="11277"/>
                  </a:cubicBezTo>
                  <a:cubicBezTo>
                    <a:pt x="7873" y="7660"/>
                    <a:pt x="4286" y="4073"/>
                    <a:pt x="669" y="487"/>
                  </a:cubicBezTo>
                  <a:cubicBezTo>
                    <a:pt x="517" y="335"/>
                    <a:pt x="335" y="213"/>
                    <a:pt x="6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7"/>
            <p:cNvSpPr/>
            <p:nvPr/>
          </p:nvSpPr>
          <p:spPr>
            <a:xfrm>
              <a:off x="8118030" y="2902582"/>
              <a:ext cx="284258" cy="258516"/>
            </a:xfrm>
            <a:custGeom>
              <a:avLst/>
              <a:gdLst/>
              <a:ahLst/>
              <a:cxnLst/>
              <a:rect l="l" t="t" r="r" b="b"/>
              <a:pathLst>
                <a:path w="10579" h="10123" extrusionOk="0">
                  <a:moveTo>
                    <a:pt x="7083" y="1"/>
                  </a:moveTo>
                  <a:cubicBezTo>
                    <a:pt x="4773" y="1"/>
                    <a:pt x="2493" y="31"/>
                    <a:pt x="213" y="31"/>
                  </a:cubicBezTo>
                  <a:cubicBezTo>
                    <a:pt x="122" y="639"/>
                    <a:pt x="92" y="1156"/>
                    <a:pt x="0" y="1703"/>
                  </a:cubicBezTo>
                  <a:cubicBezTo>
                    <a:pt x="244" y="2341"/>
                    <a:pt x="213" y="2980"/>
                    <a:pt x="0" y="3648"/>
                  </a:cubicBezTo>
                  <a:cubicBezTo>
                    <a:pt x="61" y="4013"/>
                    <a:pt x="122" y="4408"/>
                    <a:pt x="122" y="4773"/>
                  </a:cubicBezTo>
                  <a:cubicBezTo>
                    <a:pt x="122" y="6566"/>
                    <a:pt x="152" y="8360"/>
                    <a:pt x="152" y="10123"/>
                  </a:cubicBezTo>
                  <a:cubicBezTo>
                    <a:pt x="365" y="9515"/>
                    <a:pt x="456" y="8968"/>
                    <a:pt x="669" y="8390"/>
                  </a:cubicBezTo>
                  <a:cubicBezTo>
                    <a:pt x="2280" y="3588"/>
                    <a:pt x="5684" y="943"/>
                    <a:pt x="10578" y="62"/>
                  </a:cubicBezTo>
                  <a:cubicBezTo>
                    <a:pt x="9484" y="31"/>
                    <a:pt x="8359" y="31"/>
                    <a:pt x="7265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7"/>
            <p:cNvSpPr/>
            <p:nvPr/>
          </p:nvSpPr>
          <p:spPr>
            <a:xfrm>
              <a:off x="6838935" y="3160285"/>
              <a:ext cx="31895" cy="96276"/>
            </a:xfrm>
            <a:custGeom>
              <a:avLst/>
              <a:gdLst/>
              <a:ahLst/>
              <a:cxnLst/>
              <a:rect l="l" t="t" r="r" b="b"/>
              <a:pathLst>
                <a:path w="1187" h="3770" extrusionOk="0">
                  <a:moveTo>
                    <a:pt x="122" y="0"/>
                  </a:moveTo>
                  <a:lnTo>
                    <a:pt x="1" y="3769"/>
                  </a:lnTo>
                  <a:cubicBezTo>
                    <a:pt x="92" y="3769"/>
                    <a:pt x="183" y="3739"/>
                    <a:pt x="274" y="3678"/>
                  </a:cubicBezTo>
                  <a:lnTo>
                    <a:pt x="274" y="2766"/>
                  </a:lnTo>
                  <a:cubicBezTo>
                    <a:pt x="274" y="2158"/>
                    <a:pt x="274" y="2158"/>
                    <a:pt x="973" y="2006"/>
                  </a:cubicBezTo>
                  <a:cubicBezTo>
                    <a:pt x="1065" y="1915"/>
                    <a:pt x="1095" y="1824"/>
                    <a:pt x="1186" y="1702"/>
                  </a:cubicBezTo>
                  <a:cubicBezTo>
                    <a:pt x="913" y="1672"/>
                    <a:pt x="639" y="1642"/>
                    <a:pt x="274" y="1611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7249777" y="2925104"/>
              <a:ext cx="12280" cy="18642"/>
            </a:xfrm>
            <a:custGeom>
              <a:avLst/>
              <a:gdLst/>
              <a:ahLst/>
              <a:cxnLst/>
              <a:rect l="l" t="t" r="r" b="b"/>
              <a:pathLst>
                <a:path w="457" h="730" extrusionOk="0">
                  <a:moveTo>
                    <a:pt x="274" y="0"/>
                  </a:moveTo>
                  <a:cubicBezTo>
                    <a:pt x="183" y="244"/>
                    <a:pt x="92" y="456"/>
                    <a:pt x="1" y="699"/>
                  </a:cubicBezTo>
                  <a:cubicBezTo>
                    <a:pt x="92" y="699"/>
                    <a:pt x="214" y="730"/>
                    <a:pt x="335" y="730"/>
                  </a:cubicBezTo>
                  <a:cubicBezTo>
                    <a:pt x="366" y="517"/>
                    <a:pt x="457" y="335"/>
                    <a:pt x="426" y="92"/>
                  </a:cubicBezTo>
                  <a:cubicBezTo>
                    <a:pt x="396" y="61"/>
                    <a:pt x="335" y="61"/>
                    <a:pt x="274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>
              <a:off x="7008845" y="3442017"/>
              <a:ext cx="14725" cy="19434"/>
            </a:xfrm>
            <a:custGeom>
              <a:avLst/>
              <a:gdLst/>
              <a:ahLst/>
              <a:cxnLst/>
              <a:rect l="l" t="t" r="r" b="b"/>
              <a:pathLst>
                <a:path w="548" h="761" extrusionOk="0">
                  <a:moveTo>
                    <a:pt x="243" y="1"/>
                  </a:moveTo>
                  <a:cubicBezTo>
                    <a:pt x="182" y="214"/>
                    <a:pt x="91" y="457"/>
                    <a:pt x="0" y="670"/>
                  </a:cubicBezTo>
                  <a:cubicBezTo>
                    <a:pt x="61" y="700"/>
                    <a:pt x="91" y="700"/>
                    <a:pt x="182" y="761"/>
                  </a:cubicBezTo>
                  <a:cubicBezTo>
                    <a:pt x="274" y="548"/>
                    <a:pt x="456" y="396"/>
                    <a:pt x="547" y="244"/>
                  </a:cubicBezTo>
                  <a:cubicBezTo>
                    <a:pt x="456" y="183"/>
                    <a:pt x="365" y="62"/>
                    <a:pt x="24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>
              <a:off x="6879780" y="3085773"/>
              <a:ext cx="17170" cy="10879"/>
            </a:xfrm>
            <a:custGeom>
              <a:avLst/>
              <a:gdLst/>
              <a:ahLst/>
              <a:cxnLst/>
              <a:rect l="l" t="t" r="r" b="b"/>
              <a:pathLst>
                <a:path w="639" h="426" extrusionOk="0">
                  <a:moveTo>
                    <a:pt x="92" y="0"/>
                  </a:moveTo>
                  <a:cubicBezTo>
                    <a:pt x="31" y="31"/>
                    <a:pt x="31" y="122"/>
                    <a:pt x="1" y="152"/>
                  </a:cubicBezTo>
                  <a:cubicBezTo>
                    <a:pt x="122" y="213"/>
                    <a:pt x="274" y="335"/>
                    <a:pt x="426" y="426"/>
                  </a:cubicBezTo>
                  <a:cubicBezTo>
                    <a:pt x="487" y="335"/>
                    <a:pt x="578" y="304"/>
                    <a:pt x="639" y="183"/>
                  </a:cubicBezTo>
                  <a:cubicBezTo>
                    <a:pt x="456" y="122"/>
                    <a:pt x="274" y="61"/>
                    <a:pt x="92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>
              <a:off x="7398432" y="3369063"/>
              <a:ext cx="19642" cy="13228"/>
            </a:xfrm>
            <a:custGeom>
              <a:avLst/>
              <a:gdLst/>
              <a:ahLst/>
              <a:cxnLst/>
              <a:rect l="l" t="t" r="r" b="b"/>
              <a:pathLst>
                <a:path w="731" h="518" extrusionOk="0">
                  <a:moveTo>
                    <a:pt x="183" y="1"/>
                  </a:moveTo>
                  <a:cubicBezTo>
                    <a:pt x="122" y="122"/>
                    <a:pt x="92" y="183"/>
                    <a:pt x="1" y="274"/>
                  </a:cubicBezTo>
                  <a:cubicBezTo>
                    <a:pt x="274" y="335"/>
                    <a:pt x="487" y="426"/>
                    <a:pt x="730" y="517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>
              <a:off x="7357613" y="2989530"/>
              <a:ext cx="14725" cy="13203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86" y="0"/>
                  </a:moveTo>
                  <a:cubicBezTo>
                    <a:pt x="334" y="122"/>
                    <a:pt x="152" y="213"/>
                    <a:pt x="0" y="335"/>
                  </a:cubicBezTo>
                  <a:cubicBezTo>
                    <a:pt x="91" y="426"/>
                    <a:pt x="152" y="456"/>
                    <a:pt x="243" y="517"/>
                  </a:cubicBezTo>
                  <a:cubicBezTo>
                    <a:pt x="334" y="335"/>
                    <a:pt x="456" y="183"/>
                    <a:pt x="547" y="31"/>
                  </a:cubicBezTo>
                  <a:lnTo>
                    <a:pt x="486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>
              <a:off x="7352696" y="3407877"/>
              <a:ext cx="15558" cy="16318"/>
            </a:xfrm>
            <a:custGeom>
              <a:avLst/>
              <a:gdLst/>
              <a:ahLst/>
              <a:cxnLst/>
              <a:rect l="l" t="t" r="r" b="b"/>
              <a:pathLst>
                <a:path w="579" h="639" extrusionOk="0">
                  <a:moveTo>
                    <a:pt x="274" y="0"/>
                  </a:moveTo>
                  <a:lnTo>
                    <a:pt x="1" y="274"/>
                  </a:lnTo>
                  <a:cubicBezTo>
                    <a:pt x="153" y="365"/>
                    <a:pt x="305" y="487"/>
                    <a:pt x="457" y="639"/>
                  </a:cubicBezTo>
                  <a:cubicBezTo>
                    <a:pt x="487" y="578"/>
                    <a:pt x="517" y="517"/>
                    <a:pt x="578" y="487"/>
                  </a:cubicBezTo>
                  <a:cubicBezTo>
                    <a:pt x="487" y="335"/>
                    <a:pt x="365" y="152"/>
                    <a:pt x="274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>
              <a:off x="7311045" y="2951482"/>
              <a:ext cx="9001" cy="13995"/>
            </a:xfrm>
            <a:custGeom>
              <a:avLst/>
              <a:gdLst/>
              <a:ahLst/>
              <a:cxnLst/>
              <a:rect l="l" t="t" r="r" b="b"/>
              <a:pathLst>
                <a:path w="335" h="548" extrusionOk="0">
                  <a:moveTo>
                    <a:pt x="213" y="1"/>
                  </a:moveTo>
                  <a:lnTo>
                    <a:pt x="0" y="366"/>
                  </a:lnTo>
                  <a:cubicBezTo>
                    <a:pt x="61" y="396"/>
                    <a:pt x="152" y="457"/>
                    <a:pt x="152" y="548"/>
                  </a:cubicBezTo>
                  <a:cubicBezTo>
                    <a:pt x="213" y="396"/>
                    <a:pt x="244" y="244"/>
                    <a:pt x="335" y="92"/>
                  </a:cubicBezTo>
                  <a:cubicBezTo>
                    <a:pt x="304" y="62"/>
                    <a:pt x="244" y="62"/>
                    <a:pt x="21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>
              <a:off x="7011290" y="2955363"/>
              <a:ext cx="8195" cy="7789"/>
            </a:xfrm>
            <a:custGeom>
              <a:avLst/>
              <a:gdLst/>
              <a:ahLst/>
              <a:cxnLst/>
              <a:rect l="l" t="t" r="r" b="b"/>
              <a:pathLst>
                <a:path w="305" h="305" extrusionOk="0">
                  <a:moveTo>
                    <a:pt x="61" y="1"/>
                  </a:moveTo>
                  <a:cubicBezTo>
                    <a:pt x="0" y="122"/>
                    <a:pt x="0" y="214"/>
                    <a:pt x="0" y="305"/>
                  </a:cubicBezTo>
                  <a:cubicBezTo>
                    <a:pt x="122" y="305"/>
                    <a:pt x="213" y="274"/>
                    <a:pt x="304" y="274"/>
                  </a:cubicBezTo>
                  <a:cubicBezTo>
                    <a:pt x="213" y="214"/>
                    <a:pt x="122" y="122"/>
                    <a:pt x="61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7404961" y="3036081"/>
              <a:ext cx="8195" cy="10905"/>
            </a:xfrm>
            <a:custGeom>
              <a:avLst/>
              <a:gdLst/>
              <a:ahLst/>
              <a:cxnLst/>
              <a:rect l="l" t="t" r="r" b="b"/>
              <a:pathLst>
                <a:path w="305" h="427" extrusionOk="0">
                  <a:moveTo>
                    <a:pt x="214" y="1"/>
                  </a:moveTo>
                  <a:cubicBezTo>
                    <a:pt x="153" y="31"/>
                    <a:pt x="62" y="31"/>
                    <a:pt x="1" y="92"/>
                  </a:cubicBezTo>
                  <a:lnTo>
                    <a:pt x="1" y="426"/>
                  </a:lnTo>
                  <a:cubicBezTo>
                    <a:pt x="92" y="305"/>
                    <a:pt x="214" y="183"/>
                    <a:pt x="305" y="92"/>
                  </a:cubicBezTo>
                  <a:lnTo>
                    <a:pt x="214" y="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7438470" y="3324044"/>
              <a:ext cx="5723" cy="3907"/>
            </a:xfrm>
            <a:custGeom>
              <a:avLst/>
              <a:gdLst/>
              <a:ahLst/>
              <a:cxnLst/>
              <a:rect l="l" t="t" r="r" b="b"/>
              <a:pathLst>
                <a:path w="213" h="153" extrusionOk="0">
                  <a:moveTo>
                    <a:pt x="0" y="1"/>
                  </a:moveTo>
                  <a:cubicBezTo>
                    <a:pt x="61" y="61"/>
                    <a:pt x="91" y="92"/>
                    <a:pt x="152" y="153"/>
                  </a:cubicBezTo>
                  <a:lnTo>
                    <a:pt x="213" y="92"/>
                  </a:lnTo>
                  <a:cubicBezTo>
                    <a:pt x="152" y="61"/>
                    <a:pt x="61" y="61"/>
                    <a:pt x="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6919792" y="3369063"/>
              <a:ext cx="9028" cy="7023"/>
            </a:xfrm>
            <a:custGeom>
              <a:avLst/>
              <a:gdLst/>
              <a:ahLst/>
              <a:cxnLst/>
              <a:rect l="l" t="t" r="r" b="b"/>
              <a:pathLst>
                <a:path w="336" h="275" extrusionOk="0">
                  <a:moveTo>
                    <a:pt x="183" y="1"/>
                  </a:moveTo>
                  <a:cubicBezTo>
                    <a:pt x="153" y="122"/>
                    <a:pt x="62" y="183"/>
                    <a:pt x="1" y="274"/>
                  </a:cubicBezTo>
                  <a:cubicBezTo>
                    <a:pt x="123" y="274"/>
                    <a:pt x="214" y="213"/>
                    <a:pt x="335" y="183"/>
                  </a:cubicBezTo>
                  <a:cubicBezTo>
                    <a:pt x="305" y="153"/>
                    <a:pt x="214" y="61"/>
                    <a:pt x="183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7410685" y="3035315"/>
              <a:ext cx="4944" cy="3141"/>
            </a:xfrm>
            <a:custGeom>
              <a:avLst/>
              <a:gdLst/>
              <a:ahLst/>
              <a:cxnLst/>
              <a:rect l="l" t="t" r="r" b="b"/>
              <a:pathLst>
                <a:path w="184" h="123" extrusionOk="0">
                  <a:moveTo>
                    <a:pt x="183" y="1"/>
                  </a:moveTo>
                  <a:cubicBezTo>
                    <a:pt x="122" y="31"/>
                    <a:pt x="92" y="31"/>
                    <a:pt x="1" y="31"/>
                  </a:cubicBezTo>
                  <a:cubicBezTo>
                    <a:pt x="31" y="61"/>
                    <a:pt x="92" y="122"/>
                    <a:pt x="122" y="122"/>
                  </a:cubicBezTo>
                  <a:cubicBezTo>
                    <a:pt x="122" y="61"/>
                    <a:pt x="153" y="31"/>
                    <a:pt x="18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>
              <a:off x="6918986" y="3039962"/>
              <a:ext cx="5750" cy="3907"/>
            </a:xfrm>
            <a:custGeom>
              <a:avLst/>
              <a:gdLst/>
              <a:ahLst/>
              <a:cxnLst/>
              <a:rect l="l" t="t" r="r" b="b"/>
              <a:pathLst>
                <a:path w="214" h="153" extrusionOk="0">
                  <a:moveTo>
                    <a:pt x="1" y="1"/>
                  </a:moveTo>
                  <a:cubicBezTo>
                    <a:pt x="31" y="31"/>
                    <a:pt x="61" y="122"/>
                    <a:pt x="92" y="153"/>
                  </a:cubicBezTo>
                  <a:lnTo>
                    <a:pt x="213" y="31"/>
                  </a:lnTo>
                  <a:cubicBezTo>
                    <a:pt x="153" y="31"/>
                    <a:pt x="61" y="1"/>
                    <a:pt x="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7445806" y="3088863"/>
              <a:ext cx="860" cy="81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" y="1"/>
                  </a:moveTo>
                  <a:lnTo>
                    <a:pt x="1" y="31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7418048" y="3382265"/>
              <a:ext cx="27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6963915" y="3414848"/>
              <a:ext cx="5750" cy="7789"/>
            </a:xfrm>
            <a:custGeom>
              <a:avLst/>
              <a:gdLst/>
              <a:ahLst/>
              <a:cxnLst/>
              <a:rect l="l" t="t" r="r" b="b"/>
              <a:pathLst>
                <a:path w="214" h="305" extrusionOk="0">
                  <a:moveTo>
                    <a:pt x="31" y="1"/>
                  </a:moveTo>
                  <a:cubicBezTo>
                    <a:pt x="31" y="51"/>
                    <a:pt x="10" y="144"/>
                    <a:pt x="3" y="243"/>
                  </a:cubicBezTo>
                  <a:lnTo>
                    <a:pt x="3" y="243"/>
                  </a:lnTo>
                  <a:cubicBezTo>
                    <a:pt x="63" y="212"/>
                    <a:pt x="153" y="152"/>
                    <a:pt x="213" y="92"/>
                  </a:cubicBezTo>
                  <a:cubicBezTo>
                    <a:pt x="152" y="62"/>
                    <a:pt x="92" y="1"/>
                    <a:pt x="31" y="1"/>
                  </a:cubicBezTo>
                  <a:close/>
                  <a:moveTo>
                    <a:pt x="3" y="243"/>
                  </a:moveTo>
                  <a:cubicBezTo>
                    <a:pt x="2" y="243"/>
                    <a:pt x="1" y="244"/>
                    <a:pt x="0" y="244"/>
                  </a:cubicBezTo>
                  <a:lnTo>
                    <a:pt x="0" y="305"/>
                  </a:lnTo>
                  <a:cubicBezTo>
                    <a:pt x="0" y="284"/>
                    <a:pt x="1" y="263"/>
                    <a:pt x="3" y="243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6960637" y="3421078"/>
              <a:ext cx="3305" cy="3116"/>
            </a:xfrm>
            <a:custGeom>
              <a:avLst/>
              <a:gdLst/>
              <a:ahLst/>
              <a:cxnLst/>
              <a:rect l="l" t="t" r="r" b="b"/>
              <a:pathLst>
                <a:path w="123" h="122" extrusionOk="0">
                  <a:moveTo>
                    <a:pt x="122" y="0"/>
                  </a:moveTo>
                  <a:cubicBezTo>
                    <a:pt x="62" y="0"/>
                    <a:pt x="31" y="0"/>
                    <a:pt x="1" y="61"/>
                  </a:cubicBezTo>
                  <a:lnTo>
                    <a:pt x="1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7364949" y="3419521"/>
              <a:ext cx="6556" cy="7789"/>
            </a:xfrm>
            <a:custGeom>
              <a:avLst/>
              <a:gdLst/>
              <a:ahLst/>
              <a:cxnLst/>
              <a:rect l="l" t="t" r="r" b="b"/>
              <a:pathLst>
                <a:path w="244" h="305" extrusionOk="0">
                  <a:moveTo>
                    <a:pt x="92" y="0"/>
                  </a:moveTo>
                  <a:cubicBezTo>
                    <a:pt x="61" y="61"/>
                    <a:pt x="31" y="122"/>
                    <a:pt x="1" y="152"/>
                  </a:cubicBezTo>
                  <a:cubicBezTo>
                    <a:pt x="61" y="183"/>
                    <a:pt x="153" y="274"/>
                    <a:pt x="213" y="304"/>
                  </a:cubicBezTo>
                  <a:lnTo>
                    <a:pt x="244" y="213"/>
                  </a:lnTo>
                  <a:cubicBezTo>
                    <a:pt x="213" y="152"/>
                    <a:pt x="153" y="61"/>
                    <a:pt x="92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7369840" y="3426492"/>
              <a:ext cx="3305" cy="2375"/>
            </a:xfrm>
            <a:custGeom>
              <a:avLst/>
              <a:gdLst/>
              <a:ahLst/>
              <a:cxnLst/>
              <a:rect l="l" t="t" r="r" b="b"/>
              <a:pathLst>
                <a:path w="123" h="93" extrusionOk="0">
                  <a:moveTo>
                    <a:pt x="92" y="1"/>
                  </a:moveTo>
                  <a:lnTo>
                    <a:pt x="1" y="62"/>
                  </a:lnTo>
                  <a:cubicBezTo>
                    <a:pt x="31" y="62"/>
                    <a:pt x="92" y="92"/>
                    <a:pt x="123" y="92"/>
                  </a:cubicBezTo>
                  <a:cubicBezTo>
                    <a:pt x="123" y="62"/>
                    <a:pt x="92" y="31"/>
                    <a:pt x="92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7313490" y="3459867"/>
              <a:ext cx="4111" cy="3141"/>
            </a:xfrm>
            <a:custGeom>
              <a:avLst/>
              <a:gdLst/>
              <a:ahLst/>
              <a:cxnLst/>
              <a:rect l="l" t="t" r="r" b="b"/>
              <a:pathLst>
                <a:path w="153" h="123" extrusionOk="0">
                  <a:moveTo>
                    <a:pt x="153" y="1"/>
                  </a:moveTo>
                  <a:lnTo>
                    <a:pt x="153" y="1"/>
                  </a:lnTo>
                  <a:cubicBezTo>
                    <a:pt x="92" y="62"/>
                    <a:pt x="61" y="92"/>
                    <a:pt x="1" y="122"/>
                  </a:cubicBezTo>
                  <a:cubicBezTo>
                    <a:pt x="61" y="92"/>
                    <a:pt x="92" y="92"/>
                    <a:pt x="122" y="92"/>
                  </a:cubicBezTo>
                  <a:cubicBezTo>
                    <a:pt x="122" y="62"/>
                    <a:pt x="153" y="62"/>
                    <a:pt x="153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7370673" y="2986414"/>
              <a:ext cx="2472" cy="2681"/>
            </a:xfrm>
            <a:custGeom>
              <a:avLst/>
              <a:gdLst/>
              <a:ahLst/>
              <a:cxnLst/>
              <a:rect l="l" t="t" r="r" b="b"/>
              <a:pathLst>
                <a:path w="92" h="105" extrusionOk="0">
                  <a:moveTo>
                    <a:pt x="61" y="1"/>
                  </a:moveTo>
                  <a:cubicBezTo>
                    <a:pt x="61" y="31"/>
                    <a:pt x="0" y="31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27" y="101"/>
                    <a:pt x="46" y="104"/>
                    <a:pt x="59" y="104"/>
                  </a:cubicBezTo>
                  <a:cubicBezTo>
                    <a:pt x="92" y="104"/>
                    <a:pt x="92" y="83"/>
                    <a:pt x="92" y="61"/>
                  </a:cubicBezTo>
                  <a:lnTo>
                    <a:pt x="61" y="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7"/>
            <p:cNvSpPr/>
            <p:nvPr/>
          </p:nvSpPr>
          <p:spPr>
            <a:xfrm>
              <a:off x="6206750" y="3509559"/>
              <a:ext cx="635449" cy="610142"/>
            </a:xfrm>
            <a:custGeom>
              <a:avLst/>
              <a:gdLst/>
              <a:ahLst/>
              <a:cxnLst/>
              <a:rect l="l" t="t" r="r" b="b"/>
              <a:pathLst>
                <a:path w="23649" h="23892" extrusionOk="0">
                  <a:moveTo>
                    <a:pt x="11855" y="0"/>
                  </a:moveTo>
                  <a:lnTo>
                    <a:pt x="11794" y="31"/>
                  </a:lnTo>
                  <a:cubicBezTo>
                    <a:pt x="9879" y="1946"/>
                    <a:pt x="8025" y="3830"/>
                    <a:pt x="6110" y="5745"/>
                  </a:cubicBezTo>
                  <a:cubicBezTo>
                    <a:pt x="4286" y="7569"/>
                    <a:pt x="2523" y="9392"/>
                    <a:pt x="700" y="11186"/>
                  </a:cubicBezTo>
                  <a:cubicBezTo>
                    <a:pt x="487" y="11368"/>
                    <a:pt x="244" y="11581"/>
                    <a:pt x="1" y="11794"/>
                  </a:cubicBezTo>
                  <a:lnTo>
                    <a:pt x="1" y="12098"/>
                  </a:lnTo>
                  <a:cubicBezTo>
                    <a:pt x="274" y="12280"/>
                    <a:pt x="487" y="12462"/>
                    <a:pt x="730" y="12706"/>
                  </a:cubicBezTo>
                  <a:lnTo>
                    <a:pt x="11065" y="23040"/>
                  </a:lnTo>
                  <a:cubicBezTo>
                    <a:pt x="11277" y="23222"/>
                    <a:pt x="11429" y="23526"/>
                    <a:pt x="11642" y="23739"/>
                  </a:cubicBezTo>
                  <a:cubicBezTo>
                    <a:pt x="11672" y="23800"/>
                    <a:pt x="11703" y="23861"/>
                    <a:pt x="11703" y="23891"/>
                  </a:cubicBezTo>
                  <a:lnTo>
                    <a:pt x="11976" y="23891"/>
                  </a:lnTo>
                  <a:cubicBezTo>
                    <a:pt x="11976" y="23830"/>
                    <a:pt x="12007" y="23800"/>
                    <a:pt x="12037" y="23739"/>
                  </a:cubicBezTo>
                  <a:cubicBezTo>
                    <a:pt x="12250" y="23496"/>
                    <a:pt x="12463" y="23192"/>
                    <a:pt x="12706" y="22949"/>
                  </a:cubicBezTo>
                  <a:cubicBezTo>
                    <a:pt x="16353" y="19301"/>
                    <a:pt x="19970" y="15654"/>
                    <a:pt x="23618" y="12006"/>
                  </a:cubicBezTo>
                  <a:cubicBezTo>
                    <a:pt x="23618" y="11976"/>
                    <a:pt x="23648" y="11885"/>
                    <a:pt x="23648" y="11824"/>
                  </a:cubicBezTo>
                  <a:cubicBezTo>
                    <a:pt x="23405" y="11551"/>
                    <a:pt x="23162" y="11247"/>
                    <a:pt x="22888" y="10973"/>
                  </a:cubicBezTo>
                  <a:lnTo>
                    <a:pt x="12736" y="851"/>
                  </a:lnTo>
                  <a:cubicBezTo>
                    <a:pt x="12463" y="578"/>
                    <a:pt x="12250" y="274"/>
                    <a:pt x="11976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7"/>
            <p:cNvSpPr/>
            <p:nvPr/>
          </p:nvSpPr>
          <p:spPr>
            <a:xfrm>
              <a:off x="6205944" y="3248765"/>
              <a:ext cx="318544" cy="560446"/>
            </a:xfrm>
            <a:custGeom>
              <a:avLst/>
              <a:gdLst/>
              <a:ahLst/>
              <a:cxnLst/>
              <a:rect l="l" t="t" r="r" b="b"/>
              <a:pathLst>
                <a:path w="11855" h="21946" extrusionOk="0">
                  <a:moveTo>
                    <a:pt x="91" y="0"/>
                  </a:moveTo>
                  <a:cubicBezTo>
                    <a:pt x="91" y="3009"/>
                    <a:pt x="31" y="5958"/>
                    <a:pt x="31" y="8967"/>
                  </a:cubicBezTo>
                  <a:cubicBezTo>
                    <a:pt x="31" y="9332"/>
                    <a:pt x="0" y="9757"/>
                    <a:pt x="0" y="10183"/>
                  </a:cubicBezTo>
                  <a:lnTo>
                    <a:pt x="0" y="12827"/>
                  </a:lnTo>
                  <a:cubicBezTo>
                    <a:pt x="31" y="13435"/>
                    <a:pt x="31" y="14013"/>
                    <a:pt x="31" y="14621"/>
                  </a:cubicBezTo>
                  <a:cubicBezTo>
                    <a:pt x="31" y="17052"/>
                    <a:pt x="91" y="19514"/>
                    <a:pt x="91" y="21946"/>
                  </a:cubicBezTo>
                  <a:cubicBezTo>
                    <a:pt x="304" y="21764"/>
                    <a:pt x="547" y="21581"/>
                    <a:pt x="760" y="21338"/>
                  </a:cubicBezTo>
                  <a:cubicBezTo>
                    <a:pt x="2584" y="19514"/>
                    <a:pt x="4407" y="17751"/>
                    <a:pt x="6201" y="15928"/>
                  </a:cubicBezTo>
                  <a:cubicBezTo>
                    <a:pt x="8085" y="14013"/>
                    <a:pt x="9970" y="12128"/>
                    <a:pt x="11854" y="10213"/>
                  </a:cubicBezTo>
                  <a:cubicBezTo>
                    <a:pt x="8450" y="10152"/>
                    <a:pt x="5563" y="8876"/>
                    <a:pt x="3161" y="6383"/>
                  </a:cubicBezTo>
                  <a:cubicBezTo>
                    <a:pt x="1641" y="4742"/>
                    <a:pt x="699" y="2858"/>
                    <a:pt x="243" y="639"/>
                  </a:cubicBezTo>
                  <a:cubicBezTo>
                    <a:pt x="182" y="426"/>
                    <a:pt x="122" y="213"/>
                    <a:pt x="9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6528566" y="4114186"/>
              <a:ext cx="317738" cy="301189"/>
            </a:xfrm>
            <a:custGeom>
              <a:avLst/>
              <a:gdLst/>
              <a:ahLst/>
              <a:cxnLst/>
              <a:rect l="l" t="t" r="r" b="b"/>
              <a:pathLst>
                <a:path w="11825" h="11794" extrusionOk="0">
                  <a:moveTo>
                    <a:pt x="11824" y="0"/>
                  </a:moveTo>
                  <a:cubicBezTo>
                    <a:pt x="7903" y="31"/>
                    <a:pt x="3982" y="31"/>
                    <a:pt x="92" y="31"/>
                  </a:cubicBezTo>
                  <a:cubicBezTo>
                    <a:pt x="31" y="61"/>
                    <a:pt x="0" y="152"/>
                    <a:pt x="0" y="183"/>
                  </a:cubicBezTo>
                  <a:cubicBezTo>
                    <a:pt x="2706" y="2888"/>
                    <a:pt x="5411" y="5532"/>
                    <a:pt x="8025" y="8146"/>
                  </a:cubicBezTo>
                  <a:cubicBezTo>
                    <a:pt x="9241" y="9393"/>
                    <a:pt x="10396" y="10578"/>
                    <a:pt x="11642" y="11794"/>
                  </a:cubicBezTo>
                  <a:cubicBezTo>
                    <a:pt x="11703" y="11763"/>
                    <a:pt x="11733" y="11763"/>
                    <a:pt x="11794" y="11733"/>
                  </a:cubicBezTo>
                  <a:cubicBezTo>
                    <a:pt x="11824" y="7812"/>
                    <a:pt x="11824" y="3921"/>
                    <a:pt x="11824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6206750" y="4114952"/>
              <a:ext cx="314460" cy="297333"/>
            </a:xfrm>
            <a:custGeom>
              <a:avLst/>
              <a:gdLst/>
              <a:ahLst/>
              <a:cxnLst/>
              <a:rect l="l" t="t" r="r" b="b"/>
              <a:pathLst>
                <a:path w="11703" h="11643" extrusionOk="0">
                  <a:moveTo>
                    <a:pt x="11642" y="1"/>
                  </a:moveTo>
                  <a:cubicBezTo>
                    <a:pt x="7812" y="1"/>
                    <a:pt x="3922" y="1"/>
                    <a:pt x="61" y="31"/>
                  </a:cubicBezTo>
                  <a:cubicBezTo>
                    <a:pt x="61" y="183"/>
                    <a:pt x="1" y="335"/>
                    <a:pt x="1" y="487"/>
                  </a:cubicBezTo>
                  <a:lnTo>
                    <a:pt x="1" y="11217"/>
                  </a:lnTo>
                  <a:cubicBezTo>
                    <a:pt x="61" y="11308"/>
                    <a:pt x="61" y="11490"/>
                    <a:pt x="92" y="11642"/>
                  </a:cubicBezTo>
                  <a:cubicBezTo>
                    <a:pt x="213" y="11581"/>
                    <a:pt x="274" y="11581"/>
                    <a:pt x="304" y="11551"/>
                  </a:cubicBezTo>
                  <a:lnTo>
                    <a:pt x="11703" y="153"/>
                  </a:lnTo>
                  <a:cubicBezTo>
                    <a:pt x="11672" y="122"/>
                    <a:pt x="11672" y="31"/>
                    <a:pt x="1164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7"/>
            <p:cNvSpPr/>
            <p:nvPr/>
          </p:nvSpPr>
          <p:spPr>
            <a:xfrm>
              <a:off x="6206750" y="3816903"/>
              <a:ext cx="312847" cy="298099"/>
            </a:xfrm>
            <a:custGeom>
              <a:avLst/>
              <a:gdLst/>
              <a:ahLst/>
              <a:cxnLst/>
              <a:rect l="l" t="t" r="r" b="b"/>
              <a:pathLst>
                <a:path w="11643" h="11673" extrusionOk="0">
                  <a:moveTo>
                    <a:pt x="61" y="1"/>
                  </a:moveTo>
                  <a:cubicBezTo>
                    <a:pt x="1" y="2250"/>
                    <a:pt x="1" y="4499"/>
                    <a:pt x="1" y="6749"/>
                  </a:cubicBezTo>
                  <a:cubicBezTo>
                    <a:pt x="1" y="8360"/>
                    <a:pt x="61" y="10031"/>
                    <a:pt x="61" y="11673"/>
                  </a:cubicBezTo>
                  <a:lnTo>
                    <a:pt x="11642" y="11673"/>
                  </a:lnTo>
                  <a:cubicBezTo>
                    <a:pt x="11490" y="11460"/>
                    <a:pt x="11308" y="11186"/>
                    <a:pt x="11095" y="10943"/>
                  </a:cubicBezTo>
                  <a:lnTo>
                    <a:pt x="760" y="609"/>
                  </a:lnTo>
                  <a:cubicBezTo>
                    <a:pt x="548" y="396"/>
                    <a:pt x="274" y="214"/>
                    <a:pt x="6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8120475" y="823258"/>
              <a:ext cx="317738" cy="560446"/>
            </a:xfrm>
            <a:custGeom>
              <a:avLst/>
              <a:gdLst/>
              <a:ahLst/>
              <a:cxnLst/>
              <a:rect l="l" t="t" r="r" b="b"/>
              <a:pathLst>
                <a:path w="11825" h="21946" extrusionOk="0">
                  <a:moveTo>
                    <a:pt x="61" y="0"/>
                  </a:moveTo>
                  <a:cubicBezTo>
                    <a:pt x="31" y="1094"/>
                    <a:pt x="31" y="2189"/>
                    <a:pt x="31" y="3313"/>
                  </a:cubicBezTo>
                  <a:cubicBezTo>
                    <a:pt x="31" y="5593"/>
                    <a:pt x="1" y="7903"/>
                    <a:pt x="1" y="10183"/>
                  </a:cubicBezTo>
                  <a:lnTo>
                    <a:pt x="1" y="12645"/>
                  </a:lnTo>
                  <a:cubicBezTo>
                    <a:pt x="31" y="13283"/>
                    <a:pt x="31" y="13952"/>
                    <a:pt x="31" y="14620"/>
                  </a:cubicBezTo>
                  <a:cubicBezTo>
                    <a:pt x="31" y="17052"/>
                    <a:pt x="61" y="19514"/>
                    <a:pt x="61" y="21946"/>
                  </a:cubicBezTo>
                  <a:cubicBezTo>
                    <a:pt x="335" y="21733"/>
                    <a:pt x="609" y="21490"/>
                    <a:pt x="821" y="21277"/>
                  </a:cubicBezTo>
                  <a:cubicBezTo>
                    <a:pt x="4013" y="18086"/>
                    <a:pt x="7265" y="14894"/>
                    <a:pt x="10457" y="11672"/>
                  </a:cubicBezTo>
                  <a:cubicBezTo>
                    <a:pt x="10913" y="11155"/>
                    <a:pt x="11369" y="10699"/>
                    <a:pt x="11825" y="10213"/>
                  </a:cubicBezTo>
                  <a:cubicBezTo>
                    <a:pt x="11703" y="10183"/>
                    <a:pt x="11551" y="10183"/>
                    <a:pt x="11429" y="10183"/>
                  </a:cubicBezTo>
                  <a:cubicBezTo>
                    <a:pt x="6110" y="9939"/>
                    <a:pt x="1703" y="6383"/>
                    <a:pt x="365" y="1186"/>
                  </a:cubicBezTo>
                  <a:cubicBezTo>
                    <a:pt x="305" y="790"/>
                    <a:pt x="183" y="365"/>
                    <a:pt x="6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8121308" y="1689445"/>
              <a:ext cx="314460" cy="301215"/>
            </a:xfrm>
            <a:custGeom>
              <a:avLst/>
              <a:gdLst/>
              <a:ahLst/>
              <a:cxnLst/>
              <a:rect l="l" t="t" r="r" b="b"/>
              <a:pathLst>
                <a:path w="11703" h="11795" extrusionOk="0">
                  <a:moveTo>
                    <a:pt x="30" y="1"/>
                  </a:moveTo>
                  <a:cubicBezTo>
                    <a:pt x="30" y="153"/>
                    <a:pt x="0" y="305"/>
                    <a:pt x="0" y="457"/>
                  </a:cubicBezTo>
                  <a:lnTo>
                    <a:pt x="0" y="11186"/>
                  </a:lnTo>
                  <a:cubicBezTo>
                    <a:pt x="0" y="11277"/>
                    <a:pt x="30" y="11429"/>
                    <a:pt x="91" y="11794"/>
                  </a:cubicBezTo>
                  <a:lnTo>
                    <a:pt x="11702" y="153"/>
                  </a:lnTo>
                  <a:cubicBezTo>
                    <a:pt x="11672" y="122"/>
                    <a:pt x="11672" y="31"/>
                    <a:pt x="1164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8121308" y="1391395"/>
              <a:ext cx="312821" cy="298099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30" y="1"/>
                  </a:moveTo>
                  <a:cubicBezTo>
                    <a:pt x="0" y="2250"/>
                    <a:pt x="0" y="4499"/>
                    <a:pt x="0" y="6749"/>
                  </a:cubicBezTo>
                  <a:cubicBezTo>
                    <a:pt x="0" y="8359"/>
                    <a:pt x="30" y="10031"/>
                    <a:pt x="30" y="11673"/>
                  </a:cubicBezTo>
                  <a:lnTo>
                    <a:pt x="11642" y="11673"/>
                  </a:lnTo>
                  <a:cubicBezTo>
                    <a:pt x="11429" y="11460"/>
                    <a:pt x="11277" y="11186"/>
                    <a:pt x="11094" y="11004"/>
                  </a:cubicBezTo>
                  <a:cubicBezTo>
                    <a:pt x="7629" y="7508"/>
                    <a:pt x="4134" y="4043"/>
                    <a:pt x="699" y="578"/>
                  </a:cubicBezTo>
                  <a:cubicBezTo>
                    <a:pt x="486" y="365"/>
                    <a:pt x="274" y="213"/>
                    <a:pt x="3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7949759" y="2995735"/>
              <a:ext cx="172371" cy="423846"/>
            </a:xfrm>
            <a:custGeom>
              <a:avLst/>
              <a:gdLst/>
              <a:ahLst/>
              <a:cxnLst/>
              <a:rect l="l" t="t" r="r" b="b"/>
              <a:pathLst>
                <a:path w="6415" h="16597" extrusionOk="0">
                  <a:moveTo>
                    <a:pt x="6262" y="0"/>
                  </a:moveTo>
                  <a:cubicBezTo>
                    <a:pt x="6080" y="1095"/>
                    <a:pt x="5594" y="2037"/>
                    <a:pt x="5016" y="2949"/>
                  </a:cubicBezTo>
                  <a:cubicBezTo>
                    <a:pt x="3983" y="4560"/>
                    <a:pt x="2706" y="5927"/>
                    <a:pt x="1247" y="7174"/>
                  </a:cubicBezTo>
                  <a:cubicBezTo>
                    <a:pt x="882" y="7508"/>
                    <a:pt x="457" y="7903"/>
                    <a:pt x="1" y="8268"/>
                  </a:cubicBezTo>
                  <a:cubicBezTo>
                    <a:pt x="275" y="8511"/>
                    <a:pt x="487" y="8693"/>
                    <a:pt x="730" y="8906"/>
                  </a:cubicBezTo>
                  <a:cubicBezTo>
                    <a:pt x="1551" y="9727"/>
                    <a:pt x="2433" y="10517"/>
                    <a:pt x="3223" y="11338"/>
                  </a:cubicBezTo>
                  <a:cubicBezTo>
                    <a:pt x="4682" y="12858"/>
                    <a:pt x="5776" y="14590"/>
                    <a:pt x="6354" y="16596"/>
                  </a:cubicBezTo>
                  <a:cubicBezTo>
                    <a:pt x="6384" y="14438"/>
                    <a:pt x="6384" y="12219"/>
                    <a:pt x="6414" y="10061"/>
                  </a:cubicBezTo>
                  <a:lnTo>
                    <a:pt x="6414" y="6444"/>
                  </a:lnTo>
                  <a:cubicBezTo>
                    <a:pt x="6414" y="4651"/>
                    <a:pt x="6414" y="2888"/>
                    <a:pt x="6384" y="1095"/>
                  </a:cubicBezTo>
                  <a:cubicBezTo>
                    <a:pt x="6384" y="699"/>
                    <a:pt x="6323" y="365"/>
                    <a:pt x="626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8349987" y="3121446"/>
              <a:ext cx="181346" cy="170054"/>
            </a:xfrm>
            <a:custGeom>
              <a:avLst/>
              <a:gdLst/>
              <a:ahLst/>
              <a:cxnLst/>
              <a:rect l="l" t="t" r="r" b="b"/>
              <a:pathLst>
                <a:path w="6749" h="6659" extrusionOk="0">
                  <a:moveTo>
                    <a:pt x="3321" y="1"/>
                  </a:moveTo>
                  <a:cubicBezTo>
                    <a:pt x="1521" y="1"/>
                    <a:pt x="31" y="1509"/>
                    <a:pt x="31" y="3315"/>
                  </a:cubicBezTo>
                  <a:cubicBezTo>
                    <a:pt x="1" y="5169"/>
                    <a:pt x="1490" y="6658"/>
                    <a:pt x="3314" y="6658"/>
                  </a:cubicBezTo>
                  <a:cubicBezTo>
                    <a:pt x="3332" y="6658"/>
                    <a:pt x="3351" y="6659"/>
                    <a:pt x="3369" y="6659"/>
                  </a:cubicBezTo>
                  <a:cubicBezTo>
                    <a:pt x="5168" y="6659"/>
                    <a:pt x="6658" y="5181"/>
                    <a:pt x="6718" y="3436"/>
                  </a:cubicBezTo>
                  <a:cubicBezTo>
                    <a:pt x="6749" y="1552"/>
                    <a:pt x="5229" y="1"/>
                    <a:pt x="3375" y="1"/>
                  </a:cubicBezTo>
                  <a:cubicBezTo>
                    <a:pt x="3357" y="1"/>
                    <a:pt x="3339" y="1"/>
                    <a:pt x="332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8120475" y="3252647"/>
              <a:ext cx="270366" cy="256167"/>
            </a:xfrm>
            <a:custGeom>
              <a:avLst/>
              <a:gdLst/>
              <a:ahLst/>
              <a:cxnLst/>
              <a:rect l="l" t="t" r="r" b="b"/>
              <a:pathLst>
                <a:path w="10062" h="10031" extrusionOk="0">
                  <a:moveTo>
                    <a:pt x="61" y="0"/>
                  </a:moveTo>
                  <a:cubicBezTo>
                    <a:pt x="31" y="2158"/>
                    <a:pt x="31" y="4377"/>
                    <a:pt x="1" y="6535"/>
                  </a:cubicBezTo>
                  <a:cubicBezTo>
                    <a:pt x="31" y="7143"/>
                    <a:pt x="31" y="7751"/>
                    <a:pt x="1" y="8359"/>
                  </a:cubicBezTo>
                  <a:cubicBezTo>
                    <a:pt x="1" y="8937"/>
                    <a:pt x="31" y="9453"/>
                    <a:pt x="31" y="10031"/>
                  </a:cubicBezTo>
                  <a:lnTo>
                    <a:pt x="10062" y="10031"/>
                  </a:lnTo>
                  <a:cubicBezTo>
                    <a:pt x="9879" y="10000"/>
                    <a:pt x="9727" y="9909"/>
                    <a:pt x="9545" y="9879"/>
                  </a:cubicBezTo>
                  <a:cubicBezTo>
                    <a:pt x="4530" y="8663"/>
                    <a:pt x="1399" y="5532"/>
                    <a:pt x="213" y="517"/>
                  </a:cubicBezTo>
                  <a:cubicBezTo>
                    <a:pt x="183" y="335"/>
                    <a:pt x="122" y="183"/>
                    <a:pt x="6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8313253" y="2771432"/>
              <a:ext cx="254029" cy="133536"/>
            </a:xfrm>
            <a:custGeom>
              <a:avLst/>
              <a:gdLst/>
              <a:ahLst/>
              <a:cxnLst/>
              <a:rect l="l" t="t" r="r" b="b"/>
              <a:pathLst>
                <a:path w="9454" h="5229" extrusionOk="0">
                  <a:moveTo>
                    <a:pt x="4742" y="0"/>
                  </a:moveTo>
                  <a:cubicBezTo>
                    <a:pt x="4043" y="760"/>
                    <a:pt x="3374" y="1429"/>
                    <a:pt x="2736" y="2128"/>
                  </a:cubicBezTo>
                  <a:cubicBezTo>
                    <a:pt x="1824" y="3100"/>
                    <a:pt x="912" y="4134"/>
                    <a:pt x="0" y="5137"/>
                  </a:cubicBezTo>
                  <a:cubicBezTo>
                    <a:pt x="1094" y="5167"/>
                    <a:pt x="2219" y="5167"/>
                    <a:pt x="3313" y="5198"/>
                  </a:cubicBezTo>
                  <a:cubicBezTo>
                    <a:pt x="4255" y="5198"/>
                    <a:pt x="5167" y="5198"/>
                    <a:pt x="6079" y="5228"/>
                  </a:cubicBezTo>
                  <a:cubicBezTo>
                    <a:pt x="7234" y="5198"/>
                    <a:pt x="8328" y="5198"/>
                    <a:pt x="9453" y="5167"/>
                  </a:cubicBezTo>
                  <a:cubicBezTo>
                    <a:pt x="7903" y="3465"/>
                    <a:pt x="6383" y="1733"/>
                    <a:pt x="474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7846867" y="3830105"/>
              <a:ext cx="274450" cy="285688"/>
            </a:xfrm>
            <a:custGeom>
              <a:avLst/>
              <a:gdLst/>
              <a:ahLst/>
              <a:cxnLst/>
              <a:rect l="l" t="t" r="r" b="b"/>
              <a:pathLst>
                <a:path w="10214" h="11187" extrusionOk="0">
                  <a:moveTo>
                    <a:pt x="10183" y="1"/>
                  </a:moveTo>
                  <a:cubicBezTo>
                    <a:pt x="10152" y="153"/>
                    <a:pt x="10061" y="335"/>
                    <a:pt x="10061" y="517"/>
                  </a:cubicBezTo>
                  <a:cubicBezTo>
                    <a:pt x="9636" y="4651"/>
                    <a:pt x="7599" y="7691"/>
                    <a:pt x="3982" y="9758"/>
                  </a:cubicBezTo>
                  <a:cubicBezTo>
                    <a:pt x="2736" y="10487"/>
                    <a:pt x="1368" y="10821"/>
                    <a:pt x="0" y="11156"/>
                  </a:cubicBezTo>
                  <a:cubicBezTo>
                    <a:pt x="243" y="11156"/>
                    <a:pt x="500" y="11169"/>
                    <a:pt x="743" y="11169"/>
                  </a:cubicBezTo>
                  <a:cubicBezTo>
                    <a:pt x="865" y="11169"/>
                    <a:pt x="983" y="11166"/>
                    <a:pt x="1094" y="11156"/>
                  </a:cubicBezTo>
                  <a:cubicBezTo>
                    <a:pt x="4134" y="11156"/>
                    <a:pt x="7143" y="11186"/>
                    <a:pt x="10183" y="11186"/>
                  </a:cubicBezTo>
                  <a:lnTo>
                    <a:pt x="10213" y="11125"/>
                  </a:lnTo>
                  <a:lnTo>
                    <a:pt x="10213" y="10943"/>
                  </a:lnTo>
                  <a:lnTo>
                    <a:pt x="10213" y="6019"/>
                  </a:lnTo>
                  <a:cubicBezTo>
                    <a:pt x="10213" y="4013"/>
                    <a:pt x="10183" y="2007"/>
                    <a:pt x="10183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8118030" y="3810698"/>
              <a:ext cx="3305" cy="7789"/>
            </a:xfrm>
            <a:custGeom>
              <a:avLst/>
              <a:gdLst/>
              <a:ahLst/>
              <a:cxnLst/>
              <a:rect l="l" t="t" r="r" b="b"/>
              <a:pathLst>
                <a:path w="123" h="305" extrusionOk="0">
                  <a:moveTo>
                    <a:pt x="0" y="1"/>
                  </a:moveTo>
                  <a:lnTo>
                    <a:pt x="0" y="1"/>
                  </a:lnTo>
                  <a:cubicBezTo>
                    <a:pt x="61" y="92"/>
                    <a:pt x="92" y="183"/>
                    <a:pt x="122" y="305"/>
                  </a:cubicBezTo>
                  <a:cubicBezTo>
                    <a:pt x="92" y="183"/>
                    <a:pt x="61" y="62"/>
                    <a:pt x="0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8122115" y="4110305"/>
              <a:ext cx="4111" cy="5465"/>
            </a:xfrm>
            <a:custGeom>
              <a:avLst/>
              <a:gdLst/>
              <a:ahLst/>
              <a:cxnLst/>
              <a:rect l="l" t="t" r="r" b="b"/>
              <a:pathLst>
                <a:path w="153" h="214" extrusionOk="0">
                  <a:moveTo>
                    <a:pt x="0" y="0"/>
                  </a:moveTo>
                  <a:lnTo>
                    <a:pt x="0" y="183"/>
                  </a:lnTo>
                  <a:cubicBezTo>
                    <a:pt x="61" y="183"/>
                    <a:pt x="122" y="183"/>
                    <a:pt x="152" y="213"/>
                  </a:cubicBezTo>
                  <a:lnTo>
                    <a:pt x="152" y="31"/>
                  </a:lnTo>
                  <a:cubicBezTo>
                    <a:pt x="122" y="0"/>
                    <a:pt x="61" y="0"/>
                    <a:pt x="0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8136813" y="4127388"/>
              <a:ext cx="605220" cy="573649"/>
            </a:xfrm>
            <a:custGeom>
              <a:avLst/>
              <a:gdLst/>
              <a:ahLst/>
              <a:cxnLst/>
              <a:rect l="l" t="t" r="r" b="b"/>
              <a:pathLst>
                <a:path w="22524" h="22463" extrusionOk="0">
                  <a:moveTo>
                    <a:pt x="16597" y="16262"/>
                  </a:moveTo>
                  <a:cubicBezTo>
                    <a:pt x="16597" y="16274"/>
                    <a:pt x="16601" y="16291"/>
                    <a:pt x="16607" y="16308"/>
                  </a:cubicBezTo>
                  <a:lnTo>
                    <a:pt x="16607" y="16308"/>
                  </a:lnTo>
                  <a:cubicBezTo>
                    <a:pt x="16600" y="16299"/>
                    <a:pt x="16597" y="16292"/>
                    <a:pt x="16597" y="16292"/>
                  </a:cubicBezTo>
                  <a:cubicBezTo>
                    <a:pt x="16566" y="16292"/>
                    <a:pt x="16597" y="16262"/>
                    <a:pt x="16597" y="16262"/>
                  </a:cubicBezTo>
                  <a:close/>
                  <a:moveTo>
                    <a:pt x="12341" y="0"/>
                  </a:moveTo>
                  <a:cubicBezTo>
                    <a:pt x="12007" y="1368"/>
                    <a:pt x="11703" y="2705"/>
                    <a:pt x="11369" y="4043"/>
                  </a:cubicBezTo>
                  <a:lnTo>
                    <a:pt x="11156" y="4043"/>
                  </a:lnTo>
                  <a:cubicBezTo>
                    <a:pt x="10821" y="2766"/>
                    <a:pt x="10517" y="1520"/>
                    <a:pt x="10244" y="243"/>
                  </a:cubicBezTo>
                  <a:cubicBezTo>
                    <a:pt x="10153" y="243"/>
                    <a:pt x="10062" y="274"/>
                    <a:pt x="9940" y="274"/>
                  </a:cubicBezTo>
                  <a:cubicBezTo>
                    <a:pt x="9940" y="912"/>
                    <a:pt x="9910" y="1611"/>
                    <a:pt x="9910" y="2249"/>
                  </a:cubicBezTo>
                  <a:cubicBezTo>
                    <a:pt x="9879" y="2857"/>
                    <a:pt x="9879" y="3496"/>
                    <a:pt x="9849" y="4134"/>
                  </a:cubicBezTo>
                  <a:cubicBezTo>
                    <a:pt x="9788" y="4134"/>
                    <a:pt x="9727" y="4195"/>
                    <a:pt x="9636" y="4195"/>
                  </a:cubicBezTo>
                  <a:cubicBezTo>
                    <a:pt x="9393" y="3617"/>
                    <a:pt x="9119" y="3040"/>
                    <a:pt x="8815" y="2523"/>
                  </a:cubicBezTo>
                  <a:cubicBezTo>
                    <a:pt x="8511" y="1976"/>
                    <a:pt x="8390" y="1307"/>
                    <a:pt x="7782" y="790"/>
                  </a:cubicBezTo>
                  <a:lnTo>
                    <a:pt x="7782" y="790"/>
                  </a:lnTo>
                  <a:cubicBezTo>
                    <a:pt x="7873" y="2158"/>
                    <a:pt x="8268" y="3344"/>
                    <a:pt x="8177" y="4590"/>
                  </a:cubicBezTo>
                  <a:cubicBezTo>
                    <a:pt x="7478" y="3769"/>
                    <a:pt x="6748" y="2888"/>
                    <a:pt x="6080" y="2067"/>
                  </a:cubicBezTo>
                  <a:lnTo>
                    <a:pt x="5837" y="2280"/>
                  </a:lnTo>
                  <a:cubicBezTo>
                    <a:pt x="6201" y="3283"/>
                    <a:pt x="6566" y="4225"/>
                    <a:pt x="6900" y="5198"/>
                  </a:cubicBezTo>
                  <a:lnTo>
                    <a:pt x="6900" y="5441"/>
                  </a:lnTo>
                  <a:cubicBezTo>
                    <a:pt x="6870" y="5441"/>
                    <a:pt x="6840" y="5411"/>
                    <a:pt x="6809" y="5350"/>
                  </a:cubicBezTo>
                  <a:cubicBezTo>
                    <a:pt x="6536" y="5198"/>
                    <a:pt x="6262" y="5015"/>
                    <a:pt x="6049" y="4833"/>
                  </a:cubicBezTo>
                  <a:cubicBezTo>
                    <a:pt x="5381" y="4286"/>
                    <a:pt x="4712" y="3739"/>
                    <a:pt x="4013" y="3192"/>
                  </a:cubicBezTo>
                  <a:cubicBezTo>
                    <a:pt x="3952" y="3222"/>
                    <a:pt x="3922" y="3283"/>
                    <a:pt x="3861" y="3313"/>
                  </a:cubicBezTo>
                  <a:cubicBezTo>
                    <a:pt x="4530" y="4286"/>
                    <a:pt x="5137" y="5259"/>
                    <a:pt x="5745" y="6231"/>
                  </a:cubicBezTo>
                  <a:cubicBezTo>
                    <a:pt x="5776" y="6262"/>
                    <a:pt x="5837" y="6353"/>
                    <a:pt x="5897" y="6414"/>
                  </a:cubicBezTo>
                  <a:cubicBezTo>
                    <a:pt x="5776" y="6414"/>
                    <a:pt x="5685" y="6383"/>
                    <a:pt x="5593" y="6383"/>
                  </a:cubicBezTo>
                  <a:cubicBezTo>
                    <a:pt x="4530" y="5866"/>
                    <a:pt x="3405" y="5319"/>
                    <a:pt x="2341" y="4803"/>
                  </a:cubicBezTo>
                  <a:cubicBezTo>
                    <a:pt x="2311" y="4833"/>
                    <a:pt x="2280" y="4894"/>
                    <a:pt x="2250" y="4955"/>
                  </a:cubicBezTo>
                  <a:cubicBezTo>
                    <a:pt x="3162" y="5806"/>
                    <a:pt x="4013" y="6718"/>
                    <a:pt x="4925" y="7599"/>
                  </a:cubicBezTo>
                  <a:cubicBezTo>
                    <a:pt x="4894" y="7629"/>
                    <a:pt x="4864" y="7721"/>
                    <a:pt x="4833" y="7751"/>
                  </a:cubicBezTo>
                  <a:cubicBezTo>
                    <a:pt x="3526" y="7386"/>
                    <a:pt x="2250" y="7021"/>
                    <a:pt x="943" y="6657"/>
                  </a:cubicBezTo>
                  <a:lnTo>
                    <a:pt x="943" y="6657"/>
                  </a:lnTo>
                  <a:cubicBezTo>
                    <a:pt x="1946" y="7569"/>
                    <a:pt x="3162" y="8146"/>
                    <a:pt x="4134" y="9058"/>
                  </a:cubicBezTo>
                  <a:cubicBezTo>
                    <a:pt x="3852" y="9084"/>
                    <a:pt x="3569" y="9093"/>
                    <a:pt x="3289" y="9093"/>
                  </a:cubicBezTo>
                  <a:cubicBezTo>
                    <a:pt x="2906" y="9093"/>
                    <a:pt x="2527" y="9076"/>
                    <a:pt x="2159" y="9058"/>
                  </a:cubicBezTo>
                  <a:cubicBezTo>
                    <a:pt x="1551" y="8997"/>
                    <a:pt x="912" y="8936"/>
                    <a:pt x="274" y="8906"/>
                  </a:cubicBezTo>
                  <a:cubicBezTo>
                    <a:pt x="274" y="8967"/>
                    <a:pt x="213" y="8997"/>
                    <a:pt x="213" y="9088"/>
                  </a:cubicBezTo>
                  <a:cubicBezTo>
                    <a:pt x="1490" y="9575"/>
                    <a:pt x="2706" y="10031"/>
                    <a:pt x="3952" y="10487"/>
                  </a:cubicBezTo>
                  <a:cubicBezTo>
                    <a:pt x="3952" y="10578"/>
                    <a:pt x="3922" y="10608"/>
                    <a:pt x="3922" y="10669"/>
                  </a:cubicBezTo>
                  <a:cubicBezTo>
                    <a:pt x="2584" y="10882"/>
                    <a:pt x="1277" y="11064"/>
                    <a:pt x="1" y="11246"/>
                  </a:cubicBezTo>
                  <a:lnTo>
                    <a:pt x="1" y="11398"/>
                  </a:lnTo>
                  <a:cubicBezTo>
                    <a:pt x="1338" y="11642"/>
                    <a:pt x="2615" y="11824"/>
                    <a:pt x="3952" y="12006"/>
                  </a:cubicBezTo>
                  <a:cubicBezTo>
                    <a:pt x="3982" y="12098"/>
                    <a:pt x="3982" y="12128"/>
                    <a:pt x="3982" y="12189"/>
                  </a:cubicBezTo>
                  <a:cubicBezTo>
                    <a:pt x="2706" y="12645"/>
                    <a:pt x="1368" y="13161"/>
                    <a:pt x="61" y="13648"/>
                  </a:cubicBezTo>
                  <a:cubicBezTo>
                    <a:pt x="383" y="13673"/>
                    <a:pt x="693" y="13683"/>
                    <a:pt x="995" y="13683"/>
                  </a:cubicBezTo>
                  <a:cubicBezTo>
                    <a:pt x="1407" y="13683"/>
                    <a:pt x="1803" y="13665"/>
                    <a:pt x="2189" y="13648"/>
                  </a:cubicBezTo>
                  <a:cubicBezTo>
                    <a:pt x="2888" y="13617"/>
                    <a:pt x="3618" y="13526"/>
                    <a:pt x="4286" y="13496"/>
                  </a:cubicBezTo>
                  <a:cubicBezTo>
                    <a:pt x="4286" y="13557"/>
                    <a:pt x="4317" y="13617"/>
                    <a:pt x="4317" y="13678"/>
                  </a:cubicBezTo>
                  <a:cubicBezTo>
                    <a:pt x="3253" y="14408"/>
                    <a:pt x="2159" y="15076"/>
                    <a:pt x="1064" y="15775"/>
                  </a:cubicBezTo>
                  <a:cubicBezTo>
                    <a:pt x="1064" y="15836"/>
                    <a:pt x="1095" y="15897"/>
                    <a:pt x="1125" y="15958"/>
                  </a:cubicBezTo>
                  <a:cubicBezTo>
                    <a:pt x="2341" y="15684"/>
                    <a:pt x="3526" y="15198"/>
                    <a:pt x="4773" y="15016"/>
                  </a:cubicBezTo>
                  <a:cubicBezTo>
                    <a:pt x="4833" y="15076"/>
                    <a:pt x="4833" y="15137"/>
                    <a:pt x="4864" y="15198"/>
                  </a:cubicBezTo>
                  <a:cubicBezTo>
                    <a:pt x="4104" y="15988"/>
                    <a:pt x="3314" y="16748"/>
                    <a:pt x="2554" y="17508"/>
                  </a:cubicBezTo>
                  <a:cubicBezTo>
                    <a:pt x="2584" y="17569"/>
                    <a:pt x="2645" y="17630"/>
                    <a:pt x="2706" y="17721"/>
                  </a:cubicBezTo>
                  <a:cubicBezTo>
                    <a:pt x="3800" y="17417"/>
                    <a:pt x="4681" y="16657"/>
                    <a:pt x="5958" y="16201"/>
                  </a:cubicBezTo>
                  <a:lnTo>
                    <a:pt x="5958" y="16201"/>
                  </a:lnTo>
                  <a:cubicBezTo>
                    <a:pt x="5685" y="16657"/>
                    <a:pt x="5533" y="16870"/>
                    <a:pt x="5381" y="17143"/>
                  </a:cubicBezTo>
                  <a:cubicBezTo>
                    <a:pt x="4894" y="17964"/>
                    <a:pt x="4378" y="18785"/>
                    <a:pt x="3830" y="19605"/>
                  </a:cubicBezTo>
                  <a:cubicBezTo>
                    <a:pt x="4165" y="19423"/>
                    <a:pt x="4530" y="19271"/>
                    <a:pt x="4773" y="19028"/>
                  </a:cubicBezTo>
                  <a:cubicBezTo>
                    <a:pt x="5502" y="18420"/>
                    <a:pt x="6201" y="17873"/>
                    <a:pt x="6900" y="17265"/>
                  </a:cubicBezTo>
                  <a:lnTo>
                    <a:pt x="6900" y="17265"/>
                  </a:lnTo>
                  <a:cubicBezTo>
                    <a:pt x="6657" y="18541"/>
                    <a:pt x="6080" y="19636"/>
                    <a:pt x="5685" y="20821"/>
                  </a:cubicBezTo>
                  <a:cubicBezTo>
                    <a:pt x="5745" y="20851"/>
                    <a:pt x="5806" y="20912"/>
                    <a:pt x="5897" y="20943"/>
                  </a:cubicBezTo>
                  <a:cubicBezTo>
                    <a:pt x="6688" y="19940"/>
                    <a:pt x="7448" y="18997"/>
                    <a:pt x="8359" y="17873"/>
                  </a:cubicBezTo>
                  <a:lnTo>
                    <a:pt x="8359" y="17873"/>
                  </a:lnTo>
                  <a:cubicBezTo>
                    <a:pt x="8268" y="19332"/>
                    <a:pt x="7782" y="20548"/>
                    <a:pt x="7964" y="21885"/>
                  </a:cubicBezTo>
                  <a:cubicBezTo>
                    <a:pt x="8542" y="20760"/>
                    <a:pt x="9089" y="19605"/>
                    <a:pt x="9636" y="18481"/>
                  </a:cubicBezTo>
                  <a:cubicBezTo>
                    <a:pt x="9758" y="18481"/>
                    <a:pt x="9849" y="18511"/>
                    <a:pt x="9910" y="18511"/>
                  </a:cubicBezTo>
                  <a:lnTo>
                    <a:pt x="9910" y="20456"/>
                  </a:lnTo>
                  <a:cubicBezTo>
                    <a:pt x="9910" y="21095"/>
                    <a:pt x="9940" y="21733"/>
                    <a:pt x="10001" y="22402"/>
                  </a:cubicBezTo>
                  <a:lnTo>
                    <a:pt x="10183" y="22402"/>
                  </a:lnTo>
                  <a:cubicBezTo>
                    <a:pt x="10609" y="21186"/>
                    <a:pt x="10761" y="19848"/>
                    <a:pt x="11277" y="18481"/>
                  </a:cubicBezTo>
                  <a:cubicBezTo>
                    <a:pt x="11764" y="19909"/>
                    <a:pt x="11916" y="21247"/>
                    <a:pt x="12463" y="22462"/>
                  </a:cubicBezTo>
                  <a:cubicBezTo>
                    <a:pt x="12615" y="21155"/>
                    <a:pt x="12493" y="19848"/>
                    <a:pt x="12797" y="18359"/>
                  </a:cubicBezTo>
                  <a:cubicBezTo>
                    <a:pt x="13527" y="19696"/>
                    <a:pt x="13983" y="20912"/>
                    <a:pt x="14712" y="21976"/>
                  </a:cubicBezTo>
                  <a:cubicBezTo>
                    <a:pt x="14742" y="21703"/>
                    <a:pt x="14712" y="21520"/>
                    <a:pt x="14651" y="21277"/>
                  </a:cubicBezTo>
                  <a:cubicBezTo>
                    <a:pt x="14502" y="20204"/>
                    <a:pt x="14353" y="19161"/>
                    <a:pt x="14204" y="18090"/>
                  </a:cubicBezTo>
                  <a:lnTo>
                    <a:pt x="14204" y="18090"/>
                  </a:lnTo>
                  <a:cubicBezTo>
                    <a:pt x="14431" y="18291"/>
                    <a:pt x="14631" y="18492"/>
                    <a:pt x="14803" y="18693"/>
                  </a:cubicBezTo>
                  <a:cubicBezTo>
                    <a:pt x="15381" y="19332"/>
                    <a:pt x="15928" y="20031"/>
                    <a:pt x="16445" y="20699"/>
                  </a:cubicBezTo>
                  <a:cubicBezTo>
                    <a:pt x="16536" y="20669"/>
                    <a:pt x="16627" y="20669"/>
                    <a:pt x="16718" y="20669"/>
                  </a:cubicBezTo>
                  <a:cubicBezTo>
                    <a:pt x="16323" y="19605"/>
                    <a:pt x="15928" y="18511"/>
                    <a:pt x="15502" y="17417"/>
                  </a:cubicBezTo>
                  <a:cubicBezTo>
                    <a:pt x="15533" y="17417"/>
                    <a:pt x="15624" y="17356"/>
                    <a:pt x="15654" y="17326"/>
                  </a:cubicBezTo>
                  <a:cubicBezTo>
                    <a:pt x="16536" y="18025"/>
                    <a:pt x="17448" y="18724"/>
                    <a:pt x="18299" y="19423"/>
                  </a:cubicBezTo>
                  <a:cubicBezTo>
                    <a:pt x="18390" y="19392"/>
                    <a:pt x="18420" y="19301"/>
                    <a:pt x="18512" y="19271"/>
                  </a:cubicBezTo>
                  <a:cubicBezTo>
                    <a:pt x="18299" y="18967"/>
                    <a:pt x="18147" y="18693"/>
                    <a:pt x="17964" y="18389"/>
                  </a:cubicBezTo>
                  <a:cubicBezTo>
                    <a:pt x="17552" y="17741"/>
                    <a:pt x="17110" y="17063"/>
                    <a:pt x="16723" y="16413"/>
                  </a:cubicBezTo>
                  <a:lnTo>
                    <a:pt x="16723" y="16413"/>
                  </a:lnTo>
                  <a:cubicBezTo>
                    <a:pt x="16970" y="16482"/>
                    <a:pt x="17233" y="16515"/>
                    <a:pt x="17448" y="16596"/>
                  </a:cubicBezTo>
                  <a:lnTo>
                    <a:pt x="19363" y="17630"/>
                  </a:lnTo>
                  <a:cubicBezTo>
                    <a:pt x="19606" y="17751"/>
                    <a:pt x="19819" y="17812"/>
                    <a:pt x="20244" y="17964"/>
                  </a:cubicBezTo>
                  <a:cubicBezTo>
                    <a:pt x="19423" y="16809"/>
                    <a:pt x="18360" y="16201"/>
                    <a:pt x="17782" y="15046"/>
                  </a:cubicBezTo>
                  <a:lnTo>
                    <a:pt x="17782" y="15046"/>
                  </a:lnTo>
                  <a:cubicBezTo>
                    <a:pt x="18998" y="15380"/>
                    <a:pt x="20183" y="15715"/>
                    <a:pt x="21399" y="16049"/>
                  </a:cubicBezTo>
                  <a:cubicBezTo>
                    <a:pt x="21430" y="15958"/>
                    <a:pt x="21430" y="15927"/>
                    <a:pt x="21460" y="15836"/>
                  </a:cubicBezTo>
                  <a:cubicBezTo>
                    <a:pt x="20882" y="15471"/>
                    <a:pt x="20366" y="15137"/>
                    <a:pt x="19788" y="14772"/>
                  </a:cubicBezTo>
                  <a:lnTo>
                    <a:pt x="18208" y="13769"/>
                  </a:lnTo>
                  <a:cubicBezTo>
                    <a:pt x="18238" y="13709"/>
                    <a:pt x="18238" y="13678"/>
                    <a:pt x="18268" y="13648"/>
                  </a:cubicBezTo>
                  <a:cubicBezTo>
                    <a:pt x="19606" y="13678"/>
                    <a:pt x="20882" y="13709"/>
                    <a:pt x="22220" y="13769"/>
                  </a:cubicBezTo>
                  <a:cubicBezTo>
                    <a:pt x="22007" y="13648"/>
                    <a:pt x="21764" y="13496"/>
                    <a:pt x="21490" y="13374"/>
                  </a:cubicBezTo>
                  <a:lnTo>
                    <a:pt x="18998" y="12462"/>
                  </a:lnTo>
                  <a:cubicBezTo>
                    <a:pt x="18815" y="12402"/>
                    <a:pt x="18664" y="12280"/>
                    <a:pt x="18390" y="12128"/>
                  </a:cubicBezTo>
                  <a:cubicBezTo>
                    <a:pt x="19879" y="11915"/>
                    <a:pt x="21186" y="11702"/>
                    <a:pt x="22524" y="11520"/>
                  </a:cubicBezTo>
                  <a:lnTo>
                    <a:pt x="22524" y="11368"/>
                  </a:lnTo>
                  <a:cubicBezTo>
                    <a:pt x="21186" y="11155"/>
                    <a:pt x="19910" y="10943"/>
                    <a:pt x="18572" y="10760"/>
                  </a:cubicBezTo>
                  <a:lnTo>
                    <a:pt x="18572" y="10578"/>
                  </a:lnTo>
                  <a:cubicBezTo>
                    <a:pt x="19819" y="10122"/>
                    <a:pt x="21095" y="9636"/>
                    <a:pt x="22341" y="9180"/>
                  </a:cubicBezTo>
                  <a:cubicBezTo>
                    <a:pt x="22025" y="9129"/>
                    <a:pt x="21712" y="9113"/>
                    <a:pt x="21400" y="9113"/>
                  </a:cubicBezTo>
                  <a:cubicBezTo>
                    <a:pt x="20826" y="9113"/>
                    <a:pt x="20257" y="9168"/>
                    <a:pt x="19679" y="9168"/>
                  </a:cubicBezTo>
                  <a:cubicBezTo>
                    <a:pt x="19246" y="9168"/>
                    <a:pt x="18807" y="9137"/>
                    <a:pt x="18360" y="9028"/>
                  </a:cubicBezTo>
                  <a:cubicBezTo>
                    <a:pt x="19332" y="8359"/>
                    <a:pt x="20335" y="7751"/>
                    <a:pt x="21308" y="7113"/>
                  </a:cubicBezTo>
                  <a:lnTo>
                    <a:pt x="21186" y="6900"/>
                  </a:lnTo>
                  <a:cubicBezTo>
                    <a:pt x="20031" y="7204"/>
                    <a:pt x="18846" y="7538"/>
                    <a:pt x="17660" y="7842"/>
                  </a:cubicBezTo>
                  <a:cubicBezTo>
                    <a:pt x="17660" y="7812"/>
                    <a:pt x="17630" y="7721"/>
                    <a:pt x="17630" y="7690"/>
                  </a:cubicBezTo>
                  <a:cubicBezTo>
                    <a:pt x="18512" y="6809"/>
                    <a:pt x="19332" y="5927"/>
                    <a:pt x="20214" y="5076"/>
                  </a:cubicBezTo>
                  <a:lnTo>
                    <a:pt x="20092" y="4955"/>
                  </a:lnTo>
                  <a:cubicBezTo>
                    <a:pt x="18967" y="5319"/>
                    <a:pt x="17995" y="6140"/>
                    <a:pt x="16627" y="6596"/>
                  </a:cubicBezTo>
                  <a:cubicBezTo>
                    <a:pt x="17448" y="5380"/>
                    <a:pt x="18056" y="4377"/>
                    <a:pt x="18694" y="3344"/>
                  </a:cubicBezTo>
                  <a:cubicBezTo>
                    <a:pt x="18664" y="3313"/>
                    <a:pt x="18603" y="3283"/>
                    <a:pt x="18451" y="3192"/>
                  </a:cubicBezTo>
                  <a:cubicBezTo>
                    <a:pt x="17478" y="3800"/>
                    <a:pt x="16688" y="4803"/>
                    <a:pt x="15654" y="5350"/>
                  </a:cubicBezTo>
                  <a:cubicBezTo>
                    <a:pt x="15624" y="5289"/>
                    <a:pt x="15533" y="5259"/>
                    <a:pt x="15502" y="5198"/>
                  </a:cubicBezTo>
                  <a:cubicBezTo>
                    <a:pt x="15958" y="4073"/>
                    <a:pt x="16414" y="2888"/>
                    <a:pt x="16870" y="1763"/>
                  </a:cubicBezTo>
                  <a:lnTo>
                    <a:pt x="16870" y="1763"/>
                  </a:lnTo>
                  <a:cubicBezTo>
                    <a:pt x="15837" y="2553"/>
                    <a:pt x="15229" y="3678"/>
                    <a:pt x="14317" y="4529"/>
                  </a:cubicBezTo>
                  <a:cubicBezTo>
                    <a:pt x="14256" y="4499"/>
                    <a:pt x="14195" y="4438"/>
                    <a:pt x="14135" y="4407"/>
                  </a:cubicBezTo>
                  <a:cubicBezTo>
                    <a:pt x="14347" y="3161"/>
                    <a:pt x="14560" y="1915"/>
                    <a:pt x="14773" y="638"/>
                  </a:cubicBezTo>
                  <a:cubicBezTo>
                    <a:pt x="14742" y="638"/>
                    <a:pt x="14651" y="608"/>
                    <a:pt x="14621" y="608"/>
                  </a:cubicBezTo>
                  <a:cubicBezTo>
                    <a:pt x="14013" y="1793"/>
                    <a:pt x="13435" y="3009"/>
                    <a:pt x="12828" y="4195"/>
                  </a:cubicBezTo>
                  <a:cubicBezTo>
                    <a:pt x="12797" y="4195"/>
                    <a:pt x="12736" y="4134"/>
                    <a:pt x="12645" y="4134"/>
                  </a:cubicBezTo>
                  <a:cubicBezTo>
                    <a:pt x="12615" y="2736"/>
                    <a:pt x="12524" y="1368"/>
                    <a:pt x="1249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8285468" y="4163853"/>
              <a:ext cx="15558" cy="24874"/>
            </a:xfrm>
            <a:custGeom>
              <a:avLst/>
              <a:gdLst/>
              <a:ahLst/>
              <a:cxnLst/>
              <a:rect l="l" t="t" r="r" b="b"/>
              <a:pathLst>
                <a:path w="579" h="974" extrusionOk="0">
                  <a:moveTo>
                    <a:pt x="1" y="1"/>
                  </a:moveTo>
                  <a:lnTo>
                    <a:pt x="1" y="1"/>
                  </a:lnTo>
                  <a:cubicBezTo>
                    <a:pt x="122" y="335"/>
                    <a:pt x="244" y="639"/>
                    <a:pt x="365" y="973"/>
                  </a:cubicBezTo>
                  <a:lnTo>
                    <a:pt x="578" y="761"/>
                  </a:lnTo>
                  <a:cubicBezTo>
                    <a:pt x="396" y="487"/>
                    <a:pt x="213" y="213"/>
                    <a:pt x="1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8405531" y="4128920"/>
              <a:ext cx="8195" cy="7789"/>
            </a:xfrm>
            <a:custGeom>
              <a:avLst/>
              <a:gdLst/>
              <a:ahLst/>
              <a:cxnLst/>
              <a:rect l="l" t="t" r="r" b="b"/>
              <a:pathLst>
                <a:path w="305" h="305" extrusionOk="0">
                  <a:moveTo>
                    <a:pt x="92" y="1"/>
                  </a:moveTo>
                  <a:cubicBezTo>
                    <a:pt x="62" y="92"/>
                    <a:pt x="31" y="183"/>
                    <a:pt x="1" y="305"/>
                  </a:cubicBezTo>
                  <a:cubicBezTo>
                    <a:pt x="92" y="305"/>
                    <a:pt x="183" y="244"/>
                    <a:pt x="305" y="244"/>
                  </a:cubicBezTo>
                  <a:cubicBezTo>
                    <a:pt x="214" y="183"/>
                    <a:pt x="153" y="62"/>
                    <a:pt x="92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8734710" y="4478985"/>
              <a:ext cx="4111" cy="792"/>
            </a:xfrm>
            <a:custGeom>
              <a:avLst/>
              <a:gdLst/>
              <a:ahLst/>
              <a:cxnLst/>
              <a:rect l="l" t="t" r="r" b="b"/>
              <a:pathLst>
                <a:path w="153" h="31" extrusionOk="0">
                  <a:moveTo>
                    <a:pt x="0" y="0"/>
                  </a:moveTo>
                  <a:lnTo>
                    <a:pt x="0" y="0"/>
                  </a:lnTo>
                  <a:cubicBezTo>
                    <a:pt x="61" y="0"/>
                    <a:pt x="91" y="31"/>
                    <a:pt x="152" y="31"/>
                  </a:cubicBezTo>
                  <a:cubicBezTo>
                    <a:pt x="122" y="31"/>
                    <a:pt x="61" y="0"/>
                    <a:pt x="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8716732" y="4301233"/>
              <a:ext cx="3305" cy="2349"/>
            </a:xfrm>
            <a:custGeom>
              <a:avLst/>
              <a:gdLst/>
              <a:ahLst/>
              <a:cxnLst/>
              <a:rect l="l" t="t" r="r" b="b"/>
              <a:pathLst>
                <a:path w="123" h="92" extrusionOk="0">
                  <a:moveTo>
                    <a:pt x="61" y="1"/>
                  </a:moveTo>
                  <a:cubicBezTo>
                    <a:pt x="31" y="1"/>
                    <a:pt x="31" y="31"/>
                    <a:pt x="1" y="31"/>
                  </a:cubicBezTo>
                  <a:cubicBezTo>
                    <a:pt x="31" y="31"/>
                    <a:pt x="31" y="92"/>
                    <a:pt x="31" y="92"/>
                  </a:cubicBezTo>
                  <a:cubicBezTo>
                    <a:pt x="61" y="92"/>
                    <a:pt x="61" y="31"/>
                    <a:pt x="122" y="31"/>
                  </a:cubicBezTo>
                  <a:cubicBezTo>
                    <a:pt x="122" y="1"/>
                    <a:pt x="61" y="1"/>
                    <a:pt x="6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8470077" y="4129712"/>
              <a:ext cx="4917" cy="26"/>
            </a:xfrm>
            <a:custGeom>
              <a:avLst/>
              <a:gdLst/>
              <a:ahLst/>
              <a:cxnLst/>
              <a:rect l="l" t="t" r="r" b="b"/>
              <a:pathLst>
                <a:path w="183" h="1" extrusionOk="0">
                  <a:moveTo>
                    <a:pt x="182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8284662" y="4162295"/>
              <a:ext cx="833" cy="1583"/>
            </a:xfrm>
            <a:custGeom>
              <a:avLst/>
              <a:gdLst/>
              <a:ahLst/>
              <a:cxnLst/>
              <a:rect l="l" t="t" r="r" b="b"/>
              <a:pathLst>
                <a:path w="31" h="62" extrusionOk="0">
                  <a:moveTo>
                    <a:pt x="31" y="6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8236454" y="4204990"/>
              <a:ext cx="3305" cy="2349"/>
            </a:xfrm>
            <a:custGeom>
              <a:avLst/>
              <a:gdLst/>
              <a:ahLst/>
              <a:cxnLst/>
              <a:rect l="l" t="t" r="r" b="b"/>
              <a:pathLst>
                <a:path w="123" h="92" extrusionOk="0">
                  <a:moveTo>
                    <a:pt x="1" y="1"/>
                  </a:moveTo>
                  <a:cubicBezTo>
                    <a:pt x="62" y="61"/>
                    <a:pt x="92" y="61"/>
                    <a:pt x="122" y="92"/>
                  </a:cubicBezTo>
                  <a:cubicBezTo>
                    <a:pt x="122" y="61"/>
                    <a:pt x="122" y="61"/>
                    <a:pt x="62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8643211" y="4207314"/>
              <a:ext cx="27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8239732" y="4206548"/>
              <a:ext cx="6556" cy="7789"/>
            </a:xfrm>
            <a:custGeom>
              <a:avLst/>
              <a:gdLst/>
              <a:ahLst/>
              <a:cxnLst/>
              <a:rect l="l" t="t" r="r" b="b"/>
              <a:pathLst>
                <a:path w="244" h="305" extrusionOk="0">
                  <a:moveTo>
                    <a:pt x="0" y="0"/>
                  </a:moveTo>
                  <a:cubicBezTo>
                    <a:pt x="31" y="92"/>
                    <a:pt x="31" y="183"/>
                    <a:pt x="92" y="304"/>
                  </a:cubicBezTo>
                  <a:cubicBezTo>
                    <a:pt x="152" y="244"/>
                    <a:pt x="183" y="213"/>
                    <a:pt x="244" y="122"/>
                  </a:cubicBezTo>
                  <a:cubicBezTo>
                    <a:pt x="152" y="92"/>
                    <a:pt x="92" y="31"/>
                    <a:pt x="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8635875" y="4208106"/>
              <a:ext cx="7362" cy="6231"/>
            </a:xfrm>
            <a:custGeom>
              <a:avLst/>
              <a:gdLst/>
              <a:ahLst/>
              <a:cxnLst/>
              <a:rect l="l" t="t" r="r" b="b"/>
              <a:pathLst>
                <a:path w="274" h="244" extrusionOk="0">
                  <a:moveTo>
                    <a:pt x="274" y="0"/>
                  </a:moveTo>
                  <a:cubicBezTo>
                    <a:pt x="183" y="0"/>
                    <a:pt x="92" y="31"/>
                    <a:pt x="0" y="91"/>
                  </a:cubicBezTo>
                  <a:cubicBezTo>
                    <a:pt x="31" y="122"/>
                    <a:pt x="92" y="152"/>
                    <a:pt x="122" y="243"/>
                  </a:cubicBezTo>
                  <a:cubicBezTo>
                    <a:pt x="152" y="152"/>
                    <a:pt x="243" y="91"/>
                    <a:pt x="274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8676720" y="4253891"/>
              <a:ext cx="6556" cy="3141"/>
            </a:xfrm>
            <a:custGeom>
              <a:avLst/>
              <a:gdLst/>
              <a:ahLst/>
              <a:cxnLst/>
              <a:rect l="l" t="t" r="r" b="b"/>
              <a:pathLst>
                <a:path w="244" h="123" extrusionOk="0">
                  <a:moveTo>
                    <a:pt x="0" y="1"/>
                  </a:moveTo>
                  <a:lnTo>
                    <a:pt x="122" y="122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8198887" y="4582991"/>
              <a:ext cx="4111" cy="2349"/>
            </a:xfrm>
            <a:custGeom>
              <a:avLst/>
              <a:gdLst/>
              <a:ahLst/>
              <a:cxnLst/>
              <a:rect l="l" t="t" r="r" b="b"/>
              <a:pathLst>
                <a:path w="153" h="92" extrusionOk="0">
                  <a:moveTo>
                    <a:pt x="153" y="0"/>
                  </a:moveTo>
                  <a:cubicBezTo>
                    <a:pt x="122" y="31"/>
                    <a:pt x="31" y="61"/>
                    <a:pt x="1" y="91"/>
                  </a:cubicBezTo>
                  <a:cubicBezTo>
                    <a:pt x="92" y="91"/>
                    <a:pt x="122" y="31"/>
                    <a:pt x="15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8197248" y="4586873"/>
              <a:ext cx="2472" cy="1583"/>
            </a:xfrm>
            <a:custGeom>
              <a:avLst/>
              <a:gdLst/>
              <a:ahLst/>
              <a:cxnLst/>
              <a:rect l="l" t="t" r="r" b="b"/>
              <a:pathLst>
                <a:path w="92" h="62" extrusionOk="0">
                  <a:moveTo>
                    <a:pt x="92" y="0"/>
                  </a:moveTo>
                  <a:cubicBezTo>
                    <a:pt x="31" y="0"/>
                    <a:pt x="1" y="31"/>
                    <a:pt x="1" y="61"/>
                  </a:cubicBezTo>
                  <a:cubicBezTo>
                    <a:pt x="31" y="31"/>
                    <a:pt x="62" y="31"/>
                    <a:pt x="92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6846298" y="4111863"/>
              <a:ext cx="318544" cy="302747"/>
            </a:xfrm>
            <a:custGeom>
              <a:avLst/>
              <a:gdLst/>
              <a:ahLst/>
              <a:cxnLst/>
              <a:rect l="l" t="t" r="r" b="b"/>
              <a:pathLst>
                <a:path w="11855" h="11855" extrusionOk="0">
                  <a:moveTo>
                    <a:pt x="11611" y="0"/>
                  </a:moveTo>
                  <a:cubicBezTo>
                    <a:pt x="11216" y="61"/>
                    <a:pt x="10821" y="122"/>
                    <a:pt x="10396" y="122"/>
                  </a:cubicBezTo>
                  <a:lnTo>
                    <a:pt x="31" y="122"/>
                  </a:lnTo>
                  <a:cubicBezTo>
                    <a:pt x="0" y="4043"/>
                    <a:pt x="0" y="7964"/>
                    <a:pt x="0" y="11854"/>
                  </a:cubicBezTo>
                  <a:cubicBezTo>
                    <a:pt x="213" y="11642"/>
                    <a:pt x="517" y="11459"/>
                    <a:pt x="791" y="11216"/>
                  </a:cubicBezTo>
                  <a:cubicBezTo>
                    <a:pt x="3921" y="8146"/>
                    <a:pt x="7022" y="5015"/>
                    <a:pt x="10153" y="1915"/>
                  </a:cubicBezTo>
                  <a:cubicBezTo>
                    <a:pt x="10700" y="1307"/>
                    <a:pt x="11277" y="730"/>
                    <a:pt x="11855" y="122"/>
                  </a:cubicBezTo>
                  <a:lnTo>
                    <a:pt x="11611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7165669" y="4114186"/>
              <a:ext cx="317711" cy="301981"/>
            </a:xfrm>
            <a:custGeom>
              <a:avLst/>
              <a:gdLst/>
              <a:ahLst/>
              <a:cxnLst/>
              <a:rect l="l" t="t" r="r" b="b"/>
              <a:pathLst>
                <a:path w="11824" h="11825" extrusionOk="0">
                  <a:moveTo>
                    <a:pt x="11733" y="0"/>
                  </a:moveTo>
                  <a:cubicBezTo>
                    <a:pt x="7873" y="31"/>
                    <a:pt x="3951" y="31"/>
                    <a:pt x="91" y="31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182" y="213"/>
                    <a:pt x="334" y="456"/>
                    <a:pt x="547" y="639"/>
                  </a:cubicBezTo>
                  <a:lnTo>
                    <a:pt x="11125" y="11247"/>
                  </a:lnTo>
                  <a:cubicBezTo>
                    <a:pt x="11338" y="11429"/>
                    <a:pt x="11550" y="11611"/>
                    <a:pt x="11733" y="11824"/>
                  </a:cubicBezTo>
                  <a:cubicBezTo>
                    <a:pt x="11763" y="11581"/>
                    <a:pt x="11824" y="11308"/>
                    <a:pt x="11794" y="11004"/>
                  </a:cubicBezTo>
                  <a:lnTo>
                    <a:pt x="11794" y="639"/>
                  </a:lnTo>
                  <a:cubicBezTo>
                    <a:pt x="11794" y="456"/>
                    <a:pt x="11794" y="213"/>
                    <a:pt x="1173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7480928" y="4114952"/>
              <a:ext cx="317738" cy="301215"/>
            </a:xfrm>
            <a:custGeom>
              <a:avLst/>
              <a:gdLst/>
              <a:ahLst/>
              <a:cxnLst/>
              <a:rect l="l" t="t" r="r" b="b"/>
              <a:pathLst>
                <a:path w="11825" h="11795" extrusionOk="0">
                  <a:moveTo>
                    <a:pt x="62" y="1"/>
                  </a:moveTo>
                  <a:cubicBezTo>
                    <a:pt x="62" y="183"/>
                    <a:pt x="92" y="426"/>
                    <a:pt x="92" y="639"/>
                  </a:cubicBezTo>
                  <a:lnTo>
                    <a:pt x="92" y="11034"/>
                  </a:lnTo>
                  <a:cubicBezTo>
                    <a:pt x="92" y="11278"/>
                    <a:pt x="62" y="11521"/>
                    <a:pt x="1" y="11794"/>
                  </a:cubicBezTo>
                  <a:cubicBezTo>
                    <a:pt x="305" y="11581"/>
                    <a:pt x="609" y="11399"/>
                    <a:pt x="821" y="11186"/>
                  </a:cubicBezTo>
                  <a:cubicBezTo>
                    <a:pt x="4317" y="7721"/>
                    <a:pt x="7812" y="4256"/>
                    <a:pt x="11247" y="761"/>
                  </a:cubicBezTo>
                  <a:cubicBezTo>
                    <a:pt x="11460" y="548"/>
                    <a:pt x="11642" y="335"/>
                    <a:pt x="11825" y="122"/>
                  </a:cubicBezTo>
                  <a:lnTo>
                    <a:pt x="10001" y="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6205944" y="826347"/>
              <a:ext cx="271978" cy="256958"/>
            </a:xfrm>
            <a:custGeom>
              <a:avLst/>
              <a:gdLst/>
              <a:ahLst/>
              <a:cxnLst/>
              <a:rect l="l" t="t" r="r" b="b"/>
              <a:pathLst>
                <a:path w="10122" h="10062" extrusionOk="0">
                  <a:moveTo>
                    <a:pt x="91" y="1"/>
                  </a:moveTo>
                  <a:cubicBezTo>
                    <a:pt x="31" y="2159"/>
                    <a:pt x="31" y="4347"/>
                    <a:pt x="0" y="6536"/>
                  </a:cubicBezTo>
                  <a:cubicBezTo>
                    <a:pt x="31" y="7204"/>
                    <a:pt x="31" y="7843"/>
                    <a:pt x="31" y="8511"/>
                  </a:cubicBezTo>
                  <a:lnTo>
                    <a:pt x="31" y="10062"/>
                  </a:lnTo>
                  <a:lnTo>
                    <a:pt x="10122" y="10062"/>
                  </a:lnTo>
                  <a:cubicBezTo>
                    <a:pt x="9727" y="9940"/>
                    <a:pt x="9392" y="9879"/>
                    <a:pt x="8997" y="9758"/>
                  </a:cubicBezTo>
                  <a:cubicBezTo>
                    <a:pt x="4347" y="8420"/>
                    <a:pt x="1398" y="5381"/>
                    <a:pt x="274" y="639"/>
                  </a:cubicBezTo>
                  <a:cubicBezTo>
                    <a:pt x="182" y="396"/>
                    <a:pt x="152" y="213"/>
                    <a:pt x="9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6843020" y="1080936"/>
              <a:ext cx="641172" cy="609350"/>
            </a:xfrm>
            <a:custGeom>
              <a:avLst/>
              <a:gdLst/>
              <a:ahLst/>
              <a:cxnLst/>
              <a:rect l="l" t="t" r="r" b="b"/>
              <a:pathLst>
                <a:path w="23862" h="23861" extrusionOk="0">
                  <a:moveTo>
                    <a:pt x="12037" y="852"/>
                  </a:moveTo>
                  <a:cubicBezTo>
                    <a:pt x="12189" y="1763"/>
                    <a:pt x="12311" y="2706"/>
                    <a:pt x="12493" y="3618"/>
                  </a:cubicBezTo>
                  <a:cubicBezTo>
                    <a:pt x="12737" y="4651"/>
                    <a:pt x="12949" y="5715"/>
                    <a:pt x="13253" y="6748"/>
                  </a:cubicBezTo>
                  <a:cubicBezTo>
                    <a:pt x="13922" y="8754"/>
                    <a:pt x="15229" y="10031"/>
                    <a:pt x="17266" y="10730"/>
                  </a:cubicBezTo>
                  <a:cubicBezTo>
                    <a:pt x="19028" y="11338"/>
                    <a:pt x="20943" y="11612"/>
                    <a:pt x="22798" y="11855"/>
                  </a:cubicBezTo>
                  <a:cubicBezTo>
                    <a:pt x="22919" y="11916"/>
                    <a:pt x="23041" y="11916"/>
                    <a:pt x="23193" y="12068"/>
                  </a:cubicBezTo>
                  <a:cubicBezTo>
                    <a:pt x="22889" y="12128"/>
                    <a:pt x="22585" y="12159"/>
                    <a:pt x="22281" y="12250"/>
                  </a:cubicBezTo>
                  <a:cubicBezTo>
                    <a:pt x="20791" y="12523"/>
                    <a:pt x="19302" y="12736"/>
                    <a:pt x="17813" y="13131"/>
                  </a:cubicBezTo>
                  <a:cubicBezTo>
                    <a:pt x="15290" y="13770"/>
                    <a:pt x="13679" y="15350"/>
                    <a:pt x="13071" y="17903"/>
                  </a:cubicBezTo>
                  <a:cubicBezTo>
                    <a:pt x="12706" y="19545"/>
                    <a:pt x="12433" y="21217"/>
                    <a:pt x="12129" y="22858"/>
                  </a:cubicBezTo>
                  <a:cubicBezTo>
                    <a:pt x="12098" y="22949"/>
                    <a:pt x="12098" y="23071"/>
                    <a:pt x="12037" y="23192"/>
                  </a:cubicBezTo>
                  <a:lnTo>
                    <a:pt x="11885" y="23192"/>
                  </a:lnTo>
                  <a:cubicBezTo>
                    <a:pt x="11794" y="22463"/>
                    <a:pt x="11673" y="21703"/>
                    <a:pt x="11582" y="20973"/>
                  </a:cubicBezTo>
                  <a:cubicBezTo>
                    <a:pt x="11278" y="19697"/>
                    <a:pt x="11004" y="18359"/>
                    <a:pt x="10639" y="17113"/>
                  </a:cubicBezTo>
                  <a:cubicBezTo>
                    <a:pt x="10062" y="15259"/>
                    <a:pt x="8816" y="13922"/>
                    <a:pt x="6931" y="13375"/>
                  </a:cubicBezTo>
                  <a:cubicBezTo>
                    <a:pt x="5259" y="12888"/>
                    <a:pt x="3527" y="12615"/>
                    <a:pt x="1824" y="12250"/>
                  </a:cubicBezTo>
                  <a:cubicBezTo>
                    <a:pt x="1490" y="12159"/>
                    <a:pt x="1186" y="12128"/>
                    <a:pt x="852" y="11946"/>
                  </a:cubicBezTo>
                  <a:cubicBezTo>
                    <a:pt x="2098" y="11703"/>
                    <a:pt x="3344" y="11551"/>
                    <a:pt x="4591" y="11308"/>
                  </a:cubicBezTo>
                  <a:cubicBezTo>
                    <a:pt x="5411" y="11156"/>
                    <a:pt x="6201" y="10912"/>
                    <a:pt x="6961" y="10639"/>
                  </a:cubicBezTo>
                  <a:cubicBezTo>
                    <a:pt x="8816" y="10001"/>
                    <a:pt x="10123" y="8754"/>
                    <a:pt x="10639" y="6839"/>
                  </a:cubicBezTo>
                  <a:cubicBezTo>
                    <a:pt x="11095" y="5229"/>
                    <a:pt x="11399" y="3557"/>
                    <a:pt x="11733" y="1885"/>
                  </a:cubicBezTo>
                  <a:cubicBezTo>
                    <a:pt x="11825" y="1520"/>
                    <a:pt x="11855" y="1186"/>
                    <a:pt x="12037" y="852"/>
                  </a:cubicBezTo>
                  <a:close/>
                  <a:moveTo>
                    <a:pt x="23831" y="0"/>
                  </a:moveTo>
                  <a:cubicBezTo>
                    <a:pt x="23436" y="61"/>
                    <a:pt x="23071" y="92"/>
                    <a:pt x="22676" y="92"/>
                  </a:cubicBezTo>
                  <a:lnTo>
                    <a:pt x="12949" y="92"/>
                  </a:lnTo>
                  <a:cubicBezTo>
                    <a:pt x="12585" y="92"/>
                    <a:pt x="12189" y="61"/>
                    <a:pt x="11825" y="61"/>
                  </a:cubicBezTo>
                  <a:cubicBezTo>
                    <a:pt x="11095" y="61"/>
                    <a:pt x="10366" y="92"/>
                    <a:pt x="9667" y="92"/>
                  </a:cubicBezTo>
                  <a:lnTo>
                    <a:pt x="92" y="92"/>
                  </a:lnTo>
                  <a:cubicBezTo>
                    <a:pt x="92" y="669"/>
                    <a:pt x="31" y="1216"/>
                    <a:pt x="31" y="1794"/>
                  </a:cubicBezTo>
                  <a:lnTo>
                    <a:pt x="31" y="10912"/>
                  </a:lnTo>
                  <a:cubicBezTo>
                    <a:pt x="31" y="11308"/>
                    <a:pt x="1" y="11672"/>
                    <a:pt x="1" y="12068"/>
                  </a:cubicBezTo>
                  <a:cubicBezTo>
                    <a:pt x="1" y="13830"/>
                    <a:pt x="31" y="15654"/>
                    <a:pt x="31" y="17448"/>
                  </a:cubicBezTo>
                  <a:cubicBezTo>
                    <a:pt x="92" y="19545"/>
                    <a:pt x="92" y="21673"/>
                    <a:pt x="92" y="23800"/>
                  </a:cubicBezTo>
                  <a:cubicBezTo>
                    <a:pt x="457" y="23800"/>
                    <a:pt x="852" y="23831"/>
                    <a:pt x="1217" y="23831"/>
                  </a:cubicBezTo>
                  <a:lnTo>
                    <a:pt x="22068" y="23831"/>
                  </a:lnTo>
                  <a:cubicBezTo>
                    <a:pt x="22463" y="23831"/>
                    <a:pt x="22889" y="23861"/>
                    <a:pt x="23284" y="23861"/>
                  </a:cubicBezTo>
                  <a:lnTo>
                    <a:pt x="23770" y="23861"/>
                  </a:lnTo>
                  <a:cubicBezTo>
                    <a:pt x="23831" y="23466"/>
                    <a:pt x="23861" y="23010"/>
                    <a:pt x="23831" y="22493"/>
                  </a:cubicBezTo>
                  <a:lnTo>
                    <a:pt x="23831" y="0"/>
                  </a:ln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6208390" y="477865"/>
              <a:ext cx="638700" cy="605469"/>
            </a:xfrm>
            <a:custGeom>
              <a:avLst/>
              <a:gdLst/>
              <a:ahLst/>
              <a:cxnLst/>
              <a:rect l="l" t="t" r="r" b="b"/>
              <a:pathLst>
                <a:path w="23770" h="23709" extrusionOk="0">
                  <a:moveTo>
                    <a:pt x="11794" y="8511"/>
                  </a:moveTo>
                  <a:cubicBezTo>
                    <a:pt x="13618" y="8511"/>
                    <a:pt x="15198" y="10061"/>
                    <a:pt x="15137" y="11915"/>
                  </a:cubicBezTo>
                  <a:cubicBezTo>
                    <a:pt x="15107" y="13739"/>
                    <a:pt x="13587" y="15198"/>
                    <a:pt x="11763" y="15198"/>
                  </a:cubicBezTo>
                  <a:cubicBezTo>
                    <a:pt x="9940" y="15198"/>
                    <a:pt x="8511" y="13709"/>
                    <a:pt x="8511" y="11854"/>
                  </a:cubicBezTo>
                  <a:cubicBezTo>
                    <a:pt x="8511" y="10031"/>
                    <a:pt x="9970" y="8511"/>
                    <a:pt x="11794" y="8511"/>
                  </a:cubicBezTo>
                  <a:close/>
                  <a:moveTo>
                    <a:pt x="10396" y="0"/>
                  </a:moveTo>
                  <a:cubicBezTo>
                    <a:pt x="9909" y="122"/>
                    <a:pt x="9362" y="182"/>
                    <a:pt x="8845" y="334"/>
                  </a:cubicBezTo>
                  <a:cubicBezTo>
                    <a:pt x="4438" y="1641"/>
                    <a:pt x="1581" y="4438"/>
                    <a:pt x="335" y="8845"/>
                  </a:cubicBezTo>
                  <a:cubicBezTo>
                    <a:pt x="213" y="9240"/>
                    <a:pt x="91" y="9636"/>
                    <a:pt x="0" y="10031"/>
                  </a:cubicBezTo>
                  <a:lnTo>
                    <a:pt x="0" y="13648"/>
                  </a:lnTo>
                  <a:cubicBezTo>
                    <a:pt x="61" y="13860"/>
                    <a:pt x="152" y="14043"/>
                    <a:pt x="183" y="14286"/>
                  </a:cubicBezTo>
                  <a:cubicBezTo>
                    <a:pt x="1307" y="19028"/>
                    <a:pt x="4256" y="22067"/>
                    <a:pt x="8906" y="23405"/>
                  </a:cubicBezTo>
                  <a:cubicBezTo>
                    <a:pt x="9301" y="23526"/>
                    <a:pt x="9636" y="23617"/>
                    <a:pt x="10031" y="23709"/>
                  </a:cubicBezTo>
                  <a:cubicBezTo>
                    <a:pt x="11247" y="23709"/>
                    <a:pt x="12432" y="23709"/>
                    <a:pt x="13648" y="23678"/>
                  </a:cubicBezTo>
                  <a:cubicBezTo>
                    <a:pt x="13861" y="23617"/>
                    <a:pt x="14013" y="23557"/>
                    <a:pt x="14195" y="23526"/>
                  </a:cubicBezTo>
                  <a:cubicBezTo>
                    <a:pt x="19180" y="22462"/>
                    <a:pt x="22767" y="18602"/>
                    <a:pt x="23587" y="13587"/>
                  </a:cubicBezTo>
                  <a:cubicBezTo>
                    <a:pt x="23618" y="13405"/>
                    <a:pt x="23679" y="13253"/>
                    <a:pt x="23739" y="13070"/>
                  </a:cubicBezTo>
                  <a:cubicBezTo>
                    <a:pt x="23739" y="12645"/>
                    <a:pt x="23770" y="12280"/>
                    <a:pt x="23770" y="11885"/>
                  </a:cubicBezTo>
                  <a:cubicBezTo>
                    <a:pt x="23648" y="10365"/>
                    <a:pt x="23466" y="8936"/>
                    <a:pt x="22888" y="7508"/>
                  </a:cubicBezTo>
                  <a:cubicBezTo>
                    <a:pt x="21065" y="3222"/>
                    <a:pt x="17812" y="790"/>
                    <a:pt x="13253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6844659" y="781226"/>
              <a:ext cx="317738" cy="302875"/>
            </a:xfrm>
            <a:custGeom>
              <a:avLst/>
              <a:gdLst/>
              <a:ahLst/>
              <a:cxnLst/>
              <a:rect l="l" t="t" r="r" b="b"/>
              <a:pathLst>
                <a:path w="11825" h="11860" extrusionOk="0">
                  <a:moveTo>
                    <a:pt x="348" y="1"/>
                  </a:moveTo>
                  <a:cubicBezTo>
                    <a:pt x="252" y="1"/>
                    <a:pt x="157" y="2"/>
                    <a:pt x="61" y="5"/>
                  </a:cubicBezTo>
                  <a:cubicBezTo>
                    <a:pt x="61" y="430"/>
                    <a:pt x="31" y="795"/>
                    <a:pt x="31" y="1190"/>
                  </a:cubicBezTo>
                  <a:lnTo>
                    <a:pt x="1" y="11798"/>
                  </a:lnTo>
                  <a:lnTo>
                    <a:pt x="92" y="11859"/>
                  </a:lnTo>
                  <a:lnTo>
                    <a:pt x="9666" y="11859"/>
                  </a:lnTo>
                  <a:cubicBezTo>
                    <a:pt x="10396" y="11859"/>
                    <a:pt x="11125" y="11829"/>
                    <a:pt x="11824" y="11829"/>
                  </a:cubicBezTo>
                  <a:cubicBezTo>
                    <a:pt x="11794" y="11251"/>
                    <a:pt x="11824" y="10674"/>
                    <a:pt x="11764" y="10127"/>
                  </a:cubicBezTo>
                  <a:cubicBezTo>
                    <a:pt x="10808" y="4183"/>
                    <a:pt x="5715" y="1"/>
                    <a:pt x="348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6531012" y="3816137"/>
              <a:ext cx="315293" cy="299657"/>
            </a:xfrm>
            <a:custGeom>
              <a:avLst/>
              <a:gdLst/>
              <a:ahLst/>
              <a:cxnLst/>
              <a:rect l="l" t="t" r="r" b="b"/>
              <a:pathLst>
                <a:path w="11734" h="11734" extrusionOk="0">
                  <a:moveTo>
                    <a:pt x="11551" y="0"/>
                  </a:moveTo>
                  <a:cubicBezTo>
                    <a:pt x="7903" y="3648"/>
                    <a:pt x="4256" y="7295"/>
                    <a:pt x="639" y="10943"/>
                  </a:cubicBezTo>
                  <a:cubicBezTo>
                    <a:pt x="396" y="11216"/>
                    <a:pt x="213" y="11490"/>
                    <a:pt x="1" y="11733"/>
                  </a:cubicBezTo>
                  <a:cubicBezTo>
                    <a:pt x="3891" y="11703"/>
                    <a:pt x="7812" y="11703"/>
                    <a:pt x="11733" y="11703"/>
                  </a:cubicBezTo>
                  <a:cubicBezTo>
                    <a:pt x="11733" y="7843"/>
                    <a:pt x="11733" y="3952"/>
                    <a:pt x="11703" y="92"/>
                  </a:cubicBezTo>
                  <a:cubicBezTo>
                    <a:pt x="11642" y="31"/>
                    <a:pt x="11581" y="31"/>
                    <a:pt x="1155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7168920" y="3823900"/>
              <a:ext cx="320183" cy="291894"/>
            </a:xfrm>
            <a:custGeom>
              <a:avLst/>
              <a:gdLst/>
              <a:ahLst/>
              <a:cxnLst/>
              <a:rect l="l" t="t" r="r" b="b"/>
              <a:pathLst>
                <a:path w="11916" h="11430" extrusionOk="0">
                  <a:moveTo>
                    <a:pt x="11399" y="0"/>
                  </a:moveTo>
                  <a:cubicBezTo>
                    <a:pt x="11156" y="183"/>
                    <a:pt x="10943" y="396"/>
                    <a:pt x="10761" y="578"/>
                  </a:cubicBezTo>
                  <a:lnTo>
                    <a:pt x="457" y="10882"/>
                  </a:lnTo>
                  <a:cubicBezTo>
                    <a:pt x="305" y="11034"/>
                    <a:pt x="153" y="11247"/>
                    <a:pt x="1" y="11429"/>
                  </a:cubicBezTo>
                  <a:cubicBezTo>
                    <a:pt x="3861" y="11399"/>
                    <a:pt x="7782" y="11399"/>
                    <a:pt x="11642" y="11399"/>
                  </a:cubicBezTo>
                  <a:lnTo>
                    <a:pt x="11764" y="11399"/>
                  </a:lnTo>
                  <a:lnTo>
                    <a:pt x="11764" y="1338"/>
                  </a:lnTo>
                  <a:cubicBezTo>
                    <a:pt x="11612" y="912"/>
                    <a:pt x="11916" y="396"/>
                    <a:pt x="11399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6846298" y="3818461"/>
              <a:ext cx="311208" cy="296541"/>
            </a:xfrm>
            <a:custGeom>
              <a:avLst/>
              <a:gdLst/>
              <a:ahLst/>
              <a:cxnLst/>
              <a:rect l="l" t="t" r="r" b="b"/>
              <a:pathLst>
                <a:path w="11582" h="11612" extrusionOk="0">
                  <a:moveTo>
                    <a:pt x="0" y="1"/>
                  </a:moveTo>
                  <a:lnTo>
                    <a:pt x="0" y="11612"/>
                  </a:lnTo>
                  <a:lnTo>
                    <a:pt x="10365" y="11612"/>
                  </a:lnTo>
                  <a:cubicBezTo>
                    <a:pt x="10791" y="11612"/>
                    <a:pt x="11156" y="11551"/>
                    <a:pt x="11581" y="11490"/>
                  </a:cubicBezTo>
                  <a:cubicBezTo>
                    <a:pt x="11490" y="11399"/>
                    <a:pt x="11429" y="11277"/>
                    <a:pt x="11368" y="11186"/>
                  </a:cubicBezTo>
                  <a:lnTo>
                    <a:pt x="608" y="457"/>
                  </a:lnTo>
                  <a:cubicBezTo>
                    <a:pt x="426" y="244"/>
                    <a:pt x="183" y="122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7484206" y="3858041"/>
              <a:ext cx="266282" cy="256958"/>
            </a:xfrm>
            <a:custGeom>
              <a:avLst/>
              <a:gdLst/>
              <a:ahLst/>
              <a:cxnLst/>
              <a:rect l="l" t="t" r="r" b="b"/>
              <a:pathLst>
                <a:path w="9910" h="10062" extrusionOk="0">
                  <a:moveTo>
                    <a:pt x="0" y="1"/>
                  </a:moveTo>
                  <a:lnTo>
                    <a:pt x="0" y="10062"/>
                  </a:lnTo>
                  <a:lnTo>
                    <a:pt x="9909" y="10062"/>
                  </a:lnTo>
                  <a:cubicBezTo>
                    <a:pt x="9666" y="10001"/>
                    <a:pt x="9393" y="9879"/>
                    <a:pt x="9119" y="9788"/>
                  </a:cubicBezTo>
                  <a:cubicBezTo>
                    <a:pt x="5016" y="8724"/>
                    <a:pt x="2189" y="6232"/>
                    <a:pt x="669" y="2281"/>
                  </a:cubicBezTo>
                  <a:cubicBezTo>
                    <a:pt x="396" y="1521"/>
                    <a:pt x="244" y="761"/>
                    <a:pt x="0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6843853" y="1999138"/>
              <a:ext cx="630531" cy="298099"/>
            </a:xfrm>
            <a:custGeom>
              <a:avLst/>
              <a:gdLst/>
              <a:ahLst/>
              <a:cxnLst/>
              <a:rect l="l" t="t" r="r" b="b"/>
              <a:pathLst>
                <a:path w="23466" h="11673" extrusionOk="0">
                  <a:moveTo>
                    <a:pt x="91" y="0"/>
                  </a:moveTo>
                  <a:cubicBezTo>
                    <a:pt x="91" y="2888"/>
                    <a:pt x="91" y="5806"/>
                    <a:pt x="61" y="8694"/>
                  </a:cubicBezTo>
                  <a:cubicBezTo>
                    <a:pt x="61" y="9605"/>
                    <a:pt x="0" y="10517"/>
                    <a:pt x="0" y="11429"/>
                  </a:cubicBezTo>
                  <a:cubicBezTo>
                    <a:pt x="0" y="11520"/>
                    <a:pt x="61" y="11551"/>
                    <a:pt x="61" y="11612"/>
                  </a:cubicBezTo>
                  <a:lnTo>
                    <a:pt x="21399" y="11612"/>
                  </a:lnTo>
                  <a:cubicBezTo>
                    <a:pt x="21581" y="11612"/>
                    <a:pt x="21794" y="11672"/>
                    <a:pt x="21976" y="11672"/>
                  </a:cubicBezTo>
                  <a:cubicBezTo>
                    <a:pt x="22463" y="11672"/>
                    <a:pt x="22949" y="11612"/>
                    <a:pt x="23466" y="11612"/>
                  </a:cubicBezTo>
                  <a:cubicBezTo>
                    <a:pt x="23192" y="11460"/>
                    <a:pt x="22919" y="11277"/>
                    <a:pt x="22645" y="11125"/>
                  </a:cubicBezTo>
                  <a:cubicBezTo>
                    <a:pt x="15472" y="7508"/>
                    <a:pt x="8329" y="3952"/>
                    <a:pt x="1155" y="365"/>
                  </a:cubicBezTo>
                  <a:cubicBezTo>
                    <a:pt x="821" y="213"/>
                    <a:pt x="426" y="122"/>
                    <a:pt x="9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7667982" y="2472591"/>
              <a:ext cx="268727" cy="256192"/>
            </a:xfrm>
            <a:custGeom>
              <a:avLst/>
              <a:gdLst/>
              <a:ahLst/>
              <a:cxnLst/>
              <a:rect l="l" t="t" r="r" b="b"/>
              <a:pathLst>
                <a:path w="10001" h="10032" extrusionOk="0">
                  <a:moveTo>
                    <a:pt x="5016" y="1"/>
                  </a:moveTo>
                  <a:cubicBezTo>
                    <a:pt x="4925" y="214"/>
                    <a:pt x="4894" y="426"/>
                    <a:pt x="4833" y="639"/>
                  </a:cubicBezTo>
                  <a:cubicBezTo>
                    <a:pt x="4134" y="2919"/>
                    <a:pt x="2675" y="4317"/>
                    <a:pt x="335" y="4894"/>
                  </a:cubicBezTo>
                  <a:cubicBezTo>
                    <a:pt x="244" y="4925"/>
                    <a:pt x="122" y="5016"/>
                    <a:pt x="0" y="5046"/>
                  </a:cubicBezTo>
                  <a:cubicBezTo>
                    <a:pt x="851" y="5442"/>
                    <a:pt x="1763" y="5654"/>
                    <a:pt x="2523" y="6141"/>
                  </a:cubicBezTo>
                  <a:cubicBezTo>
                    <a:pt x="3921" y="7022"/>
                    <a:pt x="4590" y="8420"/>
                    <a:pt x="4985" y="10031"/>
                  </a:cubicBezTo>
                  <a:cubicBezTo>
                    <a:pt x="5046" y="9667"/>
                    <a:pt x="5168" y="9363"/>
                    <a:pt x="5289" y="9028"/>
                  </a:cubicBezTo>
                  <a:cubicBezTo>
                    <a:pt x="5776" y="7539"/>
                    <a:pt x="6687" y="6445"/>
                    <a:pt x="8055" y="5715"/>
                  </a:cubicBezTo>
                  <a:cubicBezTo>
                    <a:pt x="8663" y="5442"/>
                    <a:pt x="9332" y="5229"/>
                    <a:pt x="10001" y="5016"/>
                  </a:cubicBezTo>
                  <a:cubicBezTo>
                    <a:pt x="9697" y="4894"/>
                    <a:pt x="9362" y="4803"/>
                    <a:pt x="9058" y="4742"/>
                  </a:cubicBezTo>
                  <a:cubicBezTo>
                    <a:pt x="7387" y="4135"/>
                    <a:pt x="6171" y="3071"/>
                    <a:pt x="5472" y="1429"/>
                  </a:cubicBezTo>
                  <a:cubicBezTo>
                    <a:pt x="5289" y="973"/>
                    <a:pt x="5168" y="487"/>
                    <a:pt x="5016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7484206" y="2481911"/>
              <a:ext cx="133141" cy="231344"/>
            </a:xfrm>
            <a:custGeom>
              <a:avLst/>
              <a:gdLst/>
              <a:ahLst/>
              <a:cxnLst/>
              <a:rect l="l" t="t" r="r" b="b"/>
              <a:pathLst>
                <a:path w="4955" h="9059" extrusionOk="0">
                  <a:moveTo>
                    <a:pt x="0" y="0"/>
                  </a:moveTo>
                  <a:lnTo>
                    <a:pt x="0" y="9058"/>
                  </a:lnTo>
                  <a:cubicBezTo>
                    <a:pt x="396" y="8359"/>
                    <a:pt x="608" y="7812"/>
                    <a:pt x="943" y="7265"/>
                  </a:cubicBezTo>
                  <a:cubicBezTo>
                    <a:pt x="1855" y="5776"/>
                    <a:pt x="3283" y="5016"/>
                    <a:pt x="4955" y="4651"/>
                  </a:cubicBezTo>
                  <a:cubicBezTo>
                    <a:pt x="4742" y="4560"/>
                    <a:pt x="4529" y="4529"/>
                    <a:pt x="4347" y="4469"/>
                  </a:cubicBezTo>
                  <a:cubicBezTo>
                    <a:pt x="2310" y="3861"/>
                    <a:pt x="943" y="2584"/>
                    <a:pt x="244" y="608"/>
                  </a:cubicBezTo>
                  <a:cubicBezTo>
                    <a:pt x="152" y="426"/>
                    <a:pt x="92" y="213"/>
                    <a:pt x="0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7483373" y="2297954"/>
              <a:ext cx="123360" cy="117243"/>
            </a:xfrm>
            <a:custGeom>
              <a:avLst/>
              <a:gdLst/>
              <a:ahLst/>
              <a:cxnLst/>
              <a:rect l="l" t="t" r="r" b="b"/>
              <a:pathLst>
                <a:path w="4591" h="4591" extrusionOk="0">
                  <a:moveTo>
                    <a:pt x="1" y="1"/>
                  </a:moveTo>
                  <a:cubicBezTo>
                    <a:pt x="31" y="1521"/>
                    <a:pt x="31" y="3071"/>
                    <a:pt x="31" y="4590"/>
                  </a:cubicBezTo>
                  <a:cubicBezTo>
                    <a:pt x="31" y="4560"/>
                    <a:pt x="123" y="4499"/>
                    <a:pt x="123" y="4438"/>
                  </a:cubicBezTo>
                  <a:cubicBezTo>
                    <a:pt x="730" y="2341"/>
                    <a:pt x="2007" y="943"/>
                    <a:pt x="4104" y="214"/>
                  </a:cubicBezTo>
                  <a:cubicBezTo>
                    <a:pt x="4256" y="183"/>
                    <a:pt x="4378" y="122"/>
                    <a:pt x="4591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6208390" y="2295630"/>
              <a:ext cx="638700" cy="607818"/>
            </a:xfrm>
            <a:custGeom>
              <a:avLst/>
              <a:gdLst/>
              <a:ahLst/>
              <a:cxnLst/>
              <a:rect l="l" t="t" r="r" b="b"/>
              <a:pathLst>
                <a:path w="23770" h="23801" extrusionOk="0">
                  <a:moveTo>
                    <a:pt x="23587" y="1"/>
                  </a:moveTo>
                  <a:cubicBezTo>
                    <a:pt x="20183" y="1"/>
                    <a:pt x="16809" y="61"/>
                    <a:pt x="13435" y="61"/>
                  </a:cubicBezTo>
                  <a:lnTo>
                    <a:pt x="639" y="61"/>
                  </a:lnTo>
                  <a:cubicBezTo>
                    <a:pt x="456" y="61"/>
                    <a:pt x="213" y="92"/>
                    <a:pt x="0" y="92"/>
                  </a:cubicBezTo>
                  <a:cubicBezTo>
                    <a:pt x="0" y="365"/>
                    <a:pt x="31" y="578"/>
                    <a:pt x="31" y="852"/>
                  </a:cubicBezTo>
                  <a:lnTo>
                    <a:pt x="31" y="23162"/>
                  </a:lnTo>
                  <a:cubicBezTo>
                    <a:pt x="31" y="23344"/>
                    <a:pt x="0" y="23557"/>
                    <a:pt x="0" y="23800"/>
                  </a:cubicBezTo>
                  <a:lnTo>
                    <a:pt x="61" y="23770"/>
                  </a:lnTo>
                  <a:cubicBezTo>
                    <a:pt x="353" y="23770"/>
                    <a:pt x="645" y="23775"/>
                    <a:pt x="935" y="23775"/>
                  </a:cubicBezTo>
                  <a:cubicBezTo>
                    <a:pt x="1369" y="23775"/>
                    <a:pt x="1800" y="23764"/>
                    <a:pt x="2219" y="23709"/>
                  </a:cubicBezTo>
                  <a:cubicBezTo>
                    <a:pt x="5168" y="23375"/>
                    <a:pt x="7964" y="22615"/>
                    <a:pt x="10639" y="21277"/>
                  </a:cubicBezTo>
                  <a:cubicBezTo>
                    <a:pt x="13010" y="20031"/>
                    <a:pt x="15137" y="18451"/>
                    <a:pt x="17052" y="16505"/>
                  </a:cubicBezTo>
                  <a:cubicBezTo>
                    <a:pt x="19210" y="14286"/>
                    <a:pt x="20852" y="11703"/>
                    <a:pt x="22037" y="8876"/>
                  </a:cubicBezTo>
                  <a:cubicBezTo>
                    <a:pt x="23192" y="6049"/>
                    <a:pt x="23618" y="3040"/>
                    <a:pt x="23770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6209196" y="2904063"/>
              <a:ext cx="633003" cy="606337"/>
            </a:xfrm>
            <a:custGeom>
              <a:avLst/>
              <a:gdLst/>
              <a:ahLst/>
              <a:cxnLst/>
              <a:rect l="l" t="t" r="r" b="b"/>
              <a:pathLst>
                <a:path w="23558" h="23743" extrusionOk="0">
                  <a:moveTo>
                    <a:pt x="11771" y="1"/>
                  </a:moveTo>
                  <a:cubicBezTo>
                    <a:pt x="6351" y="1"/>
                    <a:pt x="1650" y="3646"/>
                    <a:pt x="305" y="8940"/>
                  </a:cubicBezTo>
                  <a:cubicBezTo>
                    <a:pt x="213" y="9396"/>
                    <a:pt x="122" y="9791"/>
                    <a:pt x="1" y="10217"/>
                  </a:cubicBezTo>
                  <a:lnTo>
                    <a:pt x="1" y="13499"/>
                  </a:lnTo>
                  <a:cubicBezTo>
                    <a:pt x="31" y="13682"/>
                    <a:pt x="122" y="13925"/>
                    <a:pt x="183" y="14168"/>
                  </a:cubicBezTo>
                  <a:cubicBezTo>
                    <a:pt x="639" y="16357"/>
                    <a:pt x="1581" y="18271"/>
                    <a:pt x="3101" y="19913"/>
                  </a:cubicBezTo>
                  <a:cubicBezTo>
                    <a:pt x="5442" y="22436"/>
                    <a:pt x="8360" y="23682"/>
                    <a:pt x="11764" y="23743"/>
                  </a:cubicBezTo>
                  <a:lnTo>
                    <a:pt x="11855" y="23712"/>
                  </a:lnTo>
                  <a:lnTo>
                    <a:pt x="11916" y="23712"/>
                  </a:lnTo>
                  <a:cubicBezTo>
                    <a:pt x="13344" y="23682"/>
                    <a:pt x="14743" y="23469"/>
                    <a:pt x="16080" y="22922"/>
                  </a:cubicBezTo>
                  <a:cubicBezTo>
                    <a:pt x="20123" y="21189"/>
                    <a:pt x="22676" y="18241"/>
                    <a:pt x="23436" y="13834"/>
                  </a:cubicBezTo>
                  <a:lnTo>
                    <a:pt x="23557" y="10065"/>
                  </a:lnTo>
                  <a:cubicBezTo>
                    <a:pt x="23466" y="9821"/>
                    <a:pt x="23436" y="9517"/>
                    <a:pt x="23375" y="9244"/>
                  </a:cubicBezTo>
                  <a:cubicBezTo>
                    <a:pt x="22159" y="3925"/>
                    <a:pt x="17478" y="64"/>
                    <a:pt x="12037" y="4"/>
                  </a:cubicBezTo>
                  <a:cubicBezTo>
                    <a:pt x="11948" y="2"/>
                    <a:pt x="11860" y="1"/>
                    <a:pt x="11771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6206750" y="1690211"/>
              <a:ext cx="640339" cy="607818"/>
            </a:xfrm>
            <a:custGeom>
              <a:avLst/>
              <a:gdLst/>
              <a:ahLst/>
              <a:cxnLst/>
              <a:rect l="l" t="t" r="r" b="b"/>
              <a:pathLst>
                <a:path w="23831" h="23801" extrusionOk="0">
                  <a:moveTo>
                    <a:pt x="4408" y="3588"/>
                  </a:moveTo>
                  <a:cubicBezTo>
                    <a:pt x="4438" y="3618"/>
                    <a:pt x="4438" y="3618"/>
                    <a:pt x="4438" y="3648"/>
                  </a:cubicBezTo>
                  <a:cubicBezTo>
                    <a:pt x="4438" y="3618"/>
                    <a:pt x="4408" y="3618"/>
                    <a:pt x="4377" y="3588"/>
                  </a:cubicBezTo>
                  <a:close/>
                  <a:moveTo>
                    <a:pt x="22311" y="7296"/>
                  </a:moveTo>
                  <a:lnTo>
                    <a:pt x="22372" y="7387"/>
                  </a:lnTo>
                  <a:cubicBezTo>
                    <a:pt x="22346" y="7387"/>
                    <a:pt x="22299" y="7409"/>
                    <a:pt x="22249" y="7415"/>
                  </a:cubicBezTo>
                  <a:lnTo>
                    <a:pt x="22249" y="7415"/>
                  </a:lnTo>
                  <a:cubicBezTo>
                    <a:pt x="22282" y="7374"/>
                    <a:pt x="22286" y="7345"/>
                    <a:pt x="22311" y="7296"/>
                  </a:cubicBezTo>
                  <a:close/>
                  <a:moveTo>
                    <a:pt x="4529" y="20275"/>
                  </a:moveTo>
                  <a:lnTo>
                    <a:pt x="4529" y="20275"/>
                  </a:lnTo>
                  <a:cubicBezTo>
                    <a:pt x="4499" y="20336"/>
                    <a:pt x="4408" y="20366"/>
                    <a:pt x="4347" y="20457"/>
                  </a:cubicBezTo>
                  <a:cubicBezTo>
                    <a:pt x="4377" y="20366"/>
                    <a:pt x="4438" y="20336"/>
                    <a:pt x="4529" y="20275"/>
                  </a:cubicBezTo>
                  <a:close/>
                  <a:moveTo>
                    <a:pt x="92" y="1"/>
                  </a:moveTo>
                  <a:lnTo>
                    <a:pt x="1" y="62"/>
                  </a:lnTo>
                  <a:cubicBezTo>
                    <a:pt x="1" y="92"/>
                    <a:pt x="1" y="123"/>
                    <a:pt x="61" y="123"/>
                  </a:cubicBezTo>
                  <a:lnTo>
                    <a:pt x="61" y="23102"/>
                  </a:lnTo>
                  <a:cubicBezTo>
                    <a:pt x="61" y="23314"/>
                    <a:pt x="1" y="23527"/>
                    <a:pt x="1" y="23770"/>
                  </a:cubicBezTo>
                  <a:lnTo>
                    <a:pt x="1" y="23801"/>
                  </a:lnTo>
                  <a:cubicBezTo>
                    <a:pt x="213" y="23801"/>
                    <a:pt x="426" y="23770"/>
                    <a:pt x="669" y="23770"/>
                  </a:cubicBezTo>
                  <a:lnTo>
                    <a:pt x="13466" y="23770"/>
                  </a:lnTo>
                  <a:cubicBezTo>
                    <a:pt x="16840" y="23770"/>
                    <a:pt x="20214" y="23710"/>
                    <a:pt x="23618" y="23710"/>
                  </a:cubicBezTo>
                  <a:cubicBezTo>
                    <a:pt x="23648" y="23649"/>
                    <a:pt x="23709" y="23618"/>
                    <a:pt x="23740" y="23558"/>
                  </a:cubicBezTo>
                  <a:cubicBezTo>
                    <a:pt x="23800" y="22646"/>
                    <a:pt x="23800" y="21734"/>
                    <a:pt x="23800" y="20822"/>
                  </a:cubicBezTo>
                  <a:cubicBezTo>
                    <a:pt x="23800" y="17934"/>
                    <a:pt x="23831" y="15016"/>
                    <a:pt x="23831" y="12129"/>
                  </a:cubicBezTo>
                  <a:lnTo>
                    <a:pt x="23831" y="11825"/>
                  </a:lnTo>
                  <a:lnTo>
                    <a:pt x="23831" y="1"/>
                  </a:lnTo>
                  <a:cubicBezTo>
                    <a:pt x="20700" y="62"/>
                    <a:pt x="17569" y="62"/>
                    <a:pt x="14438" y="62"/>
                  </a:cubicBezTo>
                  <a:cubicBezTo>
                    <a:pt x="14074" y="62"/>
                    <a:pt x="13648" y="92"/>
                    <a:pt x="13223" y="92"/>
                  </a:cubicBezTo>
                  <a:cubicBezTo>
                    <a:pt x="13192" y="244"/>
                    <a:pt x="13192" y="427"/>
                    <a:pt x="13192" y="579"/>
                  </a:cubicBezTo>
                  <a:cubicBezTo>
                    <a:pt x="13223" y="1946"/>
                    <a:pt x="13314" y="3314"/>
                    <a:pt x="13344" y="4682"/>
                  </a:cubicBezTo>
                  <a:cubicBezTo>
                    <a:pt x="13405" y="4682"/>
                    <a:pt x="13496" y="4712"/>
                    <a:pt x="13557" y="4712"/>
                  </a:cubicBezTo>
                  <a:cubicBezTo>
                    <a:pt x="14165" y="3557"/>
                    <a:pt x="14742" y="2372"/>
                    <a:pt x="15320" y="1186"/>
                  </a:cubicBezTo>
                  <a:lnTo>
                    <a:pt x="15320" y="1186"/>
                  </a:lnTo>
                  <a:cubicBezTo>
                    <a:pt x="15381" y="2493"/>
                    <a:pt x="14986" y="3740"/>
                    <a:pt x="15016" y="5016"/>
                  </a:cubicBezTo>
                  <a:cubicBezTo>
                    <a:pt x="15989" y="4196"/>
                    <a:pt x="16597" y="3101"/>
                    <a:pt x="17508" y="2220"/>
                  </a:cubicBezTo>
                  <a:lnTo>
                    <a:pt x="17508" y="2220"/>
                  </a:lnTo>
                  <a:cubicBezTo>
                    <a:pt x="17265" y="3466"/>
                    <a:pt x="16566" y="4560"/>
                    <a:pt x="16414" y="5898"/>
                  </a:cubicBezTo>
                  <a:cubicBezTo>
                    <a:pt x="17356" y="5168"/>
                    <a:pt x="18268" y="4408"/>
                    <a:pt x="19241" y="3709"/>
                  </a:cubicBezTo>
                  <a:cubicBezTo>
                    <a:pt x="19332" y="3709"/>
                    <a:pt x="19423" y="3648"/>
                    <a:pt x="19545" y="3618"/>
                  </a:cubicBezTo>
                  <a:lnTo>
                    <a:pt x="19545" y="3618"/>
                  </a:lnTo>
                  <a:cubicBezTo>
                    <a:pt x="19484" y="3709"/>
                    <a:pt x="19423" y="3770"/>
                    <a:pt x="19393" y="3861"/>
                  </a:cubicBezTo>
                  <a:cubicBezTo>
                    <a:pt x="18937" y="4560"/>
                    <a:pt x="18420" y="5320"/>
                    <a:pt x="17964" y="6050"/>
                  </a:cubicBezTo>
                  <a:cubicBezTo>
                    <a:pt x="17782" y="6323"/>
                    <a:pt x="17630" y="6627"/>
                    <a:pt x="17448" y="6901"/>
                  </a:cubicBezTo>
                  <a:cubicBezTo>
                    <a:pt x="17508" y="6931"/>
                    <a:pt x="17569" y="6992"/>
                    <a:pt x="17600" y="7053"/>
                  </a:cubicBezTo>
                  <a:cubicBezTo>
                    <a:pt x="18694" y="6506"/>
                    <a:pt x="19758" y="5989"/>
                    <a:pt x="20822" y="5442"/>
                  </a:cubicBezTo>
                  <a:lnTo>
                    <a:pt x="21065" y="5442"/>
                  </a:lnTo>
                  <a:lnTo>
                    <a:pt x="20943" y="5563"/>
                  </a:lnTo>
                  <a:cubicBezTo>
                    <a:pt x="20092" y="6445"/>
                    <a:pt x="19241" y="7357"/>
                    <a:pt x="18360" y="8208"/>
                  </a:cubicBezTo>
                  <a:cubicBezTo>
                    <a:pt x="18360" y="8299"/>
                    <a:pt x="18390" y="8329"/>
                    <a:pt x="18420" y="8360"/>
                  </a:cubicBezTo>
                  <a:cubicBezTo>
                    <a:pt x="19302" y="8117"/>
                    <a:pt x="20214" y="7843"/>
                    <a:pt x="21126" y="7600"/>
                  </a:cubicBezTo>
                  <a:cubicBezTo>
                    <a:pt x="21442" y="7542"/>
                    <a:pt x="21814" y="7512"/>
                    <a:pt x="22162" y="7457"/>
                  </a:cubicBezTo>
                  <a:lnTo>
                    <a:pt x="22162" y="7457"/>
                  </a:lnTo>
                  <a:lnTo>
                    <a:pt x="20062" y="8907"/>
                  </a:lnTo>
                  <a:cubicBezTo>
                    <a:pt x="19758" y="9089"/>
                    <a:pt x="19454" y="9332"/>
                    <a:pt x="18967" y="9636"/>
                  </a:cubicBezTo>
                  <a:cubicBezTo>
                    <a:pt x="19352" y="9698"/>
                    <a:pt x="19721" y="9719"/>
                    <a:pt x="20079" y="9719"/>
                  </a:cubicBezTo>
                  <a:cubicBezTo>
                    <a:pt x="20813" y="9719"/>
                    <a:pt x="21503" y="9632"/>
                    <a:pt x="22190" y="9632"/>
                  </a:cubicBezTo>
                  <a:cubicBezTo>
                    <a:pt x="22493" y="9632"/>
                    <a:pt x="22796" y="9649"/>
                    <a:pt x="23101" y="9697"/>
                  </a:cubicBezTo>
                  <a:cubicBezTo>
                    <a:pt x="21855" y="10184"/>
                    <a:pt x="20609" y="10639"/>
                    <a:pt x="19332" y="11095"/>
                  </a:cubicBezTo>
                  <a:cubicBezTo>
                    <a:pt x="19393" y="11187"/>
                    <a:pt x="19393" y="11217"/>
                    <a:pt x="19393" y="11308"/>
                  </a:cubicBezTo>
                  <a:cubicBezTo>
                    <a:pt x="20700" y="11521"/>
                    <a:pt x="22007" y="11703"/>
                    <a:pt x="23344" y="11916"/>
                  </a:cubicBezTo>
                  <a:lnTo>
                    <a:pt x="23344" y="12068"/>
                  </a:lnTo>
                  <a:cubicBezTo>
                    <a:pt x="22007" y="12250"/>
                    <a:pt x="20670" y="12433"/>
                    <a:pt x="19180" y="12676"/>
                  </a:cubicBezTo>
                  <a:cubicBezTo>
                    <a:pt x="19454" y="12828"/>
                    <a:pt x="19606" y="12919"/>
                    <a:pt x="19788" y="13010"/>
                  </a:cubicBezTo>
                  <a:cubicBezTo>
                    <a:pt x="20609" y="13314"/>
                    <a:pt x="21399" y="13588"/>
                    <a:pt x="22189" y="13892"/>
                  </a:cubicBezTo>
                  <a:cubicBezTo>
                    <a:pt x="22493" y="13983"/>
                    <a:pt x="22767" y="14135"/>
                    <a:pt x="23040" y="14287"/>
                  </a:cubicBezTo>
                  <a:cubicBezTo>
                    <a:pt x="21703" y="14257"/>
                    <a:pt x="20366" y="14226"/>
                    <a:pt x="18876" y="14196"/>
                  </a:cubicBezTo>
                  <a:lnTo>
                    <a:pt x="18876" y="14196"/>
                  </a:lnTo>
                  <a:cubicBezTo>
                    <a:pt x="20001" y="15138"/>
                    <a:pt x="21247" y="15624"/>
                    <a:pt x="22220" y="16536"/>
                  </a:cubicBezTo>
                  <a:cubicBezTo>
                    <a:pt x="20974" y="16384"/>
                    <a:pt x="19788" y="15867"/>
                    <a:pt x="18481" y="15807"/>
                  </a:cubicBezTo>
                  <a:lnTo>
                    <a:pt x="18481" y="15807"/>
                  </a:lnTo>
                  <a:cubicBezTo>
                    <a:pt x="19332" y="16688"/>
                    <a:pt x="20183" y="17570"/>
                    <a:pt x="21004" y="18451"/>
                  </a:cubicBezTo>
                  <a:cubicBezTo>
                    <a:pt x="21095" y="18512"/>
                    <a:pt x="21126" y="18542"/>
                    <a:pt x="21156" y="18633"/>
                  </a:cubicBezTo>
                  <a:cubicBezTo>
                    <a:pt x="21095" y="18633"/>
                    <a:pt x="21004" y="18603"/>
                    <a:pt x="20943" y="18542"/>
                  </a:cubicBezTo>
                  <a:cubicBezTo>
                    <a:pt x="20153" y="18178"/>
                    <a:pt x="19302" y="17722"/>
                    <a:pt x="18481" y="17326"/>
                  </a:cubicBezTo>
                  <a:cubicBezTo>
                    <a:pt x="18177" y="17174"/>
                    <a:pt x="17812" y="17144"/>
                    <a:pt x="17508" y="17023"/>
                  </a:cubicBezTo>
                  <a:lnTo>
                    <a:pt x="17508" y="17023"/>
                  </a:lnTo>
                  <a:cubicBezTo>
                    <a:pt x="17934" y="17722"/>
                    <a:pt x="18390" y="18390"/>
                    <a:pt x="18815" y="19089"/>
                  </a:cubicBezTo>
                  <a:cubicBezTo>
                    <a:pt x="18998" y="19363"/>
                    <a:pt x="19150" y="19667"/>
                    <a:pt x="19332" y="19971"/>
                  </a:cubicBezTo>
                  <a:lnTo>
                    <a:pt x="19454" y="20184"/>
                  </a:lnTo>
                  <a:cubicBezTo>
                    <a:pt x="19484" y="20275"/>
                    <a:pt x="19484" y="20305"/>
                    <a:pt x="19484" y="20366"/>
                  </a:cubicBezTo>
                  <a:lnTo>
                    <a:pt x="19393" y="20275"/>
                  </a:lnTo>
                  <a:cubicBezTo>
                    <a:pt x="19302" y="20214"/>
                    <a:pt x="19241" y="20153"/>
                    <a:pt x="19150" y="20123"/>
                  </a:cubicBezTo>
                  <a:cubicBezTo>
                    <a:pt x="18268" y="19424"/>
                    <a:pt x="17356" y="18694"/>
                    <a:pt x="16505" y="18026"/>
                  </a:cubicBezTo>
                  <a:cubicBezTo>
                    <a:pt x="16445" y="18026"/>
                    <a:pt x="16384" y="18056"/>
                    <a:pt x="16353" y="18086"/>
                  </a:cubicBezTo>
                  <a:cubicBezTo>
                    <a:pt x="16718" y="19150"/>
                    <a:pt x="17144" y="20275"/>
                    <a:pt x="17569" y="21369"/>
                  </a:cubicBezTo>
                  <a:cubicBezTo>
                    <a:pt x="17630" y="21521"/>
                    <a:pt x="17721" y="21703"/>
                    <a:pt x="17782" y="21855"/>
                  </a:cubicBezTo>
                  <a:cubicBezTo>
                    <a:pt x="17752" y="21886"/>
                    <a:pt x="17721" y="21886"/>
                    <a:pt x="17660" y="21947"/>
                  </a:cubicBezTo>
                  <a:cubicBezTo>
                    <a:pt x="17508" y="21795"/>
                    <a:pt x="17417" y="21582"/>
                    <a:pt x="17265" y="21399"/>
                  </a:cubicBezTo>
                  <a:cubicBezTo>
                    <a:pt x="16718" y="20731"/>
                    <a:pt x="16141" y="20001"/>
                    <a:pt x="15593" y="19302"/>
                  </a:cubicBezTo>
                  <a:cubicBezTo>
                    <a:pt x="15442" y="19120"/>
                    <a:pt x="15198" y="18937"/>
                    <a:pt x="15016" y="18755"/>
                  </a:cubicBezTo>
                  <a:lnTo>
                    <a:pt x="15016" y="18755"/>
                  </a:lnTo>
                  <a:cubicBezTo>
                    <a:pt x="15168" y="19849"/>
                    <a:pt x="15320" y="20913"/>
                    <a:pt x="15472" y="22007"/>
                  </a:cubicBezTo>
                  <a:cubicBezTo>
                    <a:pt x="15502" y="22251"/>
                    <a:pt x="15533" y="22433"/>
                    <a:pt x="15502" y="22706"/>
                  </a:cubicBezTo>
                  <a:cubicBezTo>
                    <a:pt x="15168" y="22433"/>
                    <a:pt x="15046" y="22007"/>
                    <a:pt x="14864" y="21673"/>
                  </a:cubicBezTo>
                  <a:cubicBezTo>
                    <a:pt x="14682" y="21278"/>
                    <a:pt x="14469" y="20883"/>
                    <a:pt x="14286" y="20488"/>
                  </a:cubicBezTo>
                  <a:cubicBezTo>
                    <a:pt x="14104" y="20062"/>
                    <a:pt x="13922" y="19697"/>
                    <a:pt x="13648" y="19302"/>
                  </a:cubicBezTo>
                  <a:cubicBezTo>
                    <a:pt x="13314" y="20609"/>
                    <a:pt x="13375" y="21886"/>
                    <a:pt x="13314" y="23375"/>
                  </a:cubicBezTo>
                  <a:cubicBezTo>
                    <a:pt x="12919" y="22889"/>
                    <a:pt x="12919" y="22433"/>
                    <a:pt x="12797" y="22007"/>
                  </a:cubicBezTo>
                  <a:cubicBezTo>
                    <a:pt x="12706" y="21582"/>
                    <a:pt x="12615" y="21126"/>
                    <a:pt x="12493" y="20731"/>
                  </a:cubicBezTo>
                  <a:cubicBezTo>
                    <a:pt x="12402" y="20275"/>
                    <a:pt x="12280" y="19819"/>
                    <a:pt x="11976" y="19363"/>
                  </a:cubicBezTo>
                  <a:cubicBezTo>
                    <a:pt x="11642" y="20609"/>
                    <a:pt x="11338" y="21886"/>
                    <a:pt x="10973" y="23162"/>
                  </a:cubicBezTo>
                  <a:cubicBezTo>
                    <a:pt x="10609" y="21855"/>
                    <a:pt x="10761" y="20579"/>
                    <a:pt x="10609" y="19120"/>
                  </a:cubicBezTo>
                  <a:cubicBezTo>
                    <a:pt x="10426" y="19393"/>
                    <a:pt x="10274" y="19515"/>
                    <a:pt x="10183" y="19697"/>
                  </a:cubicBezTo>
                  <a:lnTo>
                    <a:pt x="9058" y="21977"/>
                  </a:lnTo>
                  <a:cubicBezTo>
                    <a:pt x="8937" y="22251"/>
                    <a:pt x="8694" y="22463"/>
                    <a:pt x="8542" y="22737"/>
                  </a:cubicBezTo>
                  <a:cubicBezTo>
                    <a:pt x="8694" y="21643"/>
                    <a:pt x="8846" y="20579"/>
                    <a:pt x="8998" y="19454"/>
                  </a:cubicBezTo>
                  <a:cubicBezTo>
                    <a:pt x="9058" y="19272"/>
                    <a:pt x="9089" y="19059"/>
                    <a:pt x="9058" y="18785"/>
                  </a:cubicBezTo>
                  <a:lnTo>
                    <a:pt x="9058" y="18785"/>
                  </a:lnTo>
                  <a:cubicBezTo>
                    <a:pt x="8147" y="19606"/>
                    <a:pt x="7478" y="20731"/>
                    <a:pt x="6627" y="21582"/>
                  </a:cubicBezTo>
                  <a:cubicBezTo>
                    <a:pt x="6566" y="21551"/>
                    <a:pt x="6505" y="21521"/>
                    <a:pt x="6414" y="21491"/>
                  </a:cubicBezTo>
                  <a:lnTo>
                    <a:pt x="7782" y="18056"/>
                  </a:lnTo>
                  <a:cubicBezTo>
                    <a:pt x="7751" y="18026"/>
                    <a:pt x="7691" y="17995"/>
                    <a:pt x="7630" y="17934"/>
                  </a:cubicBezTo>
                  <a:cubicBezTo>
                    <a:pt x="6870" y="18542"/>
                    <a:pt x="6171" y="19150"/>
                    <a:pt x="5411" y="19758"/>
                  </a:cubicBezTo>
                  <a:cubicBezTo>
                    <a:pt x="5137" y="19971"/>
                    <a:pt x="4833" y="20123"/>
                    <a:pt x="4529" y="20275"/>
                  </a:cubicBezTo>
                  <a:cubicBezTo>
                    <a:pt x="4894" y="19606"/>
                    <a:pt x="5320" y="18937"/>
                    <a:pt x="5745" y="18299"/>
                  </a:cubicBezTo>
                  <a:cubicBezTo>
                    <a:pt x="5958" y="17904"/>
                    <a:pt x="6232" y="17478"/>
                    <a:pt x="6475" y="17114"/>
                  </a:cubicBezTo>
                  <a:lnTo>
                    <a:pt x="6353" y="16992"/>
                  </a:lnTo>
                  <a:cubicBezTo>
                    <a:pt x="5502" y="17418"/>
                    <a:pt x="4712" y="17843"/>
                    <a:pt x="3922" y="18208"/>
                  </a:cubicBezTo>
                  <a:cubicBezTo>
                    <a:pt x="3618" y="18360"/>
                    <a:pt x="3283" y="18482"/>
                    <a:pt x="2979" y="18603"/>
                  </a:cubicBezTo>
                  <a:cubicBezTo>
                    <a:pt x="2918" y="18633"/>
                    <a:pt x="2888" y="18633"/>
                    <a:pt x="2858" y="18664"/>
                  </a:cubicBezTo>
                  <a:cubicBezTo>
                    <a:pt x="2888" y="18633"/>
                    <a:pt x="2888" y="18603"/>
                    <a:pt x="2918" y="18542"/>
                  </a:cubicBezTo>
                  <a:cubicBezTo>
                    <a:pt x="3496" y="17934"/>
                    <a:pt x="4074" y="17326"/>
                    <a:pt x="4681" y="16719"/>
                  </a:cubicBezTo>
                  <a:cubicBezTo>
                    <a:pt x="4955" y="16415"/>
                    <a:pt x="5259" y="16171"/>
                    <a:pt x="5472" y="15776"/>
                  </a:cubicBezTo>
                  <a:lnTo>
                    <a:pt x="5472" y="15776"/>
                  </a:lnTo>
                  <a:cubicBezTo>
                    <a:pt x="4195" y="15928"/>
                    <a:pt x="3010" y="16384"/>
                    <a:pt x="1672" y="16506"/>
                  </a:cubicBezTo>
                  <a:cubicBezTo>
                    <a:pt x="2767" y="15776"/>
                    <a:pt x="3891" y="15108"/>
                    <a:pt x="4985" y="14378"/>
                  </a:cubicBezTo>
                  <a:cubicBezTo>
                    <a:pt x="4985" y="14348"/>
                    <a:pt x="4955" y="14257"/>
                    <a:pt x="4955" y="14226"/>
                  </a:cubicBezTo>
                  <a:cubicBezTo>
                    <a:pt x="3526" y="14287"/>
                    <a:pt x="2159" y="14409"/>
                    <a:pt x="760" y="14500"/>
                  </a:cubicBezTo>
                  <a:cubicBezTo>
                    <a:pt x="760" y="14439"/>
                    <a:pt x="730" y="14409"/>
                    <a:pt x="730" y="14378"/>
                  </a:cubicBezTo>
                  <a:cubicBezTo>
                    <a:pt x="2007" y="13892"/>
                    <a:pt x="3344" y="13436"/>
                    <a:pt x="4651" y="12919"/>
                  </a:cubicBezTo>
                  <a:cubicBezTo>
                    <a:pt x="4651" y="12858"/>
                    <a:pt x="4590" y="12828"/>
                    <a:pt x="4590" y="12737"/>
                  </a:cubicBezTo>
                  <a:cubicBezTo>
                    <a:pt x="3283" y="12524"/>
                    <a:pt x="1976" y="12311"/>
                    <a:pt x="639" y="12129"/>
                  </a:cubicBezTo>
                  <a:lnTo>
                    <a:pt x="639" y="11946"/>
                  </a:lnTo>
                  <a:cubicBezTo>
                    <a:pt x="1976" y="11764"/>
                    <a:pt x="3283" y="11551"/>
                    <a:pt x="4560" y="11369"/>
                  </a:cubicBezTo>
                  <a:cubicBezTo>
                    <a:pt x="4560" y="11308"/>
                    <a:pt x="4590" y="11247"/>
                    <a:pt x="4590" y="11187"/>
                  </a:cubicBezTo>
                  <a:cubicBezTo>
                    <a:pt x="3344" y="10700"/>
                    <a:pt x="2128" y="10244"/>
                    <a:pt x="882" y="9788"/>
                  </a:cubicBezTo>
                  <a:cubicBezTo>
                    <a:pt x="882" y="9697"/>
                    <a:pt x="912" y="9667"/>
                    <a:pt x="912" y="9576"/>
                  </a:cubicBezTo>
                  <a:cubicBezTo>
                    <a:pt x="1551" y="9636"/>
                    <a:pt x="2159" y="9697"/>
                    <a:pt x="2827" y="9728"/>
                  </a:cubicBezTo>
                  <a:cubicBezTo>
                    <a:pt x="3146" y="9758"/>
                    <a:pt x="3466" y="9773"/>
                    <a:pt x="3792" y="9773"/>
                  </a:cubicBezTo>
                  <a:cubicBezTo>
                    <a:pt x="4119" y="9773"/>
                    <a:pt x="4453" y="9758"/>
                    <a:pt x="4803" y="9728"/>
                  </a:cubicBezTo>
                  <a:cubicBezTo>
                    <a:pt x="3800" y="8816"/>
                    <a:pt x="2584" y="8269"/>
                    <a:pt x="1611" y="7357"/>
                  </a:cubicBezTo>
                  <a:lnTo>
                    <a:pt x="1611" y="7357"/>
                  </a:lnTo>
                  <a:cubicBezTo>
                    <a:pt x="2250" y="7539"/>
                    <a:pt x="2858" y="7691"/>
                    <a:pt x="3496" y="7873"/>
                  </a:cubicBezTo>
                  <a:cubicBezTo>
                    <a:pt x="4134" y="8056"/>
                    <a:pt x="4833" y="8269"/>
                    <a:pt x="5593" y="8299"/>
                  </a:cubicBezTo>
                  <a:cubicBezTo>
                    <a:pt x="4681" y="7418"/>
                    <a:pt x="3800" y="6506"/>
                    <a:pt x="2888" y="5624"/>
                  </a:cubicBezTo>
                  <a:cubicBezTo>
                    <a:pt x="2918" y="5563"/>
                    <a:pt x="2979" y="5533"/>
                    <a:pt x="3010" y="5442"/>
                  </a:cubicBezTo>
                  <a:cubicBezTo>
                    <a:pt x="4074" y="5989"/>
                    <a:pt x="5168" y="6506"/>
                    <a:pt x="6232" y="7053"/>
                  </a:cubicBezTo>
                  <a:cubicBezTo>
                    <a:pt x="6262" y="6992"/>
                    <a:pt x="6323" y="6931"/>
                    <a:pt x="6353" y="6901"/>
                  </a:cubicBezTo>
                  <a:cubicBezTo>
                    <a:pt x="5745" y="5898"/>
                    <a:pt x="5137" y="4955"/>
                    <a:pt x="4529" y="3952"/>
                  </a:cubicBezTo>
                  <a:cubicBezTo>
                    <a:pt x="4499" y="3861"/>
                    <a:pt x="4499" y="3770"/>
                    <a:pt x="4438" y="3648"/>
                  </a:cubicBezTo>
                  <a:lnTo>
                    <a:pt x="4438" y="3648"/>
                  </a:lnTo>
                  <a:cubicBezTo>
                    <a:pt x="4529" y="3709"/>
                    <a:pt x="4590" y="3770"/>
                    <a:pt x="4681" y="3800"/>
                  </a:cubicBezTo>
                  <a:cubicBezTo>
                    <a:pt x="5350" y="4348"/>
                    <a:pt x="6019" y="4834"/>
                    <a:pt x="6657" y="5381"/>
                  </a:cubicBezTo>
                  <a:cubicBezTo>
                    <a:pt x="6931" y="5594"/>
                    <a:pt x="7174" y="5776"/>
                    <a:pt x="7447" y="5989"/>
                  </a:cubicBezTo>
                  <a:lnTo>
                    <a:pt x="7569" y="5867"/>
                  </a:lnTo>
                  <a:cubicBezTo>
                    <a:pt x="7235" y="4864"/>
                    <a:pt x="6840" y="3922"/>
                    <a:pt x="6505" y="2949"/>
                  </a:cubicBezTo>
                  <a:cubicBezTo>
                    <a:pt x="6384" y="2585"/>
                    <a:pt x="6262" y="2281"/>
                    <a:pt x="6171" y="1946"/>
                  </a:cubicBezTo>
                  <a:lnTo>
                    <a:pt x="6110" y="1916"/>
                  </a:lnTo>
                  <a:lnTo>
                    <a:pt x="6171" y="1916"/>
                  </a:lnTo>
                  <a:cubicBezTo>
                    <a:pt x="6353" y="2189"/>
                    <a:pt x="6536" y="2402"/>
                    <a:pt x="6718" y="2676"/>
                  </a:cubicBezTo>
                  <a:cubicBezTo>
                    <a:pt x="7417" y="3496"/>
                    <a:pt x="8147" y="4378"/>
                    <a:pt x="8815" y="5229"/>
                  </a:cubicBezTo>
                  <a:cubicBezTo>
                    <a:pt x="8906" y="3952"/>
                    <a:pt x="8511" y="2797"/>
                    <a:pt x="8390" y="1430"/>
                  </a:cubicBezTo>
                  <a:lnTo>
                    <a:pt x="8390" y="1430"/>
                  </a:lnTo>
                  <a:cubicBezTo>
                    <a:pt x="8998" y="1916"/>
                    <a:pt x="9119" y="2585"/>
                    <a:pt x="9423" y="3132"/>
                  </a:cubicBezTo>
                  <a:cubicBezTo>
                    <a:pt x="9727" y="3648"/>
                    <a:pt x="10001" y="4226"/>
                    <a:pt x="10274" y="4804"/>
                  </a:cubicBezTo>
                  <a:cubicBezTo>
                    <a:pt x="10335" y="4804"/>
                    <a:pt x="10426" y="4773"/>
                    <a:pt x="10487" y="4773"/>
                  </a:cubicBezTo>
                  <a:cubicBezTo>
                    <a:pt x="10517" y="3436"/>
                    <a:pt x="10517" y="2129"/>
                    <a:pt x="10578" y="852"/>
                  </a:cubicBezTo>
                  <a:cubicBezTo>
                    <a:pt x="10578" y="670"/>
                    <a:pt x="10609" y="427"/>
                    <a:pt x="10609" y="244"/>
                  </a:cubicBezTo>
                  <a:cubicBezTo>
                    <a:pt x="10274" y="153"/>
                    <a:pt x="9879" y="62"/>
                    <a:pt x="9545" y="62"/>
                  </a:cubicBezTo>
                  <a:cubicBezTo>
                    <a:pt x="6475" y="1"/>
                    <a:pt x="3344" y="1"/>
                    <a:pt x="244" y="1"/>
                  </a:cubicBezTo>
                  <a:cubicBezTo>
                    <a:pt x="234" y="21"/>
                    <a:pt x="217" y="28"/>
                    <a:pt x="198" y="28"/>
                  </a:cubicBezTo>
                  <a:cubicBezTo>
                    <a:pt x="159" y="28"/>
                    <a:pt x="112" y="1"/>
                    <a:pt x="92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6846298" y="1689445"/>
              <a:ext cx="624002" cy="301981"/>
            </a:xfrm>
            <a:custGeom>
              <a:avLst/>
              <a:gdLst/>
              <a:ahLst/>
              <a:cxnLst/>
              <a:rect l="l" t="t" r="r" b="b"/>
              <a:pathLst>
                <a:path w="23223" h="11825" extrusionOk="0">
                  <a:moveTo>
                    <a:pt x="0" y="1"/>
                  </a:moveTo>
                  <a:lnTo>
                    <a:pt x="0" y="11824"/>
                  </a:lnTo>
                  <a:lnTo>
                    <a:pt x="791" y="11490"/>
                  </a:lnTo>
                  <a:cubicBezTo>
                    <a:pt x="8025" y="7903"/>
                    <a:pt x="15229" y="4286"/>
                    <a:pt x="22402" y="700"/>
                  </a:cubicBezTo>
                  <a:cubicBezTo>
                    <a:pt x="22706" y="517"/>
                    <a:pt x="22949" y="274"/>
                    <a:pt x="23223" y="92"/>
                  </a:cubicBezTo>
                  <a:cubicBezTo>
                    <a:pt x="22828" y="31"/>
                    <a:pt x="22402" y="31"/>
                    <a:pt x="22007" y="31"/>
                  </a:cubicBezTo>
                  <a:lnTo>
                    <a:pt x="1125" y="31"/>
                  </a:lnTo>
                  <a:cubicBezTo>
                    <a:pt x="760" y="31"/>
                    <a:pt x="365" y="1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7312684" y="3075686"/>
              <a:ext cx="5750" cy="6997"/>
            </a:xfrm>
            <a:custGeom>
              <a:avLst/>
              <a:gdLst/>
              <a:ahLst/>
              <a:cxnLst/>
              <a:rect l="l" t="t" r="r" b="b"/>
              <a:pathLst>
                <a:path w="214" h="274" extrusionOk="0">
                  <a:moveTo>
                    <a:pt x="91" y="0"/>
                  </a:moveTo>
                  <a:cubicBezTo>
                    <a:pt x="31" y="91"/>
                    <a:pt x="31" y="213"/>
                    <a:pt x="0" y="274"/>
                  </a:cubicBezTo>
                  <a:cubicBezTo>
                    <a:pt x="91" y="243"/>
                    <a:pt x="152" y="243"/>
                    <a:pt x="213" y="213"/>
                  </a:cubicBezTo>
                  <a:cubicBezTo>
                    <a:pt x="152" y="122"/>
                    <a:pt x="122" y="61"/>
                    <a:pt x="91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7014542" y="3079568"/>
              <a:ext cx="3305" cy="5439"/>
            </a:xfrm>
            <a:custGeom>
              <a:avLst/>
              <a:gdLst/>
              <a:ahLst/>
              <a:cxnLst/>
              <a:rect l="l" t="t" r="r" b="b"/>
              <a:pathLst>
                <a:path w="123" h="213" extrusionOk="0">
                  <a:moveTo>
                    <a:pt x="92" y="0"/>
                  </a:moveTo>
                  <a:cubicBezTo>
                    <a:pt x="31" y="61"/>
                    <a:pt x="1" y="61"/>
                    <a:pt x="1" y="91"/>
                  </a:cubicBezTo>
                  <a:lnTo>
                    <a:pt x="122" y="213"/>
                  </a:lnTo>
                  <a:cubicBezTo>
                    <a:pt x="92" y="152"/>
                    <a:pt x="92" y="91"/>
                    <a:pt x="9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7280814" y="3355095"/>
              <a:ext cx="1666" cy="1583"/>
            </a:xfrm>
            <a:custGeom>
              <a:avLst/>
              <a:gdLst/>
              <a:ahLst/>
              <a:cxnLst/>
              <a:rect l="l" t="t" r="r" b="b"/>
              <a:pathLst>
                <a:path w="62" h="62" extrusionOk="0">
                  <a:moveTo>
                    <a:pt x="62" y="1"/>
                  </a:moveTo>
                  <a:lnTo>
                    <a:pt x="1" y="61"/>
                  </a:lnTo>
                  <a:lnTo>
                    <a:pt x="62" y="61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8320589" y="4263211"/>
              <a:ext cx="3305" cy="6231"/>
            </a:xfrm>
            <a:custGeom>
              <a:avLst/>
              <a:gdLst/>
              <a:ahLst/>
              <a:cxnLst/>
              <a:rect l="l" t="t" r="r" b="b"/>
              <a:pathLst>
                <a:path w="123" h="244" extrusionOk="0">
                  <a:moveTo>
                    <a:pt x="122" y="0"/>
                  </a:moveTo>
                  <a:cubicBezTo>
                    <a:pt x="61" y="61"/>
                    <a:pt x="31" y="92"/>
                    <a:pt x="1" y="152"/>
                  </a:cubicBezTo>
                  <a:cubicBezTo>
                    <a:pt x="31" y="152"/>
                    <a:pt x="61" y="213"/>
                    <a:pt x="122" y="243"/>
                  </a:cubicBezTo>
                  <a:lnTo>
                    <a:pt x="122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8288746" y="4288823"/>
              <a:ext cx="8195" cy="4673"/>
            </a:xfrm>
            <a:custGeom>
              <a:avLst/>
              <a:gdLst/>
              <a:ahLst/>
              <a:cxnLst/>
              <a:rect l="l" t="t" r="r" b="b"/>
              <a:pathLst>
                <a:path w="305" h="183" extrusionOk="0">
                  <a:moveTo>
                    <a:pt x="122" y="0"/>
                  </a:moveTo>
                  <a:cubicBezTo>
                    <a:pt x="91" y="31"/>
                    <a:pt x="31" y="92"/>
                    <a:pt x="0" y="152"/>
                  </a:cubicBezTo>
                  <a:cubicBezTo>
                    <a:pt x="122" y="152"/>
                    <a:pt x="183" y="183"/>
                    <a:pt x="304" y="183"/>
                  </a:cubicBezTo>
                  <a:cubicBezTo>
                    <a:pt x="243" y="152"/>
                    <a:pt x="152" y="61"/>
                    <a:pt x="122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8296082" y="4293471"/>
              <a:ext cx="860" cy="81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" y="31"/>
                  </a:moveTo>
                  <a:cubicBezTo>
                    <a:pt x="1" y="31"/>
                    <a:pt x="31" y="1"/>
                    <a:pt x="1" y="31"/>
                  </a:cubicBezTo>
                  <a:cubicBezTo>
                    <a:pt x="31" y="1"/>
                    <a:pt x="1" y="31"/>
                    <a:pt x="1" y="3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8585222" y="4544943"/>
              <a:ext cx="1666" cy="1583"/>
            </a:xfrm>
            <a:custGeom>
              <a:avLst/>
              <a:gdLst/>
              <a:ahLst/>
              <a:cxnLst/>
              <a:rect l="l" t="t" r="r" b="b"/>
              <a:pathLst>
                <a:path w="62" h="62" extrusionOk="0">
                  <a:moveTo>
                    <a:pt x="1" y="1"/>
                  </a:moveTo>
                  <a:lnTo>
                    <a:pt x="1" y="31"/>
                  </a:lnTo>
                  <a:cubicBezTo>
                    <a:pt x="31" y="31"/>
                    <a:pt x="31" y="62"/>
                    <a:pt x="62" y="62"/>
                  </a:cubicBezTo>
                  <a:cubicBezTo>
                    <a:pt x="31" y="31"/>
                    <a:pt x="31" y="1"/>
                    <a:pt x="1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8518258" y="4590754"/>
              <a:ext cx="2472" cy="26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92" y="0"/>
                  </a:moveTo>
                  <a:lnTo>
                    <a:pt x="0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6213280" y="1080936"/>
              <a:ext cx="633810" cy="614790"/>
            </a:xfrm>
            <a:custGeom>
              <a:avLst/>
              <a:gdLst/>
              <a:ahLst/>
              <a:cxnLst/>
              <a:rect l="l" t="t" r="r" b="b"/>
              <a:pathLst>
                <a:path w="23588" h="24074" extrusionOk="0">
                  <a:moveTo>
                    <a:pt x="23527" y="0"/>
                  </a:moveTo>
                  <a:cubicBezTo>
                    <a:pt x="23466" y="61"/>
                    <a:pt x="23405" y="61"/>
                    <a:pt x="23375" y="92"/>
                  </a:cubicBezTo>
                  <a:cubicBezTo>
                    <a:pt x="23162" y="304"/>
                    <a:pt x="23010" y="578"/>
                    <a:pt x="22797" y="821"/>
                  </a:cubicBezTo>
                  <a:cubicBezTo>
                    <a:pt x="15199" y="8450"/>
                    <a:pt x="7600" y="16049"/>
                    <a:pt x="1" y="23648"/>
                  </a:cubicBezTo>
                  <a:lnTo>
                    <a:pt x="1" y="23831"/>
                  </a:lnTo>
                  <a:cubicBezTo>
                    <a:pt x="1536" y="23846"/>
                    <a:pt x="3078" y="23846"/>
                    <a:pt x="4628" y="23846"/>
                  </a:cubicBezTo>
                  <a:cubicBezTo>
                    <a:pt x="6179" y="23846"/>
                    <a:pt x="7736" y="23846"/>
                    <a:pt x="9302" y="23861"/>
                  </a:cubicBezTo>
                  <a:cubicBezTo>
                    <a:pt x="9636" y="23861"/>
                    <a:pt x="10031" y="23983"/>
                    <a:pt x="10366" y="24074"/>
                  </a:cubicBezTo>
                  <a:lnTo>
                    <a:pt x="10548" y="24074"/>
                  </a:lnTo>
                  <a:cubicBezTo>
                    <a:pt x="10974" y="23952"/>
                    <a:pt x="11369" y="23861"/>
                    <a:pt x="11764" y="23800"/>
                  </a:cubicBezTo>
                  <a:cubicBezTo>
                    <a:pt x="11916" y="23618"/>
                    <a:pt x="12068" y="23405"/>
                    <a:pt x="12250" y="23223"/>
                  </a:cubicBezTo>
                  <a:lnTo>
                    <a:pt x="22949" y="12554"/>
                  </a:lnTo>
                  <a:cubicBezTo>
                    <a:pt x="23132" y="12402"/>
                    <a:pt x="23314" y="12219"/>
                    <a:pt x="23527" y="12068"/>
                  </a:cubicBezTo>
                  <a:cubicBezTo>
                    <a:pt x="23527" y="11672"/>
                    <a:pt x="23557" y="11308"/>
                    <a:pt x="23557" y="10912"/>
                  </a:cubicBezTo>
                  <a:lnTo>
                    <a:pt x="23557" y="1794"/>
                  </a:lnTo>
                  <a:cubicBezTo>
                    <a:pt x="23557" y="1216"/>
                    <a:pt x="23588" y="669"/>
                    <a:pt x="23588" y="92"/>
                  </a:cubicBezTo>
                  <a:lnTo>
                    <a:pt x="23527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6575941" y="812379"/>
              <a:ext cx="270366" cy="271719"/>
            </a:xfrm>
            <a:custGeom>
              <a:avLst/>
              <a:gdLst/>
              <a:ahLst/>
              <a:cxnLst/>
              <a:rect l="l" t="t" r="r" b="b"/>
              <a:pathLst>
                <a:path w="10062" h="10640" extrusionOk="0">
                  <a:moveTo>
                    <a:pt x="10061" y="1"/>
                  </a:moveTo>
                  <a:cubicBezTo>
                    <a:pt x="9970" y="153"/>
                    <a:pt x="9940" y="335"/>
                    <a:pt x="9909" y="548"/>
                  </a:cubicBezTo>
                  <a:cubicBezTo>
                    <a:pt x="9149" y="5563"/>
                    <a:pt x="5502" y="9393"/>
                    <a:pt x="517" y="10457"/>
                  </a:cubicBezTo>
                  <a:cubicBezTo>
                    <a:pt x="335" y="10487"/>
                    <a:pt x="183" y="10517"/>
                    <a:pt x="0" y="10609"/>
                  </a:cubicBezTo>
                  <a:cubicBezTo>
                    <a:pt x="3253" y="10609"/>
                    <a:pt x="6566" y="10639"/>
                    <a:pt x="9879" y="10639"/>
                  </a:cubicBezTo>
                  <a:cubicBezTo>
                    <a:pt x="9909" y="10609"/>
                    <a:pt x="9970" y="10578"/>
                    <a:pt x="10031" y="10578"/>
                  </a:cubicBezTo>
                  <a:cubicBezTo>
                    <a:pt x="10031" y="7022"/>
                    <a:pt x="10031" y="3496"/>
                    <a:pt x="1006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6863442" y="1102666"/>
              <a:ext cx="600330" cy="570559"/>
            </a:xfrm>
            <a:custGeom>
              <a:avLst/>
              <a:gdLst/>
              <a:ahLst/>
              <a:cxnLst/>
              <a:rect l="l" t="t" r="r" b="b"/>
              <a:pathLst>
                <a:path w="22342" h="22342" extrusionOk="0">
                  <a:moveTo>
                    <a:pt x="11217" y="1"/>
                  </a:moveTo>
                  <a:cubicBezTo>
                    <a:pt x="11034" y="335"/>
                    <a:pt x="10973" y="669"/>
                    <a:pt x="10913" y="1034"/>
                  </a:cubicBezTo>
                  <a:cubicBezTo>
                    <a:pt x="10578" y="2706"/>
                    <a:pt x="10274" y="4378"/>
                    <a:pt x="9818" y="5988"/>
                  </a:cubicBezTo>
                  <a:cubicBezTo>
                    <a:pt x="9271" y="7873"/>
                    <a:pt x="7995" y="9150"/>
                    <a:pt x="6110" y="9788"/>
                  </a:cubicBezTo>
                  <a:cubicBezTo>
                    <a:pt x="5350" y="10061"/>
                    <a:pt x="4560" y="10305"/>
                    <a:pt x="3770" y="10457"/>
                  </a:cubicBezTo>
                  <a:cubicBezTo>
                    <a:pt x="2523" y="10700"/>
                    <a:pt x="1247" y="10852"/>
                    <a:pt x="1" y="11095"/>
                  </a:cubicBezTo>
                  <a:cubicBezTo>
                    <a:pt x="305" y="11277"/>
                    <a:pt x="639" y="11308"/>
                    <a:pt x="1004" y="11399"/>
                  </a:cubicBezTo>
                  <a:cubicBezTo>
                    <a:pt x="2706" y="11764"/>
                    <a:pt x="4408" y="12037"/>
                    <a:pt x="6080" y="12524"/>
                  </a:cubicBezTo>
                  <a:cubicBezTo>
                    <a:pt x="7934" y="13071"/>
                    <a:pt x="9241" y="14408"/>
                    <a:pt x="9818" y="16262"/>
                  </a:cubicBezTo>
                  <a:cubicBezTo>
                    <a:pt x="10214" y="17539"/>
                    <a:pt x="10487" y="18846"/>
                    <a:pt x="10761" y="20122"/>
                  </a:cubicBezTo>
                  <a:cubicBezTo>
                    <a:pt x="10943" y="20852"/>
                    <a:pt x="11034" y="21612"/>
                    <a:pt x="11125" y="22341"/>
                  </a:cubicBezTo>
                  <a:lnTo>
                    <a:pt x="11217" y="22341"/>
                  </a:lnTo>
                  <a:cubicBezTo>
                    <a:pt x="11247" y="22220"/>
                    <a:pt x="11247" y="22098"/>
                    <a:pt x="11277" y="22007"/>
                  </a:cubicBezTo>
                  <a:cubicBezTo>
                    <a:pt x="11581" y="20335"/>
                    <a:pt x="11855" y="18694"/>
                    <a:pt x="12250" y="17052"/>
                  </a:cubicBezTo>
                  <a:cubicBezTo>
                    <a:pt x="12858" y="14499"/>
                    <a:pt x="14439" y="12888"/>
                    <a:pt x="16992" y="12280"/>
                  </a:cubicBezTo>
                  <a:cubicBezTo>
                    <a:pt x="18420" y="11916"/>
                    <a:pt x="19940" y="11703"/>
                    <a:pt x="21430" y="11399"/>
                  </a:cubicBezTo>
                  <a:cubicBezTo>
                    <a:pt x="21734" y="11308"/>
                    <a:pt x="22038" y="11277"/>
                    <a:pt x="22341" y="11217"/>
                  </a:cubicBezTo>
                  <a:cubicBezTo>
                    <a:pt x="22220" y="11065"/>
                    <a:pt x="22068" y="11004"/>
                    <a:pt x="21977" y="11004"/>
                  </a:cubicBezTo>
                  <a:cubicBezTo>
                    <a:pt x="20092" y="10761"/>
                    <a:pt x="18238" y="10487"/>
                    <a:pt x="16414" y="9879"/>
                  </a:cubicBezTo>
                  <a:cubicBezTo>
                    <a:pt x="14408" y="9241"/>
                    <a:pt x="13040" y="7903"/>
                    <a:pt x="12432" y="5897"/>
                  </a:cubicBezTo>
                  <a:cubicBezTo>
                    <a:pt x="12129" y="4864"/>
                    <a:pt x="11885" y="3830"/>
                    <a:pt x="11673" y="2767"/>
                  </a:cubicBezTo>
                  <a:cubicBezTo>
                    <a:pt x="11490" y="1855"/>
                    <a:pt x="11369" y="912"/>
                    <a:pt x="11217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6529373" y="1389838"/>
              <a:ext cx="317738" cy="301215"/>
            </a:xfrm>
            <a:custGeom>
              <a:avLst/>
              <a:gdLst/>
              <a:ahLst/>
              <a:cxnLst/>
              <a:rect l="l" t="t" r="r" b="b"/>
              <a:pathLst>
                <a:path w="11825" h="11795" extrusionOk="0">
                  <a:moveTo>
                    <a:pt x="11764" y="1"/>
                  </a:moveTo>
                  <a:cubicBezTo>
                    <a:pt x="11551" y="153"/>
                    <a:pt x="11369" y="305"/>
                    <a:pt x="11186" y="487"/>
                  </a:cubicBezTo>
                  <a:lnTo>
                    <a:pt x="487" y="11156"/>
                  </a:lnTo>
                  <a:cubicBezTo>
                    <a:pt x="305" y="11369"/>
                    <a:pt x="153" y="11551"/>
                    <a:pt x="1" y="11734"/>
                  </a:cubicBezTo>
                  <a:cubicBezTo>
                    <a:pt x="305" y="11734"/>
                    <a:pt x="609" y="11764"/>
                    <a:pt x="1004" y="11794"/>
                  </a:cubicBezTo>
                  <a:lnTo>
                    <a:pt x="1217" y="11794"/>
                  </a:lnTo>
                  <a:cubicBezTo>
                    <a:pt x="1612" y="11794"/>
                    <a:pt x="2007" y="11764"/>
                    <a:pt x="2432" y="11764"/>
                  </a:cubicBezTo>
                  <a:cubicBezTo>
                    <a:pt x="5563" y="11734"/>
                    <a:pt x="8724" y="11734"/>
                    <a:pt x="11825" y="11734"/>
                  </a:cubicBezTo>
                  <a:cubicBezTo>
                    <a:pt x="11794" y="9636"/>
                    <a:pt x="11794" y="7509"/>
                    <a:pt x="11794" y="5381"/>
                  </a:cubicBezTo>
                  <a:cubicBezTo>
                    <a:pt x="11794" y="3618"/>
                    <a:pt x="11764" y="1764"/>
                    <a:pt x="11764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6435456" y="695172"/>
              <a:ext cx="179707" cy="170820"/>
            </a:xfrm>
            <a:custGeom>
              <a:avLst/>
              <a:gdLst/>
              <a:ahLst/>
              <a:cxnLst/>
              <a:rect l="l" t="t" r="r" b="b"/>
              <a:pathLst>
                <a:path w="6688" h="6689" extrusionOk="0">
                  <a:moveTo>
                    <a:pt x="3313" y="1"/>
                  </a:moveTo>
                  <a:cubicBezTo>
                    <a:pt x="1520" y="1"/>
                    <a:pt x="0" y="1521"/>
                    <a:pt x="0" y="3344"/>
                  </a:cubicBezTo>
                  <a:cubicBezTo>
                    <a:pt x="0" y="5199"/>
                    <a:pt x="1459" y="6688"/>
                    <a:pt x="3313" y="6688"/>
                  </a:cubicBezTo>
                  <a:cubicBezTo>
                    <a:pt x="3332" y="6688"/>
                    <a:pt x="3351" y="6688"/>
                    <a:pt x="3369" y="6688"/>
                  </a:cubicBezTo>
                  <a:cubicBezTo>
                    <a:pt x="5198" y="6688"/>
                    <a:pt x="6687" y="5211"/>
                    <a:pt x="6657" y="3405"/>
                  </a:cubicBezTo>
                  <a:cubicBezTo>
                    <a:pt x="6687" y="1551"/>
                    <a:pt x="5168" y="1"/>
                    <a:pt x="3313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6841380" y="2290983"/>
              <a:ext cx="4944" cy="4673"/>
            </a:xfrm>
            <a:custGeom>
              <a:avLst/>
              <a:gdLst/>
              <a:ahLst/>
              <a:cxnLst/>
              <a:rect l="l" t="t" r="r" b="b"/>
              <a:pathLst>
                <a:path w="184" h="183" extrusionOk="0">
                  <a:moveTo>
                    <a:pt x="153" y="0"/>
                  </a:moveTo>
                  <a:cubicBezTo>
                    <a:pt x="92" y="91"/>
                    <a:pt x="31" y="122"/>
                    <a:pt x="1" y="183"/>
                  </a:cubicBezTo>
                  <a:lnTo>
                    <a:pt x="183" y="183"/>
                  </a:lnTo>
                  <a:cubicBezTo>
                    <a:pt x="183" y="122"/>
                    <a:pt x="153" y="91"/>
                    <a:pt x="153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6221449" y="1701089"/>
              <a:ext cx="607692" cy="581412"/>
            </a:xfrm>
            <a:custGeom>
              <a:avLst/>
              <a:gdLst/>
              <a:ahLst/>
              <a:cxnLst/>
              <a:rect l="l" t="t" r="r" b="b"/>
              <a:pathLst>
                <a:path w="22616" h="22767" extrusionOk="0">
                  <a:moveTo>
                    <a:pt x="16749" y="16323"/>
                  </a:moveTo>
                  <a:cubicBezTo>
                    <a:pt x="16749" y="16353"/>
                    <a:pt x="16756" y="16376"/>
                    <a:pt x="16764" y="16395"/>
                  </a:cubicBezTo>
                  <a:lnTo>
                    <a:pt x="16764" y="16395"/>
                  </a:lnTo>
                  <a:cubicBezTo>
                    <a:pt x="16754" y="16389"/>
                    <a:pt x="16749" y="16384"/>
                    <a:pt x="16749" y="16384"/>
                  </a:cubicBezTo>
                  <a:cubicBezTo>
                    <a:pt x="16718" y="16384"/>
                    <a:pt x="16749" y="16323"/>
                    <a:pt x="16749" y="16323"/>
                  </a:cubicBezTo>
                  <a:close/>
                  <a:moveTo>
                    <a:pt x="12341" y="1"/>
                  </a:moveTo>
                  <a:cubicBezTo>
                    <a:pt x="12007" y="1368"/>
                    <a:pt x="11703" y="2706"/>
                    <a:pt x="11369" y="4043"/>
                  </a:cubicBezTo>
                  <a:lnTo>
                    <a:pt x="11156" y="4043"/>
                  </a:lnTo>
                  <a:cubicBezTo>
                    <a:pt x="10821" y="2736"/>
                    <a:pt x="10487" y="1490"/>
                    <a:pt x="10244" y="183"/>
                  </a:cubicBezTo>
                  <a:cubicBezTo>
                    <a:pt x="10183" y="183"/>
                    <a:pt x="10062" y="244"/>
                    <a:pt x="9940" y="244"/>
                  </a:cubicBezTo>
                  <a:cubicBezTo>
                    <a:pt x="9910" y="1551"/>
                    <a:pt x="9910" y="2858"/>
                    <a:pt x="9879" y="4134"/>
                  </a:cubicBezTo>
                  <a:cubicBezTo>
                    <a:pt x="9788" y="4134"/>
                    <a:pt x="9727" y="4195"/>
                    <a:pt x="9636" y="4195"/>
                  </a:cubicBezTo>
                  <a:cubicBezTo>
                    <a:pt x="9393" y="3618"/>
                    <a:pt x="9119" y="3040"/>
                    <a:pt x="8815" y="2523"/>
                  </a:cubicBezTo>
                  <a:cubicBezTo>
                    <a:pt x="8511" y="1976"/>
                    <a:pt x="8420" y="1338"/>
                    <a:pt x="7782" y="791"/>
                  </a:cubicBezTo>
                  <a:lnTo>
                    <a:pt x="7782" y="791"/>
                  </a:lnTo>
                  <a:cubicBezTo>
                    <a:pt x="7904" y="2159"/>
                    <a:pt x="8329" y="3344"/>
                    <a:pt x="8207" y="4590"/>
                  </a:cubicBezTo>
                  <a:cubicBezTo>
                    <a:pt x="7508" y="3770"/>
                    <a:pt x="6809" y="2888"/>
                    <a:pt x="6110" y="2067"/>
                  </a:cubicBezTo>
                  <a:lnTo>
                    <a:pt x="5897" y="2280"/>
                  </a:lnTo>
                  <a:cubicBezTo>
                    <a:pt x="6232" y="3283"/>
                    <a:pt x="6596" y="4226"/>
                    <a:pt x="6961" y="5198"/>
                  </a:cubicBezTo>
                  <a:lnTo>
                    <a:pt x="6961" y="5441"/>
                  </a:lnTo>
                  <a:cubicBezTo>
                    <a:pt x="6900" y="5441"/>
                    <a:pt x="6870" y="5381"/>
                    <a:pt x="6840" y="5350"/>
                  </a:cubicBezTo>
                  <a:cubicBezTo>
                    <a:pt x="6566" y="5168"/>
                    <a:pt x="6293" y="4985"/>
                    <a:pt x="6049" y="4742"/>
                  </a:cubicBezTo>
                  <a:cubicBezTo>
                    <a:pt x="5350" y="4226"/>
                    <a:pt x="4712" y="3739"/>
                    <a:pt x="4074" y="3192"/>
                  </a:cubicBezTo>
                  <a:cubicBezTo>
                    <a:pt x="3982" y="3222"/>
                    <a:pt x="3952" y="3283"/>
                    <a:pt x="3922" y="3314"/>
                  </a:cubicBezTo>
                  <a:cubicBezTo>
                    <a:pt x="4530" y="4286"/>
                    <a:pt x="5137" y="5259"/>
                    <a:pt x="5745" y="6232"/>
                  </a:cubicBezTo>
                  <a:cubicBezTo>
                    <a:pt x="5776" y="6323"/>
                    <a:pt x="5837" y="6384"/>
                    <a:pt x="5897" y="6475"/>
                  </a:cubicBezTo>
                  <a:cubicBezTo>
                    <a:pt x="5776" y="6475"/>
                    <a:pt x="5685" y="6414"/>
                    <a:pt x="5593" y="6414"/>
                  </a:cubicBezTo>
                  <a:cubicBezTo>
                    <a:pt x="4530" y="5897"/>
                    <a:pt x="3405" y="5350"/>
                    <a:pt x="2341" y="4833"/>
                  </a:cubicBezTo>
                  <a:cubicBezTo>
                    <a:pt x="2311" y="4894"/>
                    <a:pt x="2280" y="4955"/>
                    <a:pt x="2250" y="5016"/>
                  </a:cubicBezTo>
                  <a:cubicBezTo>
                    <a:pt x="3162" y="5897"/>
                    <a:pt x="4013" y="6809"/>
                    <a:pt x="4925" y="7691"/>
                  </a:cubicBezTo>
                  <a:cubicBezTo>
                    <a:pt x="4165" y="7630"/>
                    <a:pt x="3496" y="7447"/>
                    <a:pt x="2858" y="7265"/>
                  </a:cubicBezTo>
                  <a:cubicBezTo>
                    <a:pt x="2189" y="7083"/>
                    <a:pt x="1581" y="6931"/>
                    <a:pt x="943" y="6718"/>
                  </a:cubicBezTo>
                  <a:lnTo>
                    <a:pt x="943" y="6718"/>
                  </a:lnTo>
                  <a:cubicBezTo>
                    <a:pt x="1946" y="7691"/>
                    <a:pt x="3162" y="8207"/>
                    <a:pt x="4134" y="9119"/>
                  </a:cubicBezTo>
                  <a:cubicBezTo>
                    <a:pt x="3872" y="9155"/>
                    <a:pt x="3610" y="9167"/>
                    <a:pt x="3349" y="9167"/>
                  </a:cubicBezTo>
                  <a:cubicBezTo>
                    <a:pt x="2946" y="9167"/>
                    <a:pt x="2547" y="9138"/>
                    <a:pt x="2159" y="9119"/>
                  </a:cubicBezTo>
                  <a:cubicBezTo>
                    <a:pt x="1520" y="9089"/>
                    <a:pt x="912" y="8998"/>
                    <a:pt x="274" y="8967"/>
                  </a:cubicBezTo>
                  <a:cubicBezTo>
                    <a:pt x="274" y="9058"/>
                    <a:pt x="213" y="9089"/>
                    <a:pt x="213" y="9150"/>
                  </a:cubicBezTo>
                  <a:cubicBezTo>
                    <a:pt x="1490" y="9666"/>
                    <a:pt x="2706" y="10122"/>
                    <a:pt x="3952" y="10578"/>
                  </a:cubicBezTo>
                  <a:cubicBezTo>
                    <a:pt x="3952" y="10639"/>
                    <a:pt x="3922" y="10669"/>
                    <a:pt x="3922" y="10761"/>
                  </a:cubicBezTo>
                  <a:cubicBezTo>
                    <a:pt x="2584" y="10943"/>
                    <a:pt x="1277" y="11125"/>
                    <a:pt x="1" y="11338"/>
                  </a:cubicBezTo>
                  <a:lnTo>
                    <a:pt x="1" y="11520"/>
                  </a:lnTo>
                  <a:cubicBezTo>
                    <a:pt x="1338" y="11733"/>
                    <a:pt x="2615" y="11946"/>
                    <a:pt x="3952" y="12128"/>
                  </a:cubicBezTo>
                  <a:cubicBezTo>
                    <a:pt x="3952" y="12189"/>
                    <a:pt x="3982" y="12250"/>
                    <a:pt x="3982" y="12311"/>
                  </a:cubicBezTo>
                  <a:cubicBezTo>
                    <a:pt x="2706" y="12797"/>
                    <a:pt x="1368" y="13253"/>
                    <a:pt x="61" y="13770"/>
                  </a:cubicBezTo>
                  <a:cubicBezTo>
                    <a:pt x="61" y="13800"/>
                    <a:pt x="122" y="13831"/>
                    <a:pt x="122" y="13861"/>
                  </a:cubicBezTo>
                  <a:cubicBezTo>
                    <a:pt x="1520" y="13800"/>
                    <a:pt x="2888" y="13679"/>
                    <a:pt x="4286" y="13618"/>
                  </a:cubicBezTo>
                  <a:cubicBezTo>
                    <a:pt x="4286" y="13648"/>
                    <a:pt x="4317" y="13709"/>
                    <a:pt x="4317" y="13770"/>
                  </a:cubicBezTo>
                  <a:cubicBezTo>
                    <a:pt x="3223" y="14469"/>
                    <a:pt x="2128" y="15168"/>
                    <a:pt x="1034" y="15897"/>
                  </a:cubicBezTo>
                  <a:cubicBezTo>
                    <a:pt x="2341" y="15776"/>
                    <a:pt x="3527" y="15320"/>
                    <a:pt x="4834" y="15168"/>
                  </a:cubicBezTo>
                  <a:lnTo>
                    <a:pt x="4834" y="15168"/>
                  </a:lnTo>
                  <a:cubicBezTo>
                    <a:pt x="4590" y="15533"/>
                    <a:pt x="4286" y="15806"/>
                    <a:pt x="4013" y="16110"/>
                  </a:cubicBezTo>
                  <a:cubicBezTo>
                    <a:pt x="3466" y="16718"/>
                    <a:pt x="2858" y="17326"/>
                    <a:pt x="2280" y="17934"/>
                  </a:cubicBezTo>
                  <a:lnTo>
                    <a:pt x="2311" y="17964"/>
                  </a:lnTo>
                  <a:cubicBezTo>
                    <a:pt x="2645" y="17873"/>
                    <a:pt x="2949" y="17752"/>
                    <a:pt x="3253" y="17600"/>
                  </a:cubicBezTo>
                  <a:cubicBezTo>
                    <a:pt x="4104" y="17174"/>
                    <a:pt x="4894" y="16809"/>
                    <a:pt x="5685" y="16384"/>
                  </a:cubicBezTo>
                  <a:cubicBezTo>
                    <a:pt x="5745" y="16353"/>
                    <a:pt x="5776" y="16353"/>
                    <a:pt x="5806" y="16293"/>
                  </a:cubicBezTo>
                  <a:lnTo>
                    <a:pt x="5806" y="16505"/>
                  </a:lnTo>
                  <a:cubicBezTo>
                    <a:pt x="5593" y="16870"/>
                    <a:pt x="5320" y="17296"/>
                    <a:pt x="5077" y="17660"/>
                  </a:cubicBezTo>
                  <a:cubicBezTo>
                    <a:pt x="4712" y="18329"/>
                    <a:pt x="4286" y="18998"/>
                    <a:pt x="3861" y="19636"/>
                  </a:cubicBezTo>
                  <a:cubicBezTo>
                    <a:pt x="4165" y="19484"/>
                    <a:pt x="4469" y="19332"/>
                    <a:pt x="4742" y="19150"/>
                  </a:cubicBezTo>
                  <a:cubicBezTo>
                    <a:pt x="5502" y="18572"/>
                    <a:pt x="6262" y="17934"/>
                    <a:pt x="6992" y="17326"/>
                  </a:cubicBezTo>
                  <a:cubicBezTo>
                    <a:pt x="7022" y="17356"/>
                    <a:pt x="7113" y="17417"/>
                    <a:pt x="7144" y="17448"/>
                  </a:cubicBezTo>
                  <a:lnTo>
                    <a:pt x="5776" y="20852"/>
                  </a:lnTo>
                  <a:cubicBezTo>
                    <a:pt x="5806" y="20913"/>
                    <a:pt x="5897" y="20943"/>
                    <a:pt x="5958" y="20973"/>
                  </a:cubicBezTo>
                  <a:cubicBezTo>
                    <a:pt x="6840" y="20092"/>
                    <a:pt x="7478" y="18998"/>
                    <a:pt x="8390" y="18177"/>
                  </a:cubicBezTo>
                  <a:lnTo>
                    <a:pt x="8390" y="18177"/>
                  </a:lnTo>
                  <a:cubicBezTo>
                    <a:pt x="8420" y="18420"/>
                    <a:pt x="8390" y="18633"/>
                    <a:pt x="8359" y="18846"/>
                  </a:cubicBezTo>
                  <a:cubicBezTo>
                    <a:pt x="8207" y="19940"/>
                    <a:pt x="8055" y="21004"/>
                    <a:pt x="7904" y="22129"/>
                  </a:cubicBezTo>
                  <a:cubicBezTo>
                    <a:pt x="8055" y="21885"/>
                    <a:pt x="8238" y="21612"/>
                    <a:pt x="8390" y="21369"/>
                  </a:cubicBezTo>
                  <a:cubicBezTo>
                    <a:pt x="8815" y="20609"/>
                    <a:pt x="9150" y="19849"/>
                    <a:pt x="9545" y="19089"/>
                  </a:cubicBezTo>
                  <a:cubicBezTo>
                    <a:pt x="9636" y="18876"/>
                    <a:pt x="9758" y="18724"/>
                    <a:pt x="9940" y="18511"/>
                  </a:cubicBezTo>
                  <a:cubicBezTo>
                    <a:pt x="10092" y="19910"/>
                    <a:pt x="9940" y="21247"/>
                    <a:pt x="10335" y="22524"/>
                  </a:cubicBezTo>
                  <a:cubicBezTo>
                    <a:pt x="10670" y="21277"/>
                    <a:pt x="10973" y="20001"/>
                    <a:pt x="11308" y="18724"/>
                  </a:cubicBezTo>
                  <a:cubicBezTo>
                    <a:pt x="11612" y="19180"/>
                    <a:pt x="11733" y="19636"/>
                    <a:pt x="11855" y="20092"/>
                  </a:cubicBezTo>
                  <a:cubicBezTo>
                    <a:pt x="11916" y="20518"/>
                    <a:pt x="12007" y="20973"/>
                    <a:pt x="12159" y="21399"/>
                  </a:cubicBezTo>
                  <a:cubicBezTo>
                    <a:pt x="12280" y="21764"/>
                    <a:pt x="12280" y="22280"/>
                    <a:pt x="12645" y="22767"/>
                  </a:cubicBezTo>
                  <a:cubicBezTo>
                    <a:pt x="12706" y="21277"/>
                    <a:pt x="12645" y="20001"/>
                    <a:pt x="12980" y="18694"/>
                  </a:cubicBezTo>
                  <a:cubicBezTo>
                    <a:pt x="13253" y="19089"/>
                    <a:pt x="13436" y="19484"/>
                    <a:pt x="13648" y="19879"/>
                  </a:cubicBezTo>
                  <a:cubicBezTo>
                    <a:pt x="13831" y="20244"/>
                    <a:pt x="14013" y="20670"/>
                    <a:pt x="14195" y="21065"/>
                  </a:cubicBezTo>
                  <a:cubicBezTo>
                    <a:pt x="14408" y="21399"/>
                    <a:pt x="14499" y="21825"/>
                    <a:pt x="14864" y="22068"/>
                  </a:cubicBezTo>
                  <a:cubicBezTo>
                    <a:pt x="14895" y="21825"/>
                    <a:pt x="14864" y="21612"/>
                    <a:pt x="14803" y="21399"/>
                  </a:cubicBezTo>
                  <a:cubicBezTo>
                    <a:pt x="14656" y="20339"/>
                    <a:pt x="14509" y="19307"/>
                    <a:pt x="14361" y="18220"/>
                  </a:cubicBezTo>
                  <a:lnTo>
                    <a:pt x="14361" y="18220"/>
                  </a:lnTo>
                  <a:cubicBezTo>
                    <a:pt x="14533" y="18384"/>
                    <a:pt x="14727" y="18529"/>
                    <a:pt x="14895" y="18724"/>
                  </a:cubicBezTo>
                  <a:cubicBezTo>
                    <a:pt x="15472" y="19423"/>
                    <a:pt x="15989" y="20153"/>
                    <a:pt x="16566" y="20822"/>
                  </a:cubicBezTo>
                  <a:cubicBezTo>
                    <a:pt x="16688" y="20822"/>
                    <a:pt x="16749" y="20822"/>
                    <a:pt x="16870" y="20730"/>
                  </a:cubicBezTo>
                  <a:cubicBezTo>
                    <a:pt x="16475" y="19666"/>
                    <a:pt x="16080" y="18572"/>
                    <a:pt x="15654" y="17478"/>
                  </a:cubicBezTo>
                  <a:cubicBezTo>
                    <a:pt x="15685" y="17478"/>
                    <a:pt x="15776" y="17448"/>
                    <a:pt x="15806" y="17387"/>
                  </a:cubicBezTo>
                  <a:cubicBezTo>
                    <a:pt x="16688" y="18086"/>
                    <a:pt x="17600" y="18815"/>
                    <a:pt x="18451" y="19484"/>
                  </a:cubicBezTo>
                  <a:cubicBezTo>
                    <a:pt x="18542" y="19454"/>
                    <a:pt x="18572" y="19363"/>
                    <a:pt x="18664" y="19332"/>
                  </a:cubicBezTo>
                  <a:cubicBezTo>
                    <a:pt x="18451" y="19028"/>
                    <a:pt x="18299" y="18755"/>
                    <a:pt x="18116" y="18451"/>
                  </a:cubicBezTo>
                  <a:cubicBezTo>
                    <a:pt x="17704" y="17802"/>
                    <a:pt x="17263" y="17125"/>
                    <a:pt x="16876" y="16475"/>
                  </a:cubicBezTo>
                  <a:lnTo>
                    <a:pt x="16876" y="16475"/>
                  </a:lnTo>
                  <a:cubicBezTo>
                    <a:pt x="17199" y="16573"/>
                    <a:pt x="17475" y="16610"/>
                    <a:pt x="17752" y="16748"/>
                  </a:cubicBezTo>
                  <a:cubicBezTo>
                    <a:pt x="18572" y="17144"/>
                    <a:pt x="19363" y="17539"/>
                    <a:pt x="20214" y="17964"/>
                  </a:cubicBezTo>
                  <a:cubicBezTo>
                    <a:pt x="20244" y="17934"/>
                    <a:pt x="20244" y="17904"/>
                    <a:pt x="20275" y="17843"/>
                  </a:cubicBezTo>
                  <a:cubicBezTo>
                    <a:pt x="19423" y="16992"/>
                    <a:pt x="18572" y="16110"/>
                    <a:pt x="17752" y="15229"/>
                  </a:cubicBezTo>
                  <a:lnTo>
                    <a:pt x="17752" y="15229"/>
                  </a:lnTo>
                  <a:cubicBezTo>
                    <a:pt x="19059" y="15259"/>
                    <a:pt x="20244" y="15806"/>
                    <a:pt x="21490" y="15958"/>
                  </a:cubicBezTo>
                  <a:cubicBezTo>
                    <a:pt x="20518" y="15046"/>
                    <a:pt x="19271" y="14560"/>
                    <a:pt x="18147" y="13587"/>
                  </a:cubicBezTo>
                  <a:lnTo>
                    <a:pt x="18147" y="13587"/>
                  </a:lnTo>
                  <a:cubicBezTo>
                    <a:pt x="19667" y="13648"/>
                    <a:pt x="20974" y="13679"/>
                    <a:pt x="22311" y="13709"/>
                  </a:cubicBezTo>
                  <a:cubicBezTo>
                    <a:pt x="22007" y="13557"/>
                    <a:pt x="21734" y="13405"/>
                    <a:pt x="21460" y="13314"/>
                  </a:cubicBezTo>
                  <a:cubicBezTo>
                    <a:pt x="20670" y="12979"/>
                    <a:pt x="19879" y="12736"/>
                    <a:pt x="19059" y="12432"/>
                  </a:cubicBezTo>
                  <a:cubicBezTo>
                    <a:pt x="18907" y="12341"/>
                    <a:pt x="18755" y="12220"/>
                    <a:pt x="18451" y="12068"/>
                  </a:cubicBezTo>
                  <a:cubicBezTo>
                    <a:pt x="19940" y="11855"/>
                    <a:pt x="21278" y="11672"/>
                    <a:pt x="22615" y="11460"/>
                  </a:cubicBezTo>
                  <a:lnTo>
                    <a:pt x="22615" y="11308"/>
                  </a:lnTo>
                  <a:cubicBezTo>
                    <a:pt x="21278" y="11095"/>
                    <a:pt x="19971" y="10913"/>
                    <a:pt x="18664" y="10700"/>
                  </a:cubicBezTo>
                  <a:cubicBezTo>
                    <a:pt x="18603" y="10639"/>
                    <a:pt x="18603" y="10609"/>
                    <a:pt x="18603" y="10517"/>
                  </a:cubicBezTo>
                  <a:cubicBezTo>
                    <a:pt x="19879" y="10031"/>
                    <a:pt x="21126" y="9575"/>
                    <a:pt x="22372" y="9119"/>
                  </a:cubicBezTo>
                  <a:cubicBezTo>
                    <a:pt x="22066" y="9071"/>
                    <a:pt x="21764" y="9054"/>
                    <a:pt x="21461" y="9054"/>
                  </a:cubicBezTo>
                  <a:cubicBezTo>
                    <a:pt x="20774" y="9054"/>
                    <a:pt x="20084" y="9141"/>
                    <a:pt x="19349" y="9141"/>
                  </a:cubicBezTo>
                  <a:cubicBezTo>
                    <a:pt x="18991" y="9141"/>
                    <a:pt x="18622" y="9120"/>
                    <a:pt x="18238" y="9058"/>
                  </a:cubicBezTo>
                  <a:cubicBezTo>
                    <a:pt x="18724" y="8754"/>
                    <a:pt x="19028" y="8511"/>
                    <a:pt x="19332" y="8329"/>
                  </a:cubicBezTo>
                  <a:lnTo>
                    <a:pt x="21490" y="6840"/>
                  </a:lnTo>
                  <a:lnTo>
                    <a:pt x="21490" y="6840"/>
                  </a:lnTo>
                  <a:cubicBezTo>
                    <a:pt x="21126" y="6870"/>
                    <a:pt x="20730" y="6931"/>
                    <a:pt x="20396" y="6992"/>
                  </a:cubicBezTo>
                  <a:cubicBezTo>
                    <a:pt x="19484" y="7235"/>
                    <a:pt x="18603" y="7478"/>
                    <a:pt x="17691" y="7751"/>
                  </a:cubicBezTo>
                  <a:cubicBezTo>
                    <a:pt x="17691" y="7660"/>
                    <a:pt x="17661" y="7630"/>
                    <a:pt x="17630" y="7599"/>
                  </a:cubicBezTo>
                  <a:cubicBezTo>
                    <a:pt x="18451" y="6718"/>
                    <a:pt x="19332" y="5806"/>
                    <a:pt x="20214" y="4955"/>
                  </a:cubicBezTo>
                  <a:lnTo>
                    <a:pt x="20092" y="4833"/>
                  </a:lnTo>
                  <a:cubicBezTo>
                    <a:pt x="18998" y="5350"/>
                    <a:pt x="17934" y="5897"/>
                    <a:pt x="16870" y="6414"/>
                  </a:cubicBezTo>
                  <a:cubicBezTo>
                    <a:pt x="16779" y="6384"/>
                    <a:pt x="16749" y="6292"/>
                    <a:pt x="16718" y="6262"/>
                  </a:cubicBezTo>
                  <a:cubicBezTo>
                    <a:pt x="16901" y="5988"/>
                    <a:pt x="17053" y="5685"/>
                    <a:pt x="17235" y="5441"/>
                  </a:cubicBezTo>
                  <a:cubicBezTo>
                    <a:pt x="17691" y="4712"/>
                    <a:pt x="18208" y="3952"/>
                    <a:pt x="18664" y="3222"/>
                  </a:cubicBezTo>
                  <a:lnTo>
                    <a:pt x="18542" y="3101"/>
                  </a:lnTo>
                  <a:cubicBezTo>
                    <a:pt x="17600" y="3830"/>
                    <a:pt x="16688" y="4590"/>
                    <a:pt x="15715" y="5320"/>
                  </a:cubicBezTo>
                  <a:cubicBezTo>
                    <a:pt x="15867" y="3982"/>
                    <a:pt x="16597" y="2888"/>
                    <a:pt x="16840" y="1642"/>
                  </a:cubicBezTo>
                  <a:lnTo>
                    <a:pt x="16840" y="1642"/>
                  </a:lnTo>
                  <a:cubicBezTo>
                    <a:pt x="15928" y="2523"/>
                    <a:pt x="15320" y="3618"/>
                    <a:pt x="14317" y="4438"/>
                  </a:cubicBezTo>
                  <a:cubicBezTo>
                    <a:pt x="14287" y="3162"/>
                    <a:pt x="14712" y="1915"/>
                    <a:pt x="14621" y="608"/>
                  </a:cubicBezTo>
                  <a:lnTo>
                    <a:pt x="14621" y="608"/>
                  </a:lnTo>
                  <a:cubicBezTo>
                    <a:pt x="14013" y="1794"/>
                    <a:pt x="13436" y="2979"/>
                    <a:pt x="12888" y="4134"/>
                  </a:cubicBezTo>
                  <a:cubicBezTo>
                    <a:pt x="12797" y="4134"/>
                    <a:pt x="12736" y="4104"/>
                    <a:pt x="12645" y="4104"/>
                  </a:cubicBezTo>
                  <a:cubicBezTo>
                    <a:pt x="12615" y="2736"/>
                    <a:pt x="12524" y="1368"/>
                    <a:pt x="12493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6371743" y="1738345"/>
              <a:ext cx="14725" cy="24874"/>
            </a:xfrm>
            <a:custGeom>
              <a:avLst/>
              <a:gdLst/>
              <a:ahLst/>
              <a:cxnLst/>
              <a:rect l="l" t="t" r="r" b="b"/>
              <a:pathLst>
                <a:path w="548" h="974" extrusionOk="0">
                  <a:moveTo>
                    <a:pt x="0" y="1"/>
                  </a:moveTo>
                  <a:cubicBezTo>
                    <a:pt x="92" y="335"/>
                    <a:pt x="213" y="639"/>
                    <a:pt x="335" y="973"/>
                  </a:cubicBezTo>
                  <a:lnTo>
                    <a:pt x="548" y="760"/>
                  </a:lnTo>
                  <a:cubicBezTo>
                    <a:pt x="365" y="487"/>
                    <a:pt x="183" y="213"/>
                    <a:pt x="0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6666607" y="2231996"/>
              <a:ext cx="13086" cy="14761"/>
            </a:xfrm>
            <a:custGeom>
              <a:avLst/>
              <a:gdLst/>
              <a:ahLst/>
              <a:cxnLst/>
              <a:rect l="l" t="t" r="r" b="b"/>
              <a:pathLst>
                <a:path w="487" h="578" extrusionOk="0">
                  <a:moveTo>
                    <a:pt x="274" y="0"/>
                  </a:moveTo>
                  <a:cubicBezTo>
                    <a:pt x="183" y="31"/>
                    <a:pt x="61" y="31"/>
                    <a:pt x="0" y="31"/>
                  </a:cubicBezTo>
                  <a:cubicBezTo>
                    <a:pt x="152" y="213"/>
                    <a:pt x="274" y="426"/>
                    <a:pt x="365" y="578"/>
                  </a:cubicBezTo>
                  <a:cubicBezTo>
                    <a:pt x="426" y="517"/>
                    <a:pt x="456" y="517"/>
                    <a:pt x="487" y="486"/>
                  </a:cubicBezTo>
                  <a:cubicBezTo>
                    <a:pt x="426" y="334"/>
                    <a:pt x="335" y="152"/>
                    <a:pt x="274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6491000" y="1695650"/>
              <a:ext cx="8195" cy="15552"/>
            </a:xfrm>
            <a:custGeom>
              <a:avLst/>
              <a:gdLst/>
              <a:ahLst/>
              <a:cxnLst/>
              <a:rect l="l" t="t" r="r" b="b"/>
              <a:pathLst>
                <a:path w="305" h="609" extrusionOk="0">
                  <a:moveTo>
                    <a:pt x="31" y="1"/>
                  </a:moveTo>
                  <a:cubicBezTo>
                    <a:pt x="31" y="183"/>
                    <a:pt x="0" y="396"/>
                    <a:pt x="0" y="609"/>
                  </a:cubicBezTo>
                  <a:cubicBezTo>
                    <a:pt x="61" y="609"/>
                    <a:pt x="183" y="548"/>
                    <a:pt x="304" y="548"/>
                  </a:cubicBezTo>
                  <a:cubicBezTo>
                    <a:pt x="274" y="366"/>
                    <a:pt x="213" y="183"/>
                    <a:pt x="21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6554713" y="1690211"/>
              <a:ext cx="6556" cy="14020"/>
            </a:xfrm>
            <a:custGeom>
              <a:avLst/>
              <a:gdLst/>
              <a:ahLst/>
              <a:cxnLst/>
              <a:rect l="l" t="t" r="r" b="b"/>
              <a:pathLst>
                <a:path w="244" h="549" extrusionOk="0">
                  <a:moveTo>
                    <a:pt x="0" y="1"/>
                  </a:moveTo>
                  <a:cubicBezTo>
                    <a:pt x="61" y="214"/>
                    <a:pt x="61" y="366"/>
                    <a:pt x="61" y="548"/>
                  </a:cubicBezTo>
                  <a:lnTo>
                    <a:pt x="213" y="548"/>
                  </a:lnTo>
                  <a:cubicBezTo>
                    <a:pt x="213" y="396"/>
                    <a:pt x="213" y="214"/>
                    <a:pt x="24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6820985" y="2053478"/>
              <a:ext cx="4111" cy="792"/>
            </a:xfrm>
            <a:custGeom>
              <a:avLst/>
              <a:gdLst/>
              <a:ahLst/>
              <a:cxnLst/>
              <a:rect l="l" t="t" r="r" b="b"/>
              <a:pathLst>
                <a:path w="153" h="31" extrusionOk="0">
                  <a:moveTo>
                    <a:pt x="0" y="0"/>
                  </a:moveTo>
                  <a:cubicBezTo>
                    <a:pt x="30" y="0"/>
                    <a:pt x="61" y="31"/>
                    <a:pt x="152" y="31"/>
                  </a:cubicBezTo>
                  <a:cubicBezTo>
                    <a:pt x="91" y="31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6800562" y="1874960"/>
              <a:ext cx="4111" cy="3907"/>
            </a:xfrm>
            <a:custGeom>
              <a:avLst/>
              <a:gdLst/>
              <a:ahLst/>
              <a:cxnLst/>
              <a:rect l="l" t="t" r="r" b="b"/>
              <a:pathLst>
                <a:path w="153" h="153" extrusionOk="0">
                  <a:moveTo>
                    <a:pt x="61" y="0"/>
                  </a:moveTo>
                  <a:cubicBezTo>
                    <a:pt x="31" y="61"/>
                    <a:pt x="31" y="122"/>
                    <a:pt x="0" y="152"/>
                  </a:cubicBezTo>
                  <a:cubicBezTo>
                    <a:pt x="31" y="122"/>
                    <a:pt x="91" y="122"/>
                    <a:pt x="152" y="61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6431371" y="2266903"/>
              <a:ext cx="1666" cy="3907"/>
            </a:xfrm>
            <a:custGeom>
              <a:avLst/>
              <a:gdLst/>
              <a:ahLst/>
              <a:cxnLst/>
              <a:rect l="l" t="t" r="r" b="b"/>
              <a:pathLst>
                <a:path w="62" h="153" extrusionOk="0">
                  <a:moveTo>
                    <a:pt x="61" y="1"/>
                  </a:moveTo>
                  <a:cubicBezTo>
                    <a:pt x="61" y="31"/>
                    <a:pt x="0" y="122"/>
                    <a:pt x="0" y="153"/>
                  </a:cubicBezTo>
                  <a:cubicBezTo>
                    <a:pt x="0" y="122"/>
                    <a:pt x="61" y="31"/>
                    <a:pt x="6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6764608" y="2158250"/>
              <a:ext cx="5750" cy="4673"/>
            </a:xfrm>
            <a:custGeom>
              <a:avLst/>
              <a:gdLst/>
              <a:ahLst/>
              <a:cxnLst/>
              <a:rect l="l" t="t" r="r" b="b"/>
              <a:pathLst>
                <a:path w="214" h="183" extrusionOk="0">
                  <a:moveTo>
                    <a:pt x="62" y="1"/>
                  </a:moveTo>
                  <a:cubicBezTo>
                    <a:pt x="31" y="31"/>
                    <a:pt x="1" y="31"/>
                    <a:pt x="1" y="122"/>
                  </a:cubicBezTo>
                  <a:cubicBezTo>
                    <a:pt x="62" y="122"/>
                    <a:pt x="153" y="153"/>
                    <a:pt x="214" y="183"/>
                  </a:cubicBezTo>
                  <a:cubicBezTo>
                    <a:pt x="153" y="122"/>
                    <a:pt x="122" y="61"/>
                    <a:pt x="62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6728680" y="1781806"/>
              <a:ext cx="27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6323562" y="1779483"/>
              <a:ext cx="1639" cy="2349"/>
            </a:xfrm>
            <a:custGeom>
              <a:avLst/>
              <a:gdLst/>
              <a:ahLst/>
              <a:cxnLst/>
              <a:rect l="l" t="t" r="r" b="b"/>
              <a:pathLst>
                <a:path w="61" h="92" extrusionOk="0">
                  <a:moveTo>
                    <a:pt x="0" y="0"/>
                  </a:moveTo>
                  <a:cubicBezTo>
                    <a:pt x="0" y="61"/>
                    <a:pt x="30" y="61"/>
                    <a:pt x="61" y="92"/>
                  </a:cubicBezTo>
                  <a:cubicBezTo>
                    <a:pt x="61" y="61"/>
                    <a:pt x="61" y="61"/>
                    <a:pt x="3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6370104" y="1736787"/>
              <a:ext cx="1666" cy="1583"/>
            </a:xfrm>
            <a:custGeom>
              <a:avLst/>
              <a:gdLst/>
              <a:ahLst/>
              <a:cxnLst/>
              <a:rect l="l" t="t" r="r" b="b"/>
              <a:pathLst>
                <a:path w="62" h="62" extrusionOk="0">
                  <a:moveTo>
                    <a:pt x="61" y="6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6762162" y="1827617"/>
              <a:ext cx="6556" cy="2349"/>
            </a:xfrm>
            <a:custGeom>
              <a:avLst/>
              <a:gdLst/>
              <a:ahLst/>
              <a:cxnLst/>
              <a:rect l="l" t="t" r="r" b="b"/>
              <a:pathLst>
                <a:path w="244" h="92" extrusionOk="0">
                  <a:moveTo>
                    <a:pt x="1" y="0"/>
                  </a:moveTo>
                  <a:cubicBezTo>
                    <a:pt x="61" y="61"/>
                    <a:pt x="92" y="91"/>
                    <a:pt x="122" y="91"/>
                  </a:cubicBezTo>
                  <a:lnTo>
                    <a:pt x="244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6319477" y="2208708"/>
              <a:ext cx="27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6723763" y="2201711"/>
              <a:ext cx="3305" cy="4699"/>
            </a:xfrm>
            <a:custGeom>
              <a:avLst/>
              <a:gdLst/>
              <a:ahLst/>
              <a:cxnLst/>
              <a:rect l="l" t="t" r="r" b="b"/>
              <a:pathLst>
                <a:path w="123" h="184" extrusionOk="0">
                  <a:moveTo>
                    <a:pt x="62" y="1"/>
                  </a:moveTo>
                  <a:lnTo>
                    <a:pt x="1" y="92"/>
                  </a:lnTo>
                  <a:lnTo>
                    <a:pt x="123" y="183"/>
                  </a:lnTo>
                  <a:cubicBezTo>
                    <a:pt x="62" y="122"/>
                    <a:pt x="62" y="92"/>
                    <a:pt x="62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6320283" y="2204035"/>
              <a:ext cx="4917" cy="4699"/>
            </a:xfrm>
            <a:custGeom>
              <a:avLst/>
              <a:gdLst/>
              <a:ahLst/>
              <a:cxnLst/>
              <a:rect l="l" t="t" r="r" b="b"/>
              <a:pathLst>
                <a:path w="183" h="184" extrusionOk="0">
                  <a:moveTo>
                    <a:pt x="183" y="1"/>
                  </a:moveTo>
                  <a:cubicBezTo>
                    <a:pt x="122" y="31"/>
                    <a:pt x="31" y="92"/>
                    <a:pt x="1" y="183"/>
                  </a:cubicBezTo>
                  <a:cubicBezTo>
                    <a:pt x="92" y="92"/>
                    <a:pt x="152" y="62"/>
                    <a:pt x="183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6721317" y="1782598"/>
              <a:ext cx="8195" cy="6231"/>
            </a:xfrm>
            <a:custGeom>
              <a:avLst/>
              <a:gdLst/>
              <a:ahLst/>
              <a:cxnLst/>
              <a:rect l="l" t="t" r="r" b="b"/>
              <a:pathLst>
                <a:path w="305" h="244" extrusionOk="0">
                  <a:moveTo>
                    <a:pt x="305" y="0"/>
                  </a:moveTo>
                  <a:cubicBezTo>
                    <a:pt x="183" y="0"/>
                    <a:pt x="122" y="30"/>
                    <a:pt x="1" y="91"/>
                  </a:cubicBezTo>
                  <a:lnTo>
                    <a:pt x="153" y="243"/>
                  </a:lnTo>
                  <a:cubicBezTo>
                    <a:pt x="183" y="152"/>
                    <a:pt x="274" y="91"/>
                    <a:pt x="305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6325174" y="1781806"/>
              <a:ext cx="6583" cy="7023"/>
            </a:xfrm>
            <a:custGeom>
              <a:avLst/>
              <a:gdLst/>
              <a:ahLst/>
              <a:cxnLst/>
              <a:rect l="l" t="t" r="r" b="b"/>
              <a:pathLst>
                <a:path w="245" h="275" extrusionOk="0">
                  <a:moveTo>
                    <a:pt x="1" y="1"/>
                  </a:moveTo>
                  <a:lnTo>
                    <a:pt x="1" y="1"/>
                  </a:lnTo>
                  <a:cubicBezTo>
                    <a:pt x="62" y="61"/>
                    <a:pt x="92" y="183"/>
                    <a:pt x="92" y="274"/>
                  </a:cubicBezTo>
                  <a:cubicBezTo>
                    <a:pt x="153" y="213"/>
                    <a:pt x="214" y="183"/>
                    <a:pt x="244" y="153"/>
                  </a:cubicBezTo>
                  <a:cubicBezTo>
                    <a:pt x="153" y="122"/>
                    <a:pt x="92" y="31"/>
                    <a:pt x="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6716427" y="2197063"/>
              <a:ext cx="8195" cy="7789"/>
            </a:xfrm>
            <a:custGeom>
              <a:avLst/>
              <a:gdLst/>
              <a:ahLst/>
              <a:cxnLst/>
              <a:rect l="l" t="t" r="r" b="b"/>
              <a:pathLst>
                <a:path w="305" h="305" extrusionOk="0">
                  <a:moveTo>
                    <a:pt x="183" y="0"/>
                  </a:moveTo>
                  <a:cubicBezTo>
                    <a:pt x="122" y="31"/>
                    <a:pt x="92" y="122"/>
                    <a:pt x="0" y="152"/>
                  </a:cubicBezTo>
                  <a:cubicBezTo>
                    <a:pt x="92" y="183"/>
                    <a:pt x="152" y="274"/>
                    <a:pt x="244" y="304"/>
                  </a:cubicBezTo>
                  <a:lnTo>
                    <a:pt x="304" y="21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281884" y="2161365"/>
              <a:ext cx="2499" cy="1558"/>
            </a:xfrm>
            <a:custGeom>
              <a:avLst/>
              <a:gdLst/>
              <a:ahLst/>
              <a:cxnLst/>
              <a:rect l="l" t="t" r="r" b="b"/>
              <a:pathLst>
                <a:path w="93" h="61" extrusionOk="0">
                  <a:moveTo>
                    <a:pt x="92" y="0"/>
                  </a:moveTo>
                  <a:cubicBezTo>
                    <a:pt x="62" y="0"/>
                    <a:pt x="31" y="31"/>
                    <a:pt x="1" y="61"/>
                  </a:cubicBezTo>
                  <a:cubicBezTo>
                    <a:pt x="31" y="31"/>
                    <a:pt x="62" y="31"/>
                    <a:pt x="92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498336" y="1689445"/>
              <a:ext cx="58012" cy="118800"/>
            </a:xfrm>
            <a:custGeom>
              <a:avLst/>
              <a:gdLst/>
              <a:ahLst/>
              <a:cxnLst/>
              <a:rect l="l" t="t" r="r" b="b"/>
              <a:pathLst>
                <a:path w="2159" h="4652" extrusionOk="0">
                  <a:moveTo>
                    <a:pt x="1217" y="1"/>
                  </a:moveTo>
                  <a:cubicBezTo>
                    <a:pt x="791" y="122"/>
                    <a:pt x="396" y="183"/>
                    <a:pt x="1" y="274"/>
                  </a:cubicBezTo>
                  <a:cubicBezTo>
                    <a:pt x="31" y="457"/>
                    <a:pt x="31" y="609"/>
                    <a:pt x="62" y="791"/>
                  </a:cubicBezTo>
                  <a:cubicBezTo>
                    <a:pt x="305" y="2098"/>
                    <a:pt x="639" y="3375"/>
                    <a:pt x="973" y="4651"/>
                  </a:cubicBezTo>
                  <a:lnTo>
                    <a:pt x="1156" y="4651"/>
                  </a:lnTo>
                  <a:cubicBezTo>
                    <a:pt x="1521" y="3283"/>
                    <a:pt x="1825" y="1946"/>
                    <a:pt x="2159" y="609"/>
                  </a:cubicBezTo>
                  <a:cubicBezTo>
                    <a:pt x="2128" y="426"/>
                    <a:pt x="2128" y="274"/>
                    <a:pt x="2128" y="92"/>
                  </a:cubicBezTo>
                  <a:cubicBezTo>
                    <a:pt x="1764" y="31"/>
                    <a:pt x="1460" y="1"/>
                    <a:pt x="1217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6381551" y="1868729"/>
              <a:ext cx="27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6373382" y="1863315"/>
              <a:ext cx="8195" cy="5439"/>
            </a:xfrm>
            <a:custGeom>
              <a:avLst/>
              <a:gdLst/>
              <a:ahLst/>
              <a:cxnLst/>
              <a:rect l="l" t="t" r="r" b="b"/>
              <a:pathLst>
                <a:path w="305" h="213" extrusionOk="0">
                  <a:moveTo>
                    <a:pt x="152" y="0"/>
                  </a:moveTo>
                  <a:cubicBezTo>
                    <a:pt x="122" y="61"/>
                    <a:pt x="91" y="122"/>
                    <a:pt x="0" y="183"/>
                  </a:cubicBezTo>
                  <a:cubicBezTo>
                    <a:pt x="122" y="183"/>
                    <a:pt x="183" y="213"/>
                    <a:pt x="304" y="213"/>
                  </a:cubicBezTo>
                  <a:cubicBezTo>
                    <a:pt x="274" y="152"/>
                    <a:pt x="183" y="61"/>
                    <a:pt x="152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6406058" y="1837703"/>
              <a:ext cx="3278" cy="6231"/>
            </a:xfrm>
            <a:custGeom>
              <a:avLst/>
              <a:gdLst/>
              <a:ahLst/>
              <a:cxnLst/>
              <a:rect l="l" t="t" r="r" b="b"/>
              <a:pathLst>
                <a:path w="122" h="244" extrusionOk="0">
                  <a:moveTo>
                    <a:pt x="122" y="0"/>
                  </a:moveTo>
                  <a:cubicBezTo>
                    <a:pt x="91" y="61"/>
                    <a:pt x="30" y="91"/>
                    <a:pt x="0" y="152"/>
                  </a:cubicBezTo>
                  <a:cubicBezTo>
                    <a:pt x="30" y="152"/>
                    <a:pt x="91" y="213"/>
                    <a:pt x="122" y="243"/>
                  </a:cubicBezTo>
                  <a:lnTo>
                    <a:pt x="122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6603700" y="2165246"/>
              <a:ext cx="2472" cy="26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92" y="0"/>
                  </a:moveTo>
                  <a:lnTo>
                    <a:pt x="1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6670691" y="2119436"/>
              <a:ext cx="1666" cy="1583"/>
            </a:xfrm>
            <a:custGeom>
              <a:avLst/>
              <a:gdLst/>
              <a:ahLst/>
              <a:cxnLst/>
              <a:rect l="l" t="t" r="r" b="b"/>
              <a:pathLst>
                <a:path w="62" h="62" extrusionOk="0">
                  <a:moveTo>
                    <a:pt x="0" y="1"/>
                  </a:moveTo>
                  <a:lnTo>
                    <a:pt x="0" y="31"/>
                  </a:lnTo>
                  <a:cubicBezTo>
                    <a:pt x="31" y="31"/>
                    <a:pt x="31" y="62"/>
                    <a:pt x="61" y="62"/>
                  </a:cubicBezTo>
                  <a:cubicBezTo>
                    <a:pt x="31" y="31"/>
                    <a:pt x="31" y="1"/>
                    <a:pt x="0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6375827" y="2118670"/>
              <a:ext cx="2472" cy="4673"/>
            </a:xfrm>
            <a:custGeom>
              <a:avLst/>
              <a:gdLst/>
              <a:ahLst/>
              <a:cxnLst/>
              <a:rect l="l" t="t" r="r" b="b"/>
              <a:pathLst>
                <a:path w="92" h="183" extrusionOk="0">
                  <a:moveTo>
                    <a:pt x="92" y="0"/>
                  </a:moveTo>
                  <a:cubicBezTo>
                    <a:pt x="61" y="31"/>
                    <a:pt x="31" y="31"/>
                    <a:pt x="0" y="61"/>
                  </a:cubicBezTo>
                  <a:lnTo>
                    <a:pt x="92" y="183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5608222" y="3542355"/>
              <a:ext cx="608700" cy="118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4995483" y="2293315"/>
              <a:ext cx="1229892" cy="1176553"/>
            </a:xfrm>
            <a:custGeom>
              <a:avLst/>
              <a:gdLst/>
              <a:ahLst/>
              <a:cxnLst/>
              <a:rect l="l" t="t" r="r" b="b"/>
              <a:pathLst>
                <a:path w="47661" h="45594" extrusionOk="0">
                  <a:moveTo>
                    <a:pt x="0" y="1"/>
                  </a:moveTo>
                  <a:lnTo>
                    <a:pt x="0" y="23770"/>
                  </a:lnTo>
                  <a:cubicBezTo>
                    <a:pt x="3253" y="23800"/>
                    <a:pt x="6383" y="24287"/>
                    <a:pt x="9393" y="25624"/>
                  </a:cubicBezTo>
                  <a:cubicBezTo>
                    <a:pt x="17782" y="29423"/>
                    <a:pt x="22615" y="35898"/>
                    <a:pt x="23831" y="45077"/>
                  </a:cubicBezTo>
                  <a:cubicBezTo>
                    <a:pt x="23831" y="45229"/>
                    <a:pt x="23922" y="45412"/>
                    <a:pt x="23952" y="45594"/>
                  </a:cubicBezTo>
                  <a:cubicBezTo>
                    <a:pt x="24378" y="41916"/>
                    <a:pt x="25350" y="38390"/>
                    <a:pt x="27326" y="35229"/>
                  </a:cubicBezTo>
                  <a:cubicBezTo>
                    <a:pt x="31521" y="28603"/>
                    <a:pt x="37478" y="24773"/>
                    <a:pt x="45260" y="23891"/>
                  </a:cubicBezTo>
                  <a:cubicBezTo>
                    <a:pt x="46019" y="23831"/>
                    <a:pt x="46810" y="23800"/>
                    <a:pt x="47630" y="23739"/>
                  </a:cubicBezTo>
                  <a:cubicBezTo>
                    <a:pt x="47661" y="19575"/>
                    <a:pt x="47661" y="15350"/>
                    <a:pt x="47661" y="11125"/>
                  </a:cubicBezTo>
                  <a:lnTo>
                    <a:pt x="47661" y="1064"/>
                  </a:lnTo>
                  <a:cubicBezTo>
                    <a:pt x="47661" y="760"/>
                    <a:pt x="47630" y="426"/>
                    <a:pt x="47630" y="122"/>
                  </a:cubicBezTo>
                  <a:cubicBezTo>
                    <a:pt x="46901" y="122"/>
                    <a:pt x="46141" y="153"/>
                    <a:pt x="45381" y="153"/>
                  </a:cubicBezTo>
                  <a:cubicBezTo>
                    <a:pt x="37539" y="1095"/>
                    <a:pt x="31551" y="4894"/>
                    <a:pt x="27357" y="11581"/>
                  </a:cubicBezTo>
                  <a:lnTo>
                    <a:pt x="27357" y="11885"/>
                  </a:lnTo>
                  <a:lnTo>
                    <a:pt x="44591" y="11885"/>
                  </a:lnTo>
                  <a:cubicBezTo>
                    <a:pt x="45047" y="11855"/>
                    <a:pt x="45442" y="11824"/>
                    <a:pt x="45898" y="11794"/>
                  </a:cubicBezTo>
                  <a:lnTo>
                    <a:pt x="45898" y="12007"/>
                  </a:lnTo>
                  <a:cubicBezTo>
                    <a:pt x="45442" y="12037"/>
                    <a:pt x="45047" y="12037"/>
                    <a:pt x="44591" y="12098"/>
                  </a:cubicBezTo>
                  <a:cubicBezTo>
                    <a:pt x="38998" y="12858"/>
                    <a:pt x="34287" y="15290"/>
                    <a:pt x="30396" y="19332"/>
                  </a:cubicBezTo>
                  <a:cubicBezTo>
                    <a:pt x="26566" y="23405"/>
                    <a:pt x="24530" y="28268"/>
                    <a:pt x="23983" y="33831"/>
                  </a:cubicBezTo>
                  <a:cubicBezTo>
                    <a:pt x="23587" y="32037"/>
                    <a:pt x="23253" y="30244"/>
                    <a:pt x="22797" y="28542"/>
                  </a:cubicBezTo>
                  <a:cubicBezTo>
                    <a:pt x="22311" y="26749"/>
                    <a:pt x="21521" y="25107"/>
                    <a:pt x="20548" y="23527"/>
                  </a:cubicBezTo>
                  <a:cubicBezTo>
                    <a:pt x="19606" y="21946"/>
                    <a:pt x="18511" y="20487"/>
                    <a:pt x="17235" y="19150"/>
                  </a:cubicBezTo>
                  <a:cubicBezTo>
                    <a:pt x="15958" y="17873"/>
                    <a:pt x="14560" y="16718"/>
                    <a:pt x="13040" y="15745"/>
                  </a:cubicBezTo>
                  <a:cubicBezTo>
                    <a:pt x="11520" y="14742"/>
                    <a:pt x="9879" y="13922"/>
                    <a:pt x="8146" y="13314"/>
                  </a:cubicBezTo>
                  <a:cubicBezTo>
                    <a:pt x="6414" y="12706"/>
                    <a:pt x="4651" y="12280"/>
                    <a:pt x="2827" y="11946"/>
                  </a:cubicBezTo>
                  <a:lnTo>
                    <a:pt x="20578" y="11946"/>
                  </a:lnTo>
                  <a:cubicBezTo>
                    <a:pt x="20457" y="11672"/>
                    <a:pt x="20335" y="11368"/>
                    <a:pt x="20183" y="11095"/>
                  </a:cubicBezTo>
                  <a:cubicBezTo>
                    <a:pt x="15958" y="4712"/>
                    <a:pt x="10092" y="1064"/>
                    <a:pt x="2493" y="213"/>
                  </a:cubicBezTo>
                  <a:cubicBezTo>
                    <a:pt x="2341" y="153"/>
                    <a:pt x="2219" y="153"/>
                    <a:pt x="2098" y="122"/>
                  </a:cubicBezTo>
                  <a:cubicBezTo>
                    <a:pt x="1429" y="92"/>
                    <a:pt x="699" y="61"/>
                    <a:pt x="0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4995483" y="1068016"/>
              <a:ext cx="1237737" cy="615088"/>
            </a:xfrm>
            <a:custGeom>
              <a:avLst/>
              <a:gdLst/>
              <a:ahLst/>
              <a:cxnLst/>
              <a:rect l="l" t="t" r="r" b="b"/>
              <a:pathLst>
                <a:path w="47965" h="23836" extrusionOk="0">
                  <a:moveTo>
                    <a:pt x="30712" y="1"/>
                  </a:moveTo>
                  <a:cubicBezTo>
                    <a:pt x="29698" y="1"/>
                    <a:pt x="28682" y="6"/>
                    <a:pt x="27660" y="6"/>
                  </a:cubicBezTo>
                  <a:lnTo>
                    <a:pt x="25533" y="6"/>
                  </a:lnTo>
                  <a:cubicBezTo>
                    <a:pt x="25016" y="6"/>
                    <a:pt x="24469" y="36"/>
                    <a:pt x="23952" y="66"/>
                  </a:cubicBezTo>
                  <a:lnTo>
                    <a:pt x="23952" y="10675"/>
                  </a:lnTo>
                  <a:cubicBezTo>
                    <a:pt x="23952" y="10978"/>
                    <a:pt x="23922" y="11313"/>
                    <a:pt x="23922" y="11617"/>
                  </a:cubicBezTo>
                  <a:cubicBezTo>
                    <a:pt x="23861" y="11617"/>
                    <a:pt x="23800" y="11678"/>
                    <a:pt x="23770" y="11678"/>
                  </a:cubicBezTo>
                  <a:cubicBezTo>
                    <a:pt x="23557" y="11465"/>
                    <a:pt x="23375" y="11374"/>
                    <a:pt x="23192" y="11161"/>
                  </a:cubicBezTo>
                  <a:lnTo>
                    <a:pt x="12797" y="796"/>
                  </a:lnTo>
                  <a:cubicBezTo>
                    <a:pt x="12615" y="644"/>
                    <a:pt x="12463" y="431"/>
                    <a:pt x="12311" y="218"/>
                  </a:cubicBezTo>
                  <a:cubicBezTo>
                    <a:pt x="12250" y="158"/>
                    <a:pt x="12219" y="127"/>
                    <a:pt x="12128" y="66"/>
                  </a:cubicBezTo>
                  <a:lnTo>
                    <a:pt x="11976" y="66"/>
                  </a:lnTo>
                  <a:cubicBezTo>
                    <a:pt x="8177" y="3836"/>
                    <a:pt x="4408" y="7635"/>
                    <a:pt x="608" y="11434"/>
                  </a:cubicBezTo>
                  <a:cubicBezTo>
                    <a:pt x="456" y="11586"/>
                    <a:pt x="213" y="11708"/>
                    <a:pt x="0" y="11830"/>
                  </a:cubicBezTo>
                  <a:lnTo>
                    <a:pt x="0" y="12194"/>
                  </a:lnTo>
                  <a:cubicBezTo>
                    <a:pt x="67" y="12172"/>
                    <a:pt x="127" y="12162"/>
                    <a:pt x="182" y="12162"/>
                  </a:cubicBezTo>
                  <a:cubicBezTo>
                    <a:pt x="503" y="12162"/>
                    <a:pt x="644" y="12499"/>
                    <a:pt x="851" y="12681"/>
                  </a:cubicBezTo>
                  <a:cubicBezTo>
                    <a:pt x="2584" y="14413"/>
                    <a:pt x="4317" y="16146"/>
                    <a:pt x="6019" y="17848"/>
                  </a:cubicBezTo>
                  <a:cubicBezTo>
                    <a:pt x="7751" y="19580"/>
                    <a:pt x="9484" y="21313"/>
                    <a:pt x="11186" y="23015"/>
                  </a:cubicBezTo>
                  <a:cubicBezTo>
                    <a:pt x="11399" y="23258"/>
                    <a:pt x="11612" y="23562"/>
                    <a:pt x="11824" y="23836"/>
                  </a:cubicBezTo>
                  <a:lnTo>
                    <a:pt x="12128" y="23836"/>
                  </a:lnTo>
                  <a:lnTo>
                    <a:pt x="23405" y="12529"/>
                  </a:lnTo>
                  <a:cubicBezTo>
                    <a:pt x="23527" y="12437"/>
                    <a:pt x="23709" y="12346"/>
                    <a:pt x="23861" y="12225"/>
                  </a:cubicBezTo>
                  <a:lnTo>
                    <a:pt x="23861" y="12164"/>
                  </a:lnTo>
                  <a:lnTo>
                    <a:pt x="23922" y="12194"/>
                  </a:lnTo>
                  <a:cubicBezTo>
                    <a:pt x="23952" y="12681"/>
                    <a:pt x="23983" y="13228"/>
                    <a:pt x="24013" y="13714"/>
                  </a:cubicBezTo>
                  <a:cubicBezTo>
                    <a:pt x="24104" y="14048"/>
                    <a:pt x="24226" y="14352"/>
                    <a:pt x="24287" y="14717"/>
                  </a:cubicBezTo>
                  <a:cubicBezTo>
                    <a:pt x="25533" y="19307"/>
                    <a:pt x="28420" y="22225"/>
                    <a:pt x="33071" y="23471"/>
                  </a:cubicBezTo>
                  <a:cubicBezTo>
                    <a:pt x="33405" y="23562"/>
                    <a:pt x="33709" y="23684"/>
                    <a:pt x="34044" y="23745"/>
                  </a:cubicBezTo>
                  <a:cubicBezTo>
                    <a:pt x="34651" y="23775"/>
                    <a:pt x="35229" y="23775"/>
                    <a:pt x="35807" y="23836"/>
                  </a:cubicBezTo>
                  <a:cubicBezTo>
                    <a:pt x="36354" y="23775"/>
                    <a:pt x="36901" y="23775"/>
                    <a:pt x="37478" y="23745"/>
                  </a:cubicBezTo>
                  <a:cubicBezTo>
                    <a:pt x="38846" y="23410"/>
                    <a:pt x="40214" y="23076"/>
                    <a:pt x="41460" y="22346"/>
                  </a:cubicBezTo>
                  <a:cubicBezTo>
                    <a:pt x="44925" y="20371"/>
                    <a:pt x="46992" y="17392"/>
                    <a:pt x="47539" y="13410"/>
                  </a:cubicBezTo>
                  <a:lnTo>
                    <a:pt x="47661" y="12954"/>
                  </a:lnTo>
                  <a:cubicBezTo>
                    <a:pt x="47965" y="7149"/>
                    <a:pt x="44530" y="2103"/>
                    <a:pt x="39120" y="583"/>
                  </a:cubicBezTo>
                  <a:cubicBezTo>
                    <a:pt x="37843" y="218"/>
                    <a:pt x="36566" y="127"/>
                    <a:pt x="35259" y="66"/>
                  </a:cubicBezTo>
                  <a:cubicBezTo>
                    <a:pt x="33746" y="12"/>
                    <a:pt x="32232" y="1"/>
                    <a:pt x="30712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4995483" y="3519259"/>
              <a:ext cx="618107" cy="613411"/>
            </a:xfrm>
            <a:custGeom>
              <a:avLst/>
              <a:gdLst/>
              <a:ahLst/>
              <a:cxnLst/>
              <a:rect l="l" t="t" r="r" b="b"/>
              <a:pathLst>
                <a:path w="23953" h="23771" extrusionOk="0">
                  <a:moveTo>
                    <a:pt x="12098" y="639"/>
                  </a:moveTo>
                  <a:cubicBezTo>
                    <a:pt x="12280" y="1946"/>
                    <a:pt x="12463" y="3192"/>
                    <a:pt x="12736" y="4439"/>
                  </a:cubicBezTo>
                  <a:cubicBezTo>
                    <a:pt x="12919" y="5381"/>
                    <a:pt x="13192" y="6293"/>
                    <a:pt x="13526" y="7174"/>
                  </a:cubicBezTo>
                  <a:cubicBezTo>
                    <a:pt x="14104" y="8694"/>
                    <a:pt x="15198" y="9727"/>
                    <a:pt x="16718" y="10366"/>
                  </a:cubicBezTo>
                  <a:cubicBezTo>
                    <a:pt x="18299" y="11004"/>
                    <a:pt x="19879" y="11278"/>
                    <a:pt x="21521" y="11551"/>
                  </a:cubicBezTo>
                  <a:cubicBezTo>
                    <a:pt x="22098" y="11673"/>
                    <a:pt x="22706" y="11734"/>
                    <a:pt x="23253" y="11825"/>
                  </a:cubicBezTo>
                  <a:lnTo>
                    <a:pt x="23253" y="11977"/>
                  </a:lnTo>
                  <a:cubicBezTo>
                    <a:pt x="22493" y="12068"/>
                    <a:pt x="21703" y="12189"/>
                    <a:pt x="20943" y="12220"/>
                  </a:cubicBezTo>
                  <a:cubicBezTo>
                    <a:pt x="19697" y="12493"/>
                    <a:pt x="18390" y="12767"/>
                    <a:pt x="17174" y="13132"/>
                  </a:cubicBezTo>
                  <a:cubicBezTo>
                    <a:pt x="15259" y="13740"/>
                    <a:pt x="13922" y="15077"/>
                    <a:pt x="13344" y="17022"/>
                  </a:cubicBezTo>
                  <a:cubicBezTo>
                    <a:pt x="12919" y="18421"/>
                    <a:pt x="12645" y="19880"/>
                    <a:pt x="12371" y="21278"/>
                  </a:cubicBezTo>
                  <a:cubicBezTo>
                    <a:pt x="12250" y="21855"/>
                    <a:pt x="12219" y="22372"/>
                    <a:pt x="11976" y="22980"/>
                  </a:cubicBezTo>
                  <a:cubicBezTo>
                    <a:pt x="11915" y="22676"/>
                    <a:pt x="11855" y="22372"/>
                    <a:pt x="11794" y="22068"/>
                  </a:cubicBezTo>
                  <a:cubicBezTo>
                    <a:pt x="11490" y="20579"/>
                    <a:pt x="11247" y="19120"/>
                    <a:pt x="10882" y="17630"/>
                  </a:cubicBezTo>
                  <a:cubicBezTo>
                    <a:pt x="10274" y="15107"/>
                    <a:pt x="8633" y="13557"/>
                    <a:pt x="6171" y="12949"/>
                  </a:cubicBezTo>
                  <a:cubicBezTo>
                    <a:pt x="4712" y="12615"/>
                    <a:pt x="3253" y="12341"/>
                    <a:pt x="1794" y="12068"/>
                  </a:cubicBezTo>
                  <a:cubicBezTo>
                    <a:pt x="1490" y="12037"/>
                    <a:pt x="1186" y="11977"/>
                    <a:pt x="882" y="11764"/>
                  </a:cubicBezTo>
                  <a:cubicBezTo>
                    <a:pt x="1794" y="11673"/>
                    <a:pt x="2706" y="11551"/>
                    <a:pt x="3587" y="11369"/>
                  </a:cubicBezTo>
                  <a:cubicBezTo>
                    <a:pt x="4590" y="11156"/>
                    <a:pt x="5624" y="10943"/>
                    <a:pt x="6627" y="10639"/>
                  </a:cubicBezTo>
                  <a:cubicBezTo>
                    <a:pt x="8785" y="10001"/>
                    <a:pt x="10183" y="8572"/>
                    <a:pt x="10791" y="6445"/>
                  </a:cubicBezTo>
                  <a:cubicBezTo>
                    <a:pt x="11247" y="4864"/>
                    <a:pt x="11490" y="3223"/>
                    <a:pt x="11824" y="1642"/>
                  </a:cubicBezTo>
                  <a:cubicBezTo>
                    <a:pt x="11855" y="1277"/>
                    <a:pt x="11946" y="943"/>
                    <a:pt x="12098" y="639"/>
                  </a:cubicBezTo>
                  <a:close/>
                  <a:moveTo>
                    <a:pt x="0" y="1"/>
                  </a:moveTo>
                  <a:lnTo>
                    <a:pt x="0" y="23740"/>
                  </a:lnTo>
                  <a:cubicBezTo>
                    <a:pt x="304" y="23740"/>
                    <a:pt x="635" y="23753"/>
                    <a:pt x="948" y="23753"/>
                  </a:cubicBezTo>
                  <a:cubicBezTo>
                    <a:pt x="1105" y="23753"/>
                    <a:pt x="1257" y="23750"/>
                    <a:pt x="1399" y="23740"/>
                  </a:cubicBezTo>
                  <a:lnTo>
                    <a:pt x="22159" y="23740"/>
                  </a:lnTo>
                  <a:cubicBezTo>
                    <a:pt x="22554" y="23740"/>
                    <a:pt x="22949" y="23770"/>
                    <a:pt x="23375" y="23770"/>
                  </a:cubicBezTo>
                  <a:cubicBezTo>
                    <a:pt x="23557" y="23770"/>
                    <a:pt x="23709" y="23740"/>
                    <a:pt x="23922" y="23740"/>
                  </a:cubicBezTo>
                  <a:lnTo>
                    <a:pt x="23952" y="23740"/>
                  </a:lnTo>
                  <a:cubicBezTo>
                    <a:pt x="23922" y="19849"/>
                    <a:pt x="23922" y="15989"/>
                    <a:pt x="23922" y="12129"/>
                  </a:cubicBezTo>
                  <a:cubicBezTo>
                    <a:pt x="23922" y="8086"/>
                    <a:pt x="23952" y="4013"/>
                    <a:pt x="23952" y="1"/>
                  </a:cubicBezTo>
                  <a:cubicBezTo>
                    <a:pt x="23679" y="1"/>
                    <a:pt x="23375" y="31"/>
                    <a:pt x="23101" y="31"/>
                  </a:cubicBezTo>
                  <a:lnTo>
                    <a:pt x="12736" y="31"/>
                  </a:lnTo>
                  <a:cubicBezTo>
                    <a:pt x="12463" y="31"/>
                    <a:pt x="12250" y="1"/>
                    <a:pt x="11976" y="1"/>
                  </a:cubicBezTo>
                  <a:cubicBezTo>
                    <a:pt x="11247" y="1"/>
                    <a:pt x="10578" y="31"/>
                    <a:pt x="9879" y="31"/>
                  </a:cubicBezTo>
                  <a:lnTo>
                    <a:pt x="1034" y="31"/>
                  </a:lnTo>
                  <a:cubicBezTo>
                    <a:pt x="699" y="31"/>
                    <a:pt x="365" y="1"/>
                    <a:pt x="0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4995483" y="2906674"/>
              <a:ext cx="618107" cy="613411"/>
            </a:xfrm>
            <a:custGeom>
              <a:avLst/>
              <a:gdLst/>
              <a:ahLst/>
              <a:cxnLst/>
              <a:rect l="l" t="t" r="r" b="b"/>
              <a:pathLst>
                <a:path w="23953" h="23771" extrusionOk="0">
                  <a:moveTo>
                    <a:pt x="0" y="1"/>
                  </a:moveTo>
                  <a:lnTo>
                    <a:pt x="0" y="11946"/>
                  </a:lnTo>
                  <a:cubicBezTo>
                    <a:pt x="178" y="11937"/>
                    <a:pt x="355" y="11933"/>
                    <a:pt x="532" y="11933"/>
                  </a:cubicBezTo>
                  <a:cubicBezTo>
                    <a:pt x="6731" y="11933"/>
                    <a:pt x="12213" y="17563"/>
                    <a:pt x="11976" y="23740"/>
                  </a:cubicBezTo>
                  <a:cubicBezTo>
                    <a:pt x="12250" y="23740"/>
                    <a:pt x="12463" y="23770"/>
                    <a:pt x="12736" y="23770"/>
                  </a:cubicBezTo>
                  <a:lnTo>
                    <a:pt x="23101" y="23770"/>
                  </a:lnTo>
                  <a:cubicBezTo>
                    <a:pt x="23375" y="23770"/>
                    <a:pt x="23679" y="23770"/>
                    <a:pt x="23952" y="23740"/>
                  </a:cubicBezTo>
                  <a:cubicBezTo>
                    <a:pt x="23952" y="23132"/>
                    <a:pt x="23922" y="22494"/>
                    <a:pt x="23861" y="21825"/>
                  </a:cubicBezTo>
                  <a:cubicBezTo>
                    <a:pt x="23831" y="21673"/>
                    <a:pt x="23800" y="21491"/>
                    <a:pt x="23770" y="21308"/>
                  </a:cubicBezTo>
                  <a:cubicBezTo>
                    <a:pt x="22584" y="12098"/>
                    <a:pt x="17721" y="5654"/>
                    <a:pt x="9332" y="1855"/>
                  </a:cubicBezTo>
                  <a:cubicBezTo>
                    <a:pt x="6383" y="518"/>
                    <a:pt x="3253" y="31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12764" y="4132644"/>
              <a:ext cx="612611" cy="611811"/>
            </a:xfrm>
            <a:custGeom>
              <a:avLst/>
              <a:gdLst/>
              <a:ahLst/>
              <a:cxnLst/>
              <a:rect l="l" t="t" r="r" b="b"/>
              <a:pathLst>
                <a:path w="23740" h="23709" extrusionOk="0">
                  <a:moveTo>
                    <a:pt x="1" y="0"/>
                  </a:moveTo>
                  <a:lnTo>
                    <a:pt x="1" y="11247"/>
                  </a:lnTo>
                  <a:cubicBezTo>
                    <a:pt x="1" y="11459"/>
                    <a:pt x="31" y="11672"/>
                    <a:pt x="31" y="11915"/>
                  </a:cubicBezTo>
                  <a:cubicBezTo>
                    <a:pt x="165" y="11909"/>
                    <a:pt x="300" y="11907"/>
                    <a:pt x="435" y="11907"/>
                  </a:cubicBezTo>
                  <a:cubicBezTo>
                    <a:pt x="5265" y="11907"/>
                    <a:pt x="10728" y="15590"/>
                    <a:pt x="11734" y="22007"/>
                  </a:cubicBezTo>
                  <a:cubicBezTo>
                    <a:pt x="11794" y="22584"/>
                    <a:pt x="11764" y="23162"/>
                    <a:pt x="11764" y="23709"/>
                  </a:cubicBezTo>
                  <a:lnTo>
                    <a:pt x="23740" y="23709"/>
                  </a:lnTo>
                  <a:cubicBezTo>
                    <a:pt x="23709" y="23192"/>
                    <a:pt x="23709" y="22675"/>
                    <a:pt x="23649" y="22159"/>
                  </a:cubicBezTo>
                  <a:cubicBezTo>
                    <a:pt x="23618" y="21733"/>
                    <a:pt x="23588" y="21368"/>
                    <a:pt x="23557" y="20943"/>
                  </a:cubicBezTo>
                  <a:cubicBezTo>
                    <a:pt x="23497" y="20608"/>
                    <a:pt x="23436" y="20274"/>
                    <a:pt x="23405" y="19909"/>
                  </a:cubicBezTo>
                  <a:cubicBezTo>
                    <a:pt x="21916" y="10335"/>
                    <a:pt x="14500" y="2553"/>
                    <a:pt x="4955" y="547"/>
                  </a:cubicBezTo>
                  <a:cubicBezTo>
                    <a:pt x="3891" y="304"/>
                    <a:pt x="2797" y="213"/>
                    <a:pt x="1703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001753" y="4131844"/>
              <a:ext cx="611837" cy="611837"/>
            </a:xfrm>
            <a:custGeom>
              <a:avLst/>
              <a:gdLst/>
              <a:ahLst/>
              <a:cxnLst/>
              <a:rect l="l" t="t" r="r" b="b"/>
              <a:pathLst>
                <a:path w="23710" h="23710" extrusionOk="0">
                  <a:moveTo>
                    <a:pt x="23679" y="1"/>
                  </a:moveTo>
                  <a:cubicBezTo>
                    <a:pt x="23527" y="31"/>
                    <a:pt x="23314" y="31"/>
                    <a:pt x="23132" y="31"/>
                  </a:cubicBezTo>
                  <a:cubicBezTo>
                    <a:pt x="22797" y="274"/>
                    <a:pt x="22493" y="548"/>
                    <a:pt x="22159" y="730"/>
                  </a:cubicBezTo>
                  <a:cubicBezTo>
                    <a:pt x="15198" y="4226"/>
                    <a:pt x="8207" y="7721"/>
                    <a:pt x="1216" y="11217"/>
                  </a:cubicBezTo>
                  <a:cubicBezTo>
                    <a:pt x="821" y="11369"/>
                    <a:pt x="517" y="11581"/>
                    <a:pt x="1" y="11885"/>
                  </a:cubicBezTo>
                  <a:cubicBezTo>
                    <a:pt x="517" y="12189"/>
                    <a:pt x="852" y="12402"/>
                    <a:pt x="1216" y="12585"/>
                  </a:cubicBezTo>
                  <a:cubicBezTo>
                    <a:pt x="8268" y="16110"/>
                    <a:pt x="15320" y="19606"/>
                    <a:pt x="22341" y="23132"/>
                  </a:cubicBezTo>
                  <a:cubicBezTo>
                    <a:pt x="22676" y="23284"/>
                    <a:pt x="23010" y="23527"/>
                    <a:pt x="23314" y="23709"/>
                  </a:cubicBezTo>
                  <a:lnTo>
                    <a:pt x="23709" y="23709"/>
                  </a:lnTo>
                  <a:lnTo>
                    <a:pt x="23709" y="11885"/>
                  </a:lnTo>
                  <a:cubicBezTo>
                    <a:pt x="23709" y="11703"/>
                    <a:pt x="23679" y="11490"/>
                    <a:pt x="23679" y="11247"/>
                  </a:cubicBezTo>
                  <a:lnTo>
                    <a:pt x="23679" y="1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4994683" y="1679956"/>
              <a:ext cx="616533" cy="611811"/>
            </a:xfrm>
            <a:custGeom>
              <a:avLst/>
              <a:gdLst/>
              <a:ahLst/>
              <a:cxnLst/>
              <a:rect l="l" t="t" r="r" b="b"/>
              <a:pathLst>
                <a:path w="23892" h="23709" extrusionOk="0">
                  <a:moveTo>
                    <a:pt x="12220" y="0"/>
                  </a:moveTo>
                  <a:cubicBezTo>
                    <a:pt x="12190" y="0"/>
                    <a:pt x="12159" y="0"/>
                    <a:pt x="12129" y="31"/>
                  </a:cubicBezTo>
                  <a:lnTo>
                    <a:pt x="12007" y="31"/>
                  </a:lnTo>
                  <a:cubicBezTo>
                    <a:pt x="11795" y="274"/>
                    <a:pt x="11582" y="517"/>
                    <a:pt x="11339" y="730"/>
                  </a:cubicBezTo>
                  <a:cubicBezTo>
                    <a:pt x="7843" y="4164"/>
                    <a:pt x="4378" y="7660"/>
                    <a:pt x="882" y="11125"/>
                  </a:cubicBezTo>
                  <a:cubicBezTo>
                    <a:pt x="639" y="11399"/>
                    <a:pt x="305" y="11551"/>
                    <a:pt x="1" y="11763"/>
                  </a:cubicBezTo>
                  <a:lnTo>
                    <a:pt x="1" y="12158"/>
                  </a:lnTo>
                  <a:cubicBezTo>
                    <a:pt x="47" y="12150"/>
                    <a:pt x="90" y="12146"/>
                    <a:pt x="130" y="12146"/>
                  </a:cubicBezTo>
                  <a:cubicBezTo>
                    <a:pt x="517" y="12146"/>
                    <a:pt x="665" y="12516"/>
                    <a:pt x="913" y="12736"/>
                  </a:cubicBezTo>
                  <a:lnTo>
                    <a:pt x="10609" y="22402"/>
                  </a:lnTo>
                  <a:cubicBezTo>
                    <a:pt x="11065" y="22827"/>
                    <a:pt x="11430" y="23283"/>
                    <a:pt x="11855" y="23709"/>
                  </a:cubicBezTo>
                  <a:cubicBezTo>
                    <a:pt x="12007" y="23678"/>
                    <a:pt x="12190" y="23587"/>
                    <a:pt x="12342" y="23557"/>
                  </a:cubicBezTo>
                  <a:cubicBezTo>
                    <a:pt x="12494" y="23435"/>
                    <a:pt x="12615" y="23253"/>
                    <a:pt x="12737" y="23131"/>
                  </a:cubicBezTo>
                  <a:lnTo>
                    <a:pt x="23284" y="12584"/>
                  </a:lnTo>
                  <a:cubicBezTo>
                    <a:pt x="23436" y="12432"/>
                    <a:pt x="23649" y="12310"/>
                    <a:pt x="23801" y="12158"/>
                  </a:cubicBezTo>
                  <a:lnTo>
                    <a:pt x="23892" y="11824"/>
                  </a:lnTo>
                  <a:cubicBezTo>
                    <a:pt x="23710" y="11672"/>
                    <a:pt x="23527" y="11520"/>
                    <a:pt x="23345" y="11307"/>
                  </a:cubicBezTo>
                  <a:cubicBezTo>
                    <a:pt x="19789" y="7781"/>
                    <a:pt x="16293" y="4256"/>
                    <a:pt x="12767" y="730"/>
                  </a:cubicBezTo>
                  <a:cubicBezTo>
                    <a:pt x="12524" y="517"/>
                    <a:pt x="12433" y="274"/>
                    <a:pt x="12220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4997057" y="4131844"/>
              <a:ext cx="607888" cy="612611"/>
            </a:xfrm>
            <a:custGeom>
              <a:avLst/>
              <a:gdLst/>
              <a:ahLst/>
              <a:cxnLst/>
              <a:rect l="l" t="t" r="r" b="b"/>
              <a:pathLst>
                <a:path w="23557" h="23740" extrusionOk="0">
                  <a:moveTo>
                    <a:pt x="0" y="1"/>
                  </a:moveTo>
                  <a:lnTo>
                    <a:pt x="0" y="23740"/>
                  </a:lnTo>
                  <a:lnTo>
                    <a:pt x="23557" y="23740"/>
                  </a:lnTo>
                  <a:cubicBezTo>
                    <a:pt x="23192" y="23557"/>
                    <a:pt x="22888" y="23345"/>
                    <a:pt x="22554" y="23193"/>
                  </a:cubicBezTo>
                  <a:cubicBezTo>
                    <a:pt x="15502" y="19636"/>
                    <a:pt x="8450" y="16141"/>
                    <a:pt x="1429" y="12615"/>
                  </a:cubicBezTo>
                  <a:cubicBezTo>
                    <a:pt x="1034" y="12433"/>
                    <a:pt x="730" y="12250"/>
                    <a:pt x="213" y="11946"/>
                  </a:cubicBezTo>
                  <a:cubicBezTo>
                    <a:pt x="730" y="11642"/>
                    <a:pt x="1094" y="11430"/>
                    <a:pt x="1429" y="11247"/>
                  </a:cubicBezTo>
                  <a:cubicBezTo>
                    <a:pt x="8420" y="7752"/>
                    <a:pt x="15380" y="4256"/>
                    <a:pt x="22371" y="761"/>
                  </a:cubicBezTo>
                  <a:cubicBezTo>
                    <a:pt x="22736" y="609"/>
                    <a:pt x="23010" y="305"/>
                    <a:pt x="23344" y="92"/>
                  </a:cubicBezTo>
                  <a:cubicBezTo>
                    <a:pt x="22949" y="31"/>
                    <a:pt x="22523" y="31"/>
                    <a:pt x="22128" y="31"/>
                  </a:cubicBezTo>
                  <a:lnTo>
                    <a:pt x="1398" y="31"/>
                  </a:lnTo>
                  <a:cubicBezTo>
                    <a:pt x="942" y="31"/>
                    <a:pt x="456" y="1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4995483" y="3214580"/>
              <a:ext cx="315156" cy="305505"/>
            </a:xfrm>
            <a:custGeom>
              <a:avLst/>
              <a:gdLst/>
              <a:ahLst/>
              <a:cxnLst/>
              <a:rect l="l" t="t" r="r" b="b"/>
              <a:pathLst>
                <a:path w="12213" h="11839" extrusionOk="0">
                  <a:moveTo>
                    <a:pt x="532" y="1"/>
                  </a:moveTo>
                  <a:cubicBezTo>
                    <a:pt x="355" y="1"/>
                    <a:pt x="178" y="5"/>
                    <a:pt x="0" y="14"/>
                  </a:cubicBezTo>
                  <a:lnTo>
                    <a:pt x="0" y="11808"/>
                  </a:lnTo>
                  <a:cubicBezTo>
                    <a:pt x="335" y="11808"/>
                    <a:pt x="699" y="11838"/>
                    <a:pt x="1034" y="11838"/>
                  </a:cubicBezTo>
                  <a:lnTo>
                    <a:pt x="9879" y="11838"/>
                  </a:lnTo>
                  <a:cubicBezTo>
                    <a:pt x="10608" y="11838"/>
                    <a:pt x="11308" y="11808"/>
                    <a:pt x="11976" y="11808"/>
                  </a:cubicBezTo>
                  <a:cubicBezTo>
                    <a:pt x="12213" y="5631"/>
                    <a:pt x="6731" y="1"/>
                    <a:pt x="532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5613564" y="4439982"/>
              <a:ext cx="303570" cy="304473"/>
            </a:xfrm>
            <a:custGeom>
              <a:avLst/>
              <a:gdLst/>
              <a:ahLst/>
              <a:cxnLst/>
              <a:rect l="l" t="t" r="r" b="b"/>
              <a:pathLst>
                <a:path w="11764" h="11799" extrusionOk="0">
                  <a:moveTo>
                    <a:pt x="299" y="1"/>
                  </a:moveTo>
                  <a:cubicBezTo>
                    <a:pt x="199" y="1"/>
                    <a:pt x="100" y="2"/>
                    <a:pt x="0" y="5"/>
                  </a:cubicBezTo>
                  <a:lnTo>
                    <a:pt x="0" y="11799"/>
                  </a:lnTo>
                  <a:lnTo>
                    <a:pt x="11733" y="11799"/>
                  </a:lnTo>
                  <a:cubicBezTo>
                    <a:pt x="11733" y="11252"/>
                    <a:pt x="11763" y="10674"/>
                    <a:pt x="11703" y="10097"/>
                  </a:cubicBezTo>
                  <a:cubicBezTo>
                    <a:pt x="10690" y="3633"/>
                    <a:pt x="5182" y="1"/>
                    <a:pt x="299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4996257" y="1068145"/>
              <a:ext cx="308292" cy="303570"/>
            </a:xfrm>
            <a:custGeom>
              <a:avLst/>
              <a:gdLst/>
              <a:ahLst/>
              <a:cxnLst/>
              <a:rect l="l" t="t" r="r" b="b"/>
              <a:pathLst>
                <a:path w="11947" h="11764" extrusionOk="0">
                  <a:moveTo>
                    <a:pt x="1" y="1"/>
                  </a:moveTo>
                  <a:lnTo>
                    <a:pt x="1" y="11764"/>
                  </a:lnTo>
                  <a:cubicBezTo>
                    <a:pt x="214" y="11642"/>
                    <a:pt x="457" y="11551"/>
                    <a:pt x="609" y="11399"/>
                  </a:cubicBezTo>
                  <a:lnTo>
                    <a:pt x="11946" y="61"/>
                  </a:lnTo>
                  <a:cubicBezTo>
                    <a:pt x="11430" y="31"/>
                    <a:pt x="10913" y="31"/>
                    <a:pt x="10457" y="31"/>
                  </a:cubicBezTo>
                  <a:cubicBezTo>
                    <a:pt x="6961" y="1"/>
                    <a:pt x="3496" y="1"/>
                    <a:pt x="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4995483" y="1680730"/>
              <a:ext cx="309066" cy="304370"/>
            </a:xfrm>
            <a:custGeom>
              <a:avLst/>
              <a:gdLst/>
              <a:ahLst/>
              <a:cxnLst/>
              <a:rect l="l" t="t" r="r" b="b"/>
              <a:pathLst>
                <a:path w="11977" h="11795" extrusionOk="0">
                  <a:moveTo>
                    <a:pt x="0" y="1"/>
                  </a:moveTo>
                  <a:lnTo>
                    <a:pt x="0" y="11794"/>
                  </a:lnTo>
                  <a:cubicBezTo>
                    <a:pt x="274" y="11551"/>
                    <a:pt x="608" y="11399"/>
                    <a:pt x="882" y="11125"/>
                  </a:cubicBezTo>
                  <a:cubicBezTo>
                    <a:pt x="4377" y="7691"/>
                    <a:pt x="7873" y="4195"/>
                    <a:pt x="11338" y="700"/>
                  </a:cubicBezTo>
                  <a:cubicBezTo>
                    <a:pt x="11551" y="487"/>
                    <a:pt x="11764" y="244"/>
                    <a:pt x="11976" y="1"/>
                  </a:cubicBezTo>
                  <a:lnTo>
                    <a:pt x="11976" y="1"/>
                  </a:lnTo>
                  <a:cubicBezTo>
                    <a:pt x="11946" y="16"/>
                    <a:pt x="11915" y="23"/>
                    <a:pt x="11885" y="23"/>
                  </a:cubicBezTo>
                  <a:cubicBezTo>
                    <a:pt x="11855" y="23"/>
                    <a:pt x="11824" y="16"/>
                    <a:pt x="11794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4995483" y="1994313"/>
              <a:ext cx="305918" cy="302177"/>
            </a:xfrm>
            <a:custGeom>
              <a:avLst/>
              <a:gdLst/>
              <a:ahLst/>
              <a:cxnLst/>
              <a:rect l="l" t="t" r="r" b="b"/>
              <a:pathLst>
                <a:path w="11855" h="11710" extrusionOk="0">
                  <a:moveTo>
                    <a:pt x="110" y="0"/>
                  </a:moveTo>
                  <a:cubicBezTo>
                    <a:pt x="76" y="0"/>
                    <a:pt x="39" y="2"/>
                    <a:pt x="0" y="7"/>
                  </a:cubicBezTo>
                  <a:lnTo>
                    <a:pt x="0" y="11588"/>
                  </a:lnTo>
                  <a:cubicBezTo>
                    <a:pt x="699" y="11648"/>
                    <a:pt x="1429" y="11679"/>
                    <a:pt x="2098" y="11709"/>
                  </a:cubicBezTo>
                  <a:cubicBezTo>
                    <a:pt x="2493" y="11679"/>
                    <a:pt x="2858" y="11588"/>
                    <a:pt x="3253" y="11588"/>
                  </a:cubicBezTo>
                  <a:cubicBezTo>
                    <a:pt x="6140" y="11557"/>
                    <a:pt x="8967" y="11557"/>
                    <a:pt x="11855" y="11557"/>
                  </a:cubicBezTo>
                  <a:cubicBezTo>
                    <a:pt x="11460" y="11132"/>
                    <a:pt x="11034" y="10676"/>
                    <a:pt x="10608" y="10281"/>
                  </a:cubicBezTo>
                  <a:lnTo>
                    <a:pt x="912" y="584"/>
                  </a:lnTo>
                  <a:cubicBezTo>
                    <a:pt x="687" y="331"/>
                    <a:pt x="540" y="0"/>
                    <a:pt x="11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4995483" y="1381031"/>
              <a:ext cx="304344" cy="299725"/>
            </a:xfrm>
            <a:custGeom>
              <a:avLst/>
              <a:gdLst/>
              <a:ahLst/>
              <a:cxnLst/>
              <a:rect l="l" t="t" r="r" b="b"/>
              <a:pathLst>
                <a:path w="11794" h="11615" extrusionOk="0">
                  <a:moveTo>
                    <a:pt x="191" y="0"/>
                  </a:moveTo>
                  <a:cubicBezTo>
                    <a:pt x="134" y="0"/>
                    <a:pt x="71" y="10"/>
                    <a:pt x="0" y="34"/>
                  </a:cubicBezTo>
                  <a:lnTo>
                    <a:pt x="0" y="11615"/>
                  </a:lnTo>
                  <a:lnTo>
                    <a:pt x="11794" y="11615"/>
                  </a:lnTo>
                  <a:cubicBezTo>
                    <a:pt x="11551" y="11341"/>
                    <a:pt x="11368" y="11098"/>
                    <a:pt x="11186" y="10855"/>
                  </a:cubicBezTo>
                  <a:cubicBezTo>
                    <a:pt x="9484" y="9122"/>
                    <a:pt x="7721" y="7390"/>
                    <a:pt x="6019" y="5687"/>
                  </a:cubicBezTo>
                  <a:cubicBezTo>
                    <a:pt x="4317" y="3955"/>
                    <a:pt x="2584" y="2222"/>
                    <a:pt x="851" y="520"/>
                  </a:cubicBezTo>
                  <a:cubicBezTo>
                    <a:pt x="646" y="315"/>
                    <a:pt x="505" y="0"/>
                    <a:pt x="19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5607293" y="457677"/>
              <a:ext cx="621230" cy="612249"/>
            </a:xfrm>
            <a:custGeom>
              <a:avLst/>
              <a:gdLst/>
              <a:ahLst/>
              <a:cxnLst/>
              <a:rect l="l" t="t" r="r" b="b"/>
              <a:pathLst>
                <a:path w="24074" h="23726" extrusionOk="0">
                  <a:moveTo>
                    <a:pt x="21412" y="0"/>
                  </a:moveTo>
                  <a:cubicBezTo>
                    <a:pt x="21171" y="0"/>
                    <a:pt x="20914" y="24"/>
                    <a:pt x="20639" y="71"/>
                  </a:cubicBezTo>
                  <a:cubicBezTo>
                    <a:pt x="19362" y="253"/>
                    <a:pt x="18177" y="861"/>
                    <a:pt x="17113" y="1590"/>
                  </a:cubicBezTo>
                  <a:cubicBezTo>
                    <a:pt x="15623" y="2594"/>
                    <a:pt x="14377" y="3809"/>
                    <a:pt x="13192" y="5147"/>
                  </a:cubicBezTo>
                  <a:cubicBezTo>
                    <a:pt x="12857" y="5542"/>
                    <a:pt x="12462" y="5937"/>
                    <a:pt x="12098" y="6393"/>
                  </a:cubicBezTo>
                  <a:cubicBezTo>
                    <a:pt x="11854" y="6150"/>
                    <a:pt x="11672" y="5907"/>
                    <a:pt x="11459" y="5694"/>
                  </a:cubicBezTo>
                  <a:cubicBezTo>
                    <a:pt x="10639" y="4812"/>
                    <a:pt x="9848" y="3931"/>
                    <a:pt x="9028" y="3141"/>
                  </a:cubicBezTo>
                  <a:cubicBezTo>
                    <a:pt x="7842" y="1986"/>
                    <a:pt x="6535" y="1013"/>
                    <a:pt x="4985" y="466"/>
                  </a:cubicBezTo>
                  <a:cubicBezTo>
                    <a:pt x="4225" y="223"/>
                    <a:pt x="3404" y="10"/>
                    <a:pt x="2584" y="10"/>
                  </a:cubicBezTo>
                  <a:cubicBezTo>
                    <a:pt x="2563" y="9"/>
                    <a:pt x="2542" y="9"/>
                    <a:pt x="2522" y="9"/>
                  </a:cubicBezTo>
                  <a:cubicBezTo>
                    <a:pt x="1160" y="9"/>
                    <a:pt x="303" y="1004"/>
                    <a:pt x="243" y="2411"/>
                  </a:cubicBezTo>
                  <a:cubicBezTo>
                    <a:pt x="213" y="3293"/>
                    <a:pt x="365" y="4113"/>
                    <a:pt x="730" y="4873"/>
                  </a:cubicBezTo>
                  <a:cubicBezTo>
                    <a:pt x="1125" y="5603"/>
                    <a:pt x="1489" y="6332"/>
                    <a:pt x="1945" y="7001"/>
                  </a:cubicBezTo>
                  <a:cubicBezTo>
                    <a:pt x="3040" y="8642"/>
                    <a:pt x="4499" y="10010"/>
                    <a:pt x="5988" y="11256"/>
                  </a:cubicBezTo>
                  <a:cubicBezTo>
                    <a:pt x="6170" y="11408"/>
                    <a:pt x="6353" y="11621"/>
                    <a:pt x="6596" y="11834"/>
                  </a:cubicBezTo>
                  <a:cubicBezTo>
                    <a:pt x="6292" y="12107"/>
                    <a:pt x="6049" y="12320"/>
                    <a:pt x="5836" y="12533"/>
                  </a:cubicBezTo>
                  <a:cubicBezTo>
                    <a:pt x="4347" y="13779"/>
                    <a:pt x="2979" y="15147"/>
                    <a:pt x="1885" y="16727"/>
                  </a:cubicBezTo>
                  <a:cubicBezTo>
                    <a:pt x="1185" y="17731"/>
                    <a:pt x="578" y="18764"/>
                    <a:pt x="365" y="19980"/>
                  </a:cubicBezTo>
                  <a:cubicBezTo>
                    <a:pt x="0" y="21804"/>
                    <a:pt x="213" y="22867"/>
                    <a:pt x="1824" y="23658"/>
                  </a:cubicBezTo>
                  <a:lnTo>
                    <a:pt x="3951" y="23658"/>
                  </a:lnTo>
                  <a:cubicBezTo>
                    <a:pt x="7386" y="22503"/>
                    <a:pt x="9787" y="20041"/>
                    <a:pt x="12006" y="17396"/>
                  </a:cubicBezTo>
                  <a:cubicBezTo>
                    <a:pt x="12249" y="17609"/>
                    <a:pt x="12401" y="17852"/>
                    <a:pt x="12584" y="18034"/>
                  </a:cubicBezTo>
                  <a:cubicBezTo>
                    <a:pt x="13891" y="19554"/>
                    <a:pt x="15259" y="20983"/>
                    <a:pt x="16930" y="22107"/>
                  </a:cubicBezTo>
                  <a:cubicBezTo>
                    <a:pt x="17842" y="22655"/>
                    <a:pt x="18845" y="23171"/>
                    <a:pt x="19879" y="23536"/>
                  </a:cubicBezTo>
                  <a:cubicBezTo>
                    <a:pt x="20264" y="23698"/>
                    <a:pt x="20716" y="23725"/>
                    <a:pt x="21164" y="23725"/>
                  </a:cubicBezTo>
                  <a:cubicBezTo>
                    <a:pt x="21388" y="23725"/>
                    <a:pt x="21611" y="23718"/>
                    <a:pt x="21824" y="23718"/>
                  </a:cubicBezTo>
                  <a:cubicBezTo>
                    <a:pt x="22554" y="23718"/>
                    <a:pt x="23070" y="23354"/>
                    <a:pt x="23496" y="22776"/>
                  </a:cubicBezTo>
                  <a:cubicBezTo>
                    <a:pt x="23648" y="22594"/>
                    <a:pt x="23800" y="22351"/>
                    <a:pt x="23952" y="22168"/>
                  </a:cubicBezTo>
                  <a:cubicBezTo>
                    <a:pt x="23952" y="21530"/>
                    <a:pt x="23921" y="20892"/>
                    <a:pt x="23921" y="20223"/>
                  </a:cubicBezTo>
                  <a:cubicBezTo>
                    <a:pt x="23314" y="18186"/>
                    <a:pt x="22158" y="16424"/>
                    <a:pt x="20730" y="14904"/>
                  </a:cubicBezTo>
                  <a:cubicBezTo>
                    <a:pt x="19909" y="14083"/>
                    <a:pt x="19089" y="13354"/>
                    <a:pt x="18237" y="12563"/>
                  </a:cubicBezTo>
                  <a:cubicBezTo>
                    <a:pt x="18025" y="12381"/>
                    <a:pt x="17782" y="12138"/>
                    <a:pt x="17538" y="11925"/>
                  </a:cubicBezTo>
                  <a:cubicBezTo>
                    <a:pt x="17994" y="11499"/>
                    <a:pt x="18389" y="11165"/>
                    <a:pt x="18785" y="10800"/>
                  </a:cubicBezTo>
                  <a:cubicBezTo>
                    <a:pt x="20152" y="9645"/>
                    <a:pt x="21368" y="8369"/>
                    <a:pt x="22341" y="6910"/>
                  </a:cubicBezTo>
                  <a:cubicBezTo>
                    <a:pt x="23040" y="5907"/>
                    <a:pt x="23617" y="4873"/>
                    <a:pt x="23830" y="3657"/>
                  </a:cubicBezTo>
                  <a:cubicBezTo>
                    <a:pt x="24013" y="3019"/>
                    <a:pt x="24073" y="2381"/>
                    <a:pt x="23830" y="1742"/>
                  </a:cubicBezTo>
                  <a:cubicBezTo>
                    <a:pt x="23351" y="558"/>
                    <a:pt x="22580" y="0"/>
                    <a:pt x="21412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5015095" y="469676"/>
              <a:ext cx="582806" cy="586728"/>
            </a:xfrm>
            <a:custGeom>
              <a:avLst/>
              <a:gdLst/>
              <a:ahLst/>
              <a:cxnLst/>
              <a:rect l="l" t="t" r="r" b="b"/>
              <a:pathLst>
                <a:path w="22585" h="22737" extrusionOk="0">
                  <a:moveTo>
                    <a:pt x="2066" y="17996"/>
                  </a:moveTo>
                  <a:lnTo>
                    <a:pt x="2066" y="17996"/>
                  </a:lnTo>
                  <a:cubicBezTo>
                    <a:pt x="2036" y="18006"/>
                    <a:pt x="2006" y="18015"/>
                    <a:pt x="1976" y="18025"/>
                  </a:cubicBezTo>
                  <a:lnTo>
                    <a:pt x="2037" y="18025"/>
                  </a:lnTo>
                  <a:cubicBezTo>
                    <a:pt x="2047" y="18016"/>
                    <a:pt x="2056" y="18006"/>
                    <a:pt x="2066" y="17996"/>
                  </a:cubicBezTo>
                  <a:close/>
                  <a:moveTo>
                    <a:pt x="12402" y="1"/>
                  </a:moveTo>
                  <a:cubicBezTo>
                    <a:pt x="12037" y="1369"/>
                    <a:pt x="11703" y="2706"/>
                    <a:pt x="11368" y="4074"/>
                  </a:cubicBezTo>
                  <a:cubicBezTo>
                    <a:pt x="11277" y="4104"/>
                    <a:pt x="11247" y="4104"/>
                    <a:pt x="11216" y="4104"/>
                  </a:cubicBezTo>
                  <a:cubicBezTo>
                    <a:pt x="10912" y="2828"/>
                    <a:pt x="10578" y="1521"/>
                    <a:pt x="10213" y="244"/>
                  </a:cubicBezTo>
                  <a:cubicBezTo>
                    <a:pt x="9818" y="1521"/>
                    <a:pt x="10061" y="2888"/>
                    <a:pt x="9757" y="4408"/>
                  </a:cubicBezTo>
                  <a:cubicBezTo>
                    <a:pt x="9058" y="2980"/>
                    <a:pt x="8450" y="1764"/>
                    <a:pt x="7842" y="487"/>
                  </a:cubicBezTo>
                  <a:cubicBezTo>
                    <a:pt x="7751" y="548"/>
                    <a:pt x="7721" y="548"/>
                    <a:pt x="7690" y="578"/>
                  </a:cubicBezTo>
                  <a:lnTo>
                    <a:pt x="8359" y="4682"/>
                  </a:lnTo>
                  <a:cubicBezTo>
                    <a:pt x="8298" y="4712"/>
                    <a:pt x="8268" y="4712"/>
                    <a:pt x="8177" y="4743"/>
                  </a:cubicBezTo>
                  <a:lnTo>
                    <a:pt x="6019" y="2007"/>
                  </a:lnTo>
                  <a:cubicBezTo>
                    <a:pt x="5897" y="2098"/>
                    <a:pt x="5836" y="2159"/>
                    <a:pt x="5715" y="2250"/>
                  </a:cubicBezTo>
                  <a:cubicBezTo>
                    <a:pt x="6110" y="3314"/>
                    <a:pt x="6566" y="4378"/>
                    <a:pt x="6991" y="5442"/>
                  </a:cubicBezTo>
                  <a:cubicBezTo>
                    <a:pt x="5806" y="4834"/>
                    <a:pt x="4985" y="3831"/>
                    <a:pt x="3921" y="3192"/>
                  </a:cubicBezTo>
                  <a:cubicBezTo>
                    <a:pt x="3891" y="3223"/>
                    <a:pt x="3830" y="3314"/>
                    <a:pt x="3800" y="3344"/>
                  </a:cubicBezTo>
                  <a:cubicBezTo>
                    <a:pt x="4499" y="4378"/>
                    <a:pt x="5137" y="5350"/>
                    <a:pt x="5775" y="6384"/>
                  </a:cubicBezTo>
                  <a:cubicBezTo>
                    <a:pt x="5806" y="6414"/>
                    <a:pt x="5806" y="6505"/>
                    <a:pt x="5806" y="6566"/>
                  </a:cubicBezTo>
                  <a:lnTo>
                    <a:pt x="5715" y="6475"/>
                  </a:lnTo>
                  <a:cubicBezTo>
                    <a:pt x="5441" y="6384"/>
                    <a:pt x="5168" y="6262"/>
                    <a:pt x="4955" y="6171"/>
                  </a:cubicBezTo>
                  <a:cubicBezTo>
                    <a:pt x="4104" y="5715"/>
                    <a:pt x="3222" y="5290"/>
                    <a:pt x="2402" y="4834"/>
                  </a:cubicBezTo>
                  <a:lnTo>
                    <a:pt x="2280" y="4955"/>
                  </a:lnTo>
                  <a:cubicBezTo>
                    <a:pt x="3161" y="5867"/>
                    <a:pt x="4073" y="6779"/>
                    <a:pt x="4955" y="7691"/>
                  </a:cubicBezTo>
                  <a:cubicBezTo>
                    <a:pt x="4894" y="7752"/>
                    <a:pt x="4894" y="7782"/>
                    <a:pt x="4864" y="7843"/>
                  </a:cubicBezTo>
                  <a:cubicBezTo>
                    <a:pt x="3678" y="7539"/>
                    <a:pt x="2462" y="7205"/>
                    <a:pt x="1307" y="6840"/>
                  </a:cubicBezTo>
                  <a:lnTo>
                    <a:pt x="1186" y="7083"/>
                  </a:lnTo>
                  <a:cubicBezTo>
                    <a:pt x="2250" y="7752"/>
                    <a:pt x="3344" y="8451"/>
                    <a:pt x="4408" y="9120"/>
                  </a:cubicBezTo>
                  <a:cubicBezTo>
                    <a:pt x="4377" y="9211"/>
                    <a:pt x="4377" y="9241"/>
                    <a:pt x="4347" y="9271"/>
                  </a:cubicBezTo>
                  <a:cubicBezTo>
                    <a:pt x="2918" y="9180"/>
                    <a:pt x="1520" y="9089"/>
                    <a:pt x="122" y="8968"/>
                  </a:cubicBezTo>
                  <a:lnTo>
                    <a:pt x="122" y="8968"/>
                  </a:lnTo>
                  <a:cubicBezTo>
                    <a:pt x="1338" y="9697"/>
                    <a:pt x="2705" y="10001"/>
                    <a:pt x="3921" y="10700"/>
                  </a:cubicBezTo>
                  <a:cubicBezTo>
                    <a:pt x="2645" y="11034"/>
                    <a:pt x="1277" y="11065"/>
                    <a:pt x="0" y="11460"/>
                  </a:cubicBezTo>
                  <a:cubicBezTo>
                    <a:pt x="1307" y="11794"/>
                    <a:pt x="2675" y="11825"/>
                    <a:pt x="3921" y="12311"/>
                  </a:cubicBezTo>
                  <a:cubicBezTo>
                    <a:pt x="2675" y="12767"/>
                    <a:pt x="1368" y="13284"/>
                    <a:pt x="122" y="13740"/>
                  </a:cubicBezTo>
                  <a:cubicBezTo>
                    <a:pt x="383" y="13769"/>
                    <a:pt x="643" y="13779"/>
                    <a:pt x="903" y="13779"/>
                  </a:cubicBezTo>
                  <a:cubicBezTo>
                    <a:pt x="1510" y="13779"/>
                    <a:pt x="2114" y="13723"/>
                    <a:pt x="2719" y="13723"/>
                  </a:cubicBezTo>
                  <a:cubicBezTo>
                    <a:pt x="3209" y="13723"/>
                    <a:pt x="3700" y="13760"/>
                    <a:pt x="4195" y="13892"/>
                  </a:cubicBezTo>
                  <a:cubicBezTo>
                    <a:pt x="3131" y="14560"/>
                    <a:pt x="2098" y="15199"/>
                    <a:pt x="1034" y="15867"/>
                  </a:cubicBezTo>
                  <a:cubicBezTo>
                    <a:pt x="1066" y="15868"/>
                    <a:pt x="1097" y="15868"/>
                    <a:pt x="1129" y="15868"/>
                  </a:cubicBezTo>
                  <a:cubicBezTo>
                    <a:pt x="2339" y="15868"/>
                    <a:pt x="3466" y="15315"/>
                    <a:pt x="4651" y="15107"/>
                  </a:cubicBezTo>
                  <a:cubicBezTo>
                    <a:pt x="4772" y="15107"/>
                    <a:pt x="4833" y="15107"/>
                    <a:pt x="4864" y="15047"/>
                  </a:cubicBezTo>
                  <a:lnTo>
                    <a:pt x="4864" y="15047"/>
                  </a:lnTo>
                  <a:cubicBezTo>
                    <a:pt x="4833" y="15138"/>
                    <a:pt x="4803" y="15168"/>
                    <a:pt x="4772" y="15229"/>
                  </a:cubicBezTo>
                  <a:cubicBezTo>
                    <a:pt x="3870" y="16131"/>
                    <a:pt x="2968" y="17093"/>
                    <a:pt x="2066" y="17996"/>
                  </a:cubicBezTo>
                  <a:lnTo>
                    <a:pt x="2066" y="17996"/>
                  </a:lnTo>
                  <a:cubicBezTo>
                    <a:pt x="2401" y="17888"/>
                    <a:pt x="2731" y="17800"/>
                    <a:pt x="3009" y="17661"/>
                  </a:cubicBezTo>
                  <a:cubicBezTo>
                    <a:pt x="3921" y="17205"/>
                    <a:pt x="4803" y="16718"/>
                    <a:pt x="5715" y="16232"/>
                  </a:cubicBezTo>
                  <a:cubicBezTo>
                    <a:pt x="5745" y="16262"/>
                    <a:pt x="5775" y="16354"/>
                    <a:pt x="5836" y="16384"/>
                  </a:cubicBezTo>
                  <a:cubicBezTo>
                    <a:pt x="5107" y="17478"/>
                    <a:pt x="4347" y="18542"/>
                    <a:pt x="3617" y="19636"/>
                  </a:cubicBezTo>
                  <a:cubicBezTo>
                    <a:pt x="3709" y="19697"/>
                    <a:pt x="3739" y="19728"/>
                    <a:pt x="3769" y="19758"/>
                  </a:cubicBezTo>
                  <a:cubicBezTo>
                    <a:pt x="4104" y="19545"/>
                    <a:pt x="4408" y="19272"/>
                    <a:pt x="4712" y="19028"/>
                  </a:cubicBezTo>
                  <a:cubicBezTo>
                    <a:pt x="5411" y="18512"/>
                    <a:pt x="6079" y="17934"/>
                    <a:pt x="6779" y="17417"/>
                  </a:cubicBezTo>
                  <a:cubicBezTo>
                    <a:pt x="6839" y="17417"/>
                    <a:pt x="6900" y="17357"/>
                    <a:pt x="6961" y="17326"/>
                  </a:cubicBezTo>
                  <a:lnTo>
                    <a:pt x="6961" y="17326"/>
                  </a:lnTo>
                  <a:cubicBezTo>
                    <a:pt x="6961" y="17417"/>
                    <a:pt x="6930" y="17478"/>
                    <a:pt x="6930" y="17569"/>
                  </a:cubicBezTo>
                  <a:cubicBezTo>
                    <a:pt x="6535" y="18573"/>
                    <a:pt x="6140" y="19576"/>
                    <a:pt x="5745" y="20548"/>
                  </a:cubicBezTo>
                  <a:cubicBezTo>
                    <a:pt x="5867" y="20639"/>
                    <a:pt x="5927" y="20761"/>
                    <a:pt x="6049" y="20822"/>
                  </a:cubicBezTo>
                  <a:cubicBezTo>
                    <a:pt x="6779" y="19910"/>
                    <a:pt x="7447" y="18998"/>
                    <a:pt x="8177" y="18086"/>
                  </a:cubicBezTo>
                  <a:cubicBezTo>
                    <a:pt x="8268" y="18086"/>
                    <a:pt x="8298" y="18117"/>
                    <a:pt x="8359" y="18177"/>
                  </a:cubicBezTo>
                  <a:cubicBezTo>
                    <a:pt x="8146" y="19484"/>
                    <a:pt x="7903" y="20852"/>
                    <a:pt x="7690" y="22190"/>
                  </a:cubicBezTo>
                  <a:cubicBezTo>
                    <a:pt x="8146" y="21612"/>
                    <a:pt x="8420" y="21004"/>
                    <a:pt x="8754" y="20396"/>
                  </a:cubicBezTo>
                  <a:cubicBezTo>
                    <a:pt x="9089" y="19788"/>
                    <a:pt x="9241" y="19089"/>
                    <a:pt x="9848" y="18512"/>
                  </a:cubicBezTo>
                  <a:cubicBezTo>
                    <a:pt x="9940" y="19940"/>
                    <a:pt x="9848" y="21278"/>
                    <a:pt x="10183" y="22615"/>
                  </a:cubicBezTo>
                  <a:cubicBezTo>
                    <a:pt x="10548" y="21278"/>
                    <a:pt x="10852" y="20001"/>
                    <a:pt x="11186" y="18694"/>
                  </a:cubicBezTo>
                  <a:cubicBezTo>
                    <a:pt x="11247" y="18725"/>
                    <a:pt x="11307" y="18725"/>
                    <a:pt x="11368" y="18725"/>
                  </a:cubicBezTo>
                  <a:lnTo>
                    <a:pt x="12402" y="22737"/>
                  </a:lnTo>
                  <a:cubicBezTo>
                    <a:pt x="12463" y="22676"/>
                    <a:pt x="12523" y="22676"/>
                    <a:pt x="12554" y="22676"/>
                  </a:cubicBezTo>
                  <a:cubicBezTo>
                    <a:pt x="12614" y="21308"/>
                    <a:pt x="12675" y="20001"/>
                    <a:pt x="12736" y="18633"/>
                  </a:cubicBezTo>
                  <a:cubicBezTo>
                    <a:pt x="12827" y="18633"/>
                    <a:pt x="12858" y="18573"/>
                    <a:pt x="12918" y="18573"/>
                  </a:cubicBezTo>
                  <a:cubicBezTo>
                    <a:pt x="13526" y="19758"/>
                    <a:pt x="14104" y="20974"/>
                    <a:pt x="14712" y="22190"/>
                  </a:cubicBezTo>
                  <a:cubicBezTo>
                    <a:pt x="14742" y="22159"/>
                    <a:pt x="14833" y="22159"/>
                    <a:pt x="14864" y="22129"/>
                  </a:cubicBezTo>
                  <a:cubicBezTo>
                    <a:pt x="14651" y="20852"/>
                    <a:pt x="14438" y="19576"/>
                    <a:pt x="14225" y="18269"/>
                  </a:cubicBezTo>
                  <a:cubicBezTo>
                    <a:pt x="14256" y="18269"/>
                    <a:pt x="14347" y="18238"/>
                    <a:pt x="14408" y="18208"/>
                  </a:cubicBezTo>
                  <a:lnTo>
                    <a:pt x="16809" y="21156"/>
                  </a:lnTo>
                  <a:cubicBezTo>
                    <a:pt x="16870" y="20822"/>
                    <a:pt x="16809" y="20548"/>
                    <a:pt x="16688" y="20305"/>
                  </a:cubicBezTo>
                  <a:cubicBezTo>
                    <a:pt x="16414" y="19576"/>
                    <a:pt x="16080" y="18846"/>
                    <a:pt x="15806" y="18086"/>
                  </a:cubicBezTo>
                  <a:cubicBezTo>
                    <a:pt x="15715" y="17813"/>
                    <a:pt x="15745" y="17509"/>
                    <a:pt x="15715" y="17205"/>
                  </a:cubicBezTo>
                  <a:lnTo>
                    <a:pt x="15654" y="17205"/>
                  </a:lnTo>
                  <a:lnTo>
                    <a:pt x="15715" y="17174"/>
                  </a:lnTo>
                  <a:cubicBezTo>
                    <a:pt x="16566" y="17965"/>
                    <a:pt x="17447" y="18725"/>
                    <a:pt x="18329" y="19484"/>
                  </a:cubicBezTo>
                  <a:cubicBezTo>
                    <a:pt x="18390" y="19424"/>
                    <a:pt x="18481" y="19302"/>
                    <a:pt x="18602" y="19241"/>
                  </a:cubicBezTo>
                  <a:cubicBezTo>
                    <a:pt x="17934" y="18269"/>
                    <a:pt x="17265" y="17417"/>
                    <a:pt x="16718" y="16414"/>
                  </a:cubicBezTo>
                  <a:cubicBezTo>
                    <a:pt x="16779" y="16384"/>
                    <a:pt x="16839" y="16354"/>
                    <a:pt x="16870" y="16293"/>
                  </a:cubicBezTo>
                  <a:cubicBezTo>
                    <a:pt x="17903" y="16870"/>
                    <a:pt x="18967" y="17417"/>
                    <a:pt x="20001" y="17965"/>
                  </a:cubicBezTo>
                  <a:cubicBezTo>
                    <a:pt x="20061" y="17904"/>
                    <a:pt x="20122" y="17813"/>
                    <a:pt x="20183" y="17752"/>
                  </a:cubicBezTo>
                  <a:cubicBezTo>
                    <a:pt x="19302" y="16870"/>
                    <a:pt x="18450" y="16050"/>
                    <a:pt x="17569" y="15168"/>
                  </a:cubicBezTo>
                  <a:cubicBezTo>
                    <a:pt x="18329" y="15168"/>
                    <a:pt x="18937" y="15351"/>
                    <a:pt x="19575" y="15533"/>
                  </a:cubicBezTo>
                  <a:lnTo>
                    <a:pt x="21399" y="15989"/>
                  </a:lnTo>
                  <a:cubicBezTo>
                    <a:pt x="21429" y="15928"/>
                    <a:pt x="21429" y="15898"/>
                    <a:pt x="21490" y="15807"/>
                  </a:cubicBezTo>
                  <a:cubicBezTo>
                    <a:pt x="21125" y="15624"/>
                    <a:pt x="20821" y="15381"/>
                    <a:pt x="20517" y="15199"/>
                  </a:cubicBezTo>
                  <a:cubicBezTo>
                    <a:pt x="19818" y="14712"/>
                    <a:pt x="19058" y="14165"/>
                    <a:pt x="18298" y="13679"/>
                  </a:cubicBezTo>
                  <a:lnTo>
                    <a:pt x="18298" y="13679"/>
                  </a:lnTo>
                  <a:cubicBezTo>
                    <a:pt x="19210" y="13709"/>
                    <a:pt x="20153" y="13709"/>
                    <a:pt x="21095" y="13770"/>
                  </a:cubicBezTo>
                  <a:cubicBezTo>
                    <a:pt x="21265" y="13770"/>
                    <a:pt x="21435" y="13780"/>
                    <a:pt x="21607" y="13780"/>
                  </a:cubicBezTo>
                  <a:cubicBezTo>
                    <a:pt x="21866" y="13780"/>
                    <a:pt x="22128" y="13758"/>
                    <a:pt x="22402" y="13648"/>
                  </a:cubicBezTo>
                  <a:cubicBezTo>
                    <a:pt x="21125" y="13193"/>
                    <a:pt x="19849" y="12706"/>
                    <a:pt x="18602" y="12250"/>
                  </a:cubicBezTo>
                  <a:lnTo>
                    <a:pt x="18602" y="12037"/>
                  </a:lnTo>
                  <a:cubicBezTo>
                    <a:pt x="19909" y="11855"/>
                    <a:pt x="21247" y="11642"/>
                    <a:pt x="22584" y="11430"/>
                  </a:cubicBezTo>
                  <a:cubicBezTo>
                    <a:pt x="21247" y="10974"/>
                    <a:pt x="19909" y="11034"/>
                    <a:pt x="18633" y="10487"/>
                  </a:cubicBezTo>
                  <a:cubicBezTo>
                    <a:pt x="19879" y="10031"/>
                    <a:pt x="21125" y="9545"/>
                    <a:pt x="22402" y="9089"/>
                  </a:cubicBezTo>
                  <a:cubicBezTo>
                    <a:pt x="22402" y="9059"/>
                    <a:pt x="22341" y="8968"/>
                    <a:pt x="22341" y="8937"/>
                  </a:cubicBezTo>
                  <a:cubicBezTo>
                    <a:pt x="20973" y="8998"/>
                    <a:pt x="19605" y="9120"/>
                    <a:pt x="18238" y="9211"/>
                  </a:cubicBezTo>
                  <a:cubicBezTo>
                    <a:pt x="18238" y="9150"/>
                    <a:pt x="18207" y="9089"/>
                    <a:pt x="18207" y="9059"/>
                  </a:cubicBezTo>
                  <a:cubicBezTo>
                    <a:pt x="19302" y="8360"/>
                    <a:pt x="20426" y="7630"/>
                    <a:pt x="21520" y="6961"/>
                  </a:cubicBezTo>
                  <a:cubicBezTo>
                    <a:pt x="21490" y="6870"/>
                    <a:pt x="21490" y="6840"/>
                    <a:pt x="21429" y="6779"/>
                  </a:cubicBezTo>
                  <a:cubicBezTo>
                    <a:pt x="20183" y="7113"/>
                    <a:pt x="18967" y="7448"/>
                    <a:pt x="17721" y="7782"/>
                  </a:cubicBezTo>
                  <a:cubicBezTo>
                    <a:pt x="17691" y="7721"/>
                    <a:pt x="17691" y="7691"/>
                    <a:pt x="17630" y="7600"/>
                  </a:cubicBezTo>
                  <a:cubicBezTo>
                    <a:pt x="18511" y="6779"/>
                    <a:pt x="19423" y="5898"/>
                    <a:pt x="20305" y="5047"/>
                  </a:cubicBezTo>
                  <a:cubicBezTo>
                    <a:pt x="20305" y="4955"/>
                    <a:pt x="20335" y="4834"/>
                    <a:pt x="20335" y="4712"/>
                  </a:cubicBezTo>
                  <a:lnTo>
                    <a:pt x="20335" y="4712"/>
                  </a:lnTo>
                  <a:cubicBezTo>
                    <a:pt x="19241" y="5259"/>
                    <a:pt x="18177" y="5806"/>
                    <a:pt x="17083" y="6384"/>
                  </a:cubicBezTo>
                  <a:cubicBezTo>
                    <a:pt x="16991" y="6414"/>
                    <a:pt x="16931" y="6414"/>
                    <a:pt x="16839" y="6475"/>
                  </a:cubicBezTo>
                  <a:cubicBezTo>
                    <a:pt x="16870" y="6384"/>
                    <a:pt x="16870" y="6262"/>
                    <a:pt x="16931" y="6202"/>
                  </a:cubicBezTo>
                  <a:cubicBezTo>
                    <a:pt x="17569" y="5259"/>
                    <a:pt x="18177" y="4287"/>
                    <a:pt x="18785" y="3344"/>
                  </a:cubicBezTo>
                  <a:cubicBezTo>
                    <a:pt x="18694" y="3314"/>
                    <a:pt x="18633" y="3223"/>
                    <a:pt x="18542" y="3162"/>
                  </a:cubicBezTo>
                  <a:cubicBezTo>
                    <a:pt x="17599" y="3922"/>
                    <a:pt x="16688" y="4712"/>
                    <a:pt x="15745" y="5472"/>
                  </a:cubicBezTo>
                  <a:cubicBezTo>
                    <a:pt x="15715" y="5442"/>
                    <a:pt x="15624" y="5411"/>
                    <a:pt x="15593" y="5350"/>
                  </a:cubicBezTo>
                  <a:cubicBezTo>
                    <a:pt x="15988" y="4226"/>
                    <a:pt x="16414" y="3132"/>
                    <a:pt x="16839" y="1977"/>
                  </a:cubicBezTo>
                  <a:cubicBezTo>
                    <a:pt x="16748" y="1946"/>
                    <a:pt x="16718" y="1916"/>
                    <a:pt x="16657" y="1855"/>
                  </a:cubicBezTo>
                  <a:cubicBezTo>
                    <a:pt x="15897" y="2767"/>
                    <a:pt x="15137" y="3739"/>
                    <a:pt x="14377" y="4651"/>
                  </a:cubicBezTo>
                  <a:cubicBezTo>
                    <a:pt x="14286" y="4651"/>
                    <a:pt x="14256" y="4591"/>
                    <a:pt x="14165" y="4560"/>
                  </a:cubicBezTo>
                  <a:cubicBezTo>
                    <a:pt x="14377" y="3375"/>
                    <a:pt x="14590" y="2220"/>
                    <a:pt x="14803" y="1034"/>
                  </a:cubicBezTo>
                  <a:cubicBezTo>
                    <a:pt x="14681" y="1034"/>
                    <a:pt x="14560" y="1004"/>
                    <a:pt x="14438" y="1004"/>
                  </a:cubicBezTo>
                  <a:cubicBezTo>
                    <a:pt x="13952" y="2068"/>
                    <a:pt x="13405" y="3132"/>
                    <a:pt x="12888" y="4195"/>
                  </a:cubicBezTo>
                  <a:cubicBezTo>
                    <a:pt x="12797" y="4195"/>
                    <a:pt x="12766" y="4135"/>
                    <a:pt x="12706" y="4135"/>
                  </a:cubicBezTo>
                  <a:cubicBezTo>
                    <a:pt x="12614" y="2767"/>
                    <a:pt x="12584" y="1399"/>
                    <a:pt x="12523" y="31"/>
                  </a:cubicBezTo>
                  <a:cubicBezTo>
                    <a:pt x="12463" y="1"/>
                    <a:pt x="12432" y="1"/>
                    <a:pt x="12402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5312368" y="1069358"/>
              <a:ext cx="300422" cy="299235"/>
            </a:xfrm>
            <a:custGeom>
              <a:avLst/>
              <a:gdLst/>
              <a:ahLst/>
              <a:cxnLst/>
              <a:rect l="l" t="t" r="r" b="b"/>
              <a:pathLst>
                <a:path w="11642" h="11596" extrusionOk="0">
                  <a:moveTo>
                    <a:pt x="5545" y="1"/>
                  </a:moveTo>
                  <a:cubicBezTo>
                    <a:pt x="4522" y="1"/>
                    <a:pt x="3496" y="4"/>
                    <a:pt x="2462" y="14"/>
                  </a:cubicBezTo>
                  <a:cubicBezTo>
                    <a:pt x="1672" y="14"/>
                    <a:pt x="851" y="45"/>
                    <a:pt x="31" y="45"/>
                  </a:cubicBezTo>
                  <a:cubicBezTo>
                    <a:pt x="31" y="106"/>
                    <a:pt x="31" y="136"/>
                    <a:pt x="0" y="166"/>
                  </a:cubicBezTo>
                  <a:cubicBezTo>
                    <a:pt x="183" y="349"/>
                    <a:pt x="304" y="562"/>
                    <a:pt x="487" y="744"/>
                  </a:cubicBezTo>
                  <a:lnTo>
                    <a:pt x="10882" y="11109"/>
                  </a:lnTo>
                  <a:cubicBezTo>
                    <a:pt x="11064" y="11291"/>
                    <a:pt x="11247" y="11443"/>
                    <a:pt x="11429" y="11595"/>
                  </a:cubicBezTo>
                  <a:cubicBezTo>
                    <a:pt x="11490" y="11565"/>
                    <a:pt x="11551" y="11565"/>
                    <a:pt x="11581" y="11565"/>
                  </a:cubicBezTo>
                  <a:cubicBezTo>
                    <a:pt x="11581" y="11261"/>
                    <a:pt x="11642" y="10926"/>
                    <a:pt x="11642" y="10623"/>
                  </a:cubicBezTo>
                  <a:lnTo>
                    <a:pt x="11642" y="14"/>
                  </a:lnTo>
                  <a:cubicBezTo>
                    <a:pt x="9615" y="14"/>
                    <a:pt x="7589" y="1"/>
                    <a:pt x="5545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5387667" y="479095"/>
              <a:ext cx="11793" cy="18064"/>
            </a:xfrm>
            <a:custGeom>
              <a:avLst/>
              <a:gdLst/>
              <a:ahLst/>
              <a:cxnLst/>
              <a:rect l="l" t="t" r="r" b="b"/>
              <a:pathLst>
                <a:path w="457" h="700" extrusionOk="0">
                  <a:moveTo>
                    <a:pt x="304" y="1"/>
                  </a:moveTo>
                  <a:cubicBezTo>
                    <a:pt x="213" y="213"/>
                    <a:pt x="122" y="457"/>
                    <a:pt x="0" y="669"/>
                  </a:cubicBezTo>
                  <a:cubicBezTo>
                    <a:pt x="122" y="669"/>
                    <a:pt x="243" y="700"/>
                    <a:pt x="365" y="700"/>
                  </a:cubicBezTo>
                  <a:cubicBezTo>
                    <a:pt x="395" y="487"/>
                    <a:pt x="456" y="305"/>
                    <a:pt x="456" y="61"/>
                  </a:cubicBezTo>
                  <a:cubicBezTo>
                    <a:pt x="426" y="31"/>
                    <a:pt x="365" y="31"/>
                    <a:pt x="304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5156274" y="508899"/>
              <a:ext cx="14941" cy="18863"/>
            </a:xfrm>
            <a:custGeom>
              <a:avLst/>
              <a:gdLst/>
              <a:ahLst/>
              <a:cxnLst/>
              <a:rect l="l" t="t" r="r" b="b"/>
              <a:pathLst>
                <a:path w="579" h="731" extrusionOk="0">
                  <a:moveTo>
                    <a:pt x="152" y="1"/>
                  </a:moveTo>
                  <a:cubicBezTo>
                    <a:pt x="122" y="31"/>
                    <a:pt x="61" y="92"/>
                    <a:pt x="0" y="122"/>
                  </a:cubicBezTo>
                  <a:cubicBezTo>
                    <a:pt x="122" y="305"/>
                    <a:pt x="183" y="548"/>
                    <a:pt x="274" y="730"/>
                  </a:cubicBezTo>
                  <a:cubicBezTo>
                    <a:pt x="396" y="669"/>
                    <a:pt x="456" y="578"/>
                    <a:pt x="578" y="517"/>
                  </a:cubicBezTo>
                  <a:cubicBezTo>
                    <a:pt x="426" y="305"/>
                    <a:pt x="304" y="153"/>
                    <a:pt x="152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5156274" y="1000691"/>
              <a:ext cx="14941" cy="19638"/>
            </a:xfrm>
            <a:custGeom>
              <a:avLst/>
              <a:gdLst/>
              <a:ahLst/>
              <a:cxnLst/>
              <a:rect l="l" t="t" r="r" b="b"/>
              <a:pathLst>
                <a:path w="579" h="761" extrusionOk="0">
                  <a:moveTo>
                    <a:pt x="274" y="1"/>
                  </a:moveTo>
                  <a:cubicBezTo>
                    <a:pt x="183" y="213"/>
                    <a:pt x="122" y="457"/>
                    <a:pt x="0" y="669"/>
                  </a:cubicBezTo>
                  <a:cubicBezTo>
                    <a:pt x="92" y="700"/>
                    <a:pt x="122" y="700"/>
                    <a:pt x="213" y="761"/>
                  </a:cubicBezTo>
                  <a:cubicBezTo>
                    <a:pt x="304" y="548"/>
                    <a:pt x="456" y="396"/>
                    <a:pt x="578" y="244"/>
                  </a:cubicBezTo>
                  <a:cubicBezTo>
                    <a:pt x="456" y="183"/>
                    <a:pt x="396" y="61"/>
                    <a:pt x="274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5531195" y="927740"/>
              <a:ext cx="16489" cy="14141"/>
            </a:xfrm>
            <a:custGeom>
              <a:avLst/>
              <a:gdLst/>
              <a:ahLst/>
              <a:cxnLst/>
              <a:rect l="l" t="t" r="r" b="b"/>
              <a:pathLst>
                <a:path w="639" h="548" extrusionOk="0">
                  <a:moveTo>
                    <a:pt x="183" y="1"/>
                  </a:moveTo>
                  <a:cubicBezTo>
                    <a:pt x="122" y="92"/>
                    <a:pt x="61" y="153"/>
                    <a:pt x="1" y="244"/>
                  </a:cubicBezTo>
                  <a:cubicBezTo>
                    <a:pt x="183" y="305"/>
                    <a:pt x="365" y="426"/>
                    <a:pt x="578" y="548"/>
                  </a:cubicBezTo>
                  <a:cubicBezTo>
                    <a:pt x="578" y="487"/>
                    <a:pt x="609" y="426"/>
                    <a:pt x="639" y="396"/>
                  </a:cubicBezTo>
                  <a:cubicBezTo>
                    <a:pt x="487" y="274"/>
                    <a:pt x="335" y="122"/>
                    <a:pt x="18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5487274" y="966190"/>
              <a:ext cx="14141" cy="16489"/>
            </a:xfrm>
            <a:custGeom>
              <a:avLst/>
              <a:gdLst/>
              <a:ahLst/>
              <a:cxnLst/>
              <a:rect l="l" t="t" r="r" b="b"/>
              <a:pathLst>
                <a:path w="548" h="639" extrusionOk="0">
                  <a:moveTo>
                    <a:pt x="244" y="0"/>
                  </a:moveTo>
                  <a:lnTo>
                    <a:pt x="0" y="274"/>
                  </a:lnTo>
                  <a:cubicBezTo>
                    <a:pt x="152" y="365"/>
                    <a:pt x="304" y="487"/>
                    <a:pt x="456" y="639"/>
                  </a:cubicBezTo>
                  <a:cubicBezTo>
                    <a:pt x="487" y="578"/>
                    <a:pt x="517" y="517"/>
                    <a:pt x="548" y="487"/>
                  </a:cubicBezTo>
                  <a:cubicBezTo>
                    <a:pt x="456" y="304"/>
                    <a:pt x="365" y="152"/>
                    <a:pt x="244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5491971" y="543427"/>
              <a:ext cx="12593" cy="14141"/>
            </a:xfrm>
            <a:custGeom>
              <a:avLst/>
              <a:gdLst/>
              <a:ahLst/>
              <a:cxnLst/>
              <a:rect l="l" t="t" r="r" b="b"/>
              <a:pathLst>
                <a:path w="488" h="548" extrusionOk="0">
                  <a:moveTo>
                    <a:pt x="366" y="0"/>
                  </a:moveTo>
                  <a:cubicBezTo>
                    <a:pt x="214" y="122"/>
                    <a:pt x="122" y="243"/>
                    <a:pt x="1" y="334"/>
                  </a:cubicBezTo>
                  <a:cubicBezTo>
                    <a:pt x="62" y="395"/>
                    <a:pt x="153" y="456"/>
                    <a:pt x="214" y="547"/>
                  </a:cubicBezTo>
                  <a:cubicBezTo>
                    <a:pt x="335" y="395"/>
                    <a:pt x="426" y="213"/>
                    <a:pt x="487" y="91"/>
                  </a:cubicBezTo>
                  <a:cubicBezTo>
                    <a:pt x="457" y="91"/>
                    <a:pt x="426" y="30"/>
                    <a:pt x="366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446477" y="507325"/>
              <a:ext cx="9445" cy="12593"/>
            </a:xfrm>
            <a:custGeom>
              <a:avLst/>
              <a:gdLst/>
              <a:ahLst/>
              <a:cxnLst/>
              <a:rect l="l" t="t" r="r" b="b"/>
              <a:pathLst>
                <a:path w="366" h="488" extrusionOk="0">
                  <a:moveTo>
                    <a:pt x="153" y="1"/>
                  </a:moveTo>
                  <a:cubicBezTo>
                    <a:pt x="122" y="153"/>
                    <a:pt x="62" y="305"/>
                    <a:pt x="1" y="457"/>
                  </a:cubicBezTo>
                  <a:cubicBezTo>
                    <a:pt x="62" y="457"/>
                    <a:pt x="122" y="487"/>
                    <a:pt x="153" y="487"/>
                  </a:cubicBezTo>
                  <a:cubicBezTo>
                    <a:pt x="214" y="366"/>
                    <a:pt x="274" y="214"/>
                    <a:pt x="366" y="62"/>
                  </a:cubicBezTo>
                  <a:cubicBezTo>
                    <a:pt x="305" y="31"/>
                    <a:pt x="244" y="31"/>
                    <a:pt x="15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536691" y="592817"/>
              <a:ext cx="7071" cy="8670"/>
            </a:xfrm>
            <a:custGeom>
              <a:avLst/>
              <a:gdLst/>
              <a:ahLst/>
              <a:cxnLst/>
              <a:rect l="l" t="t" r="r" b="b"/>
              <a:pathLst>
                <a:path w="274" h="336" extrusionOk="0">
                  <a:moveTo>
                    <a:pt x="61" y="1"/>
                  </a:moveTo>
                  <a:cubicBezTo>
                    <a:pt x="61" y="92"/>
                    <a:pt x="0" y="214"/>
                    <a:pt x="0" y="335"/>
                  </a:cubicBezTo>
                  <a:cubicBezTo>
                    <a:pt x="274" y="92"/>
                    <a:pt x="274" y="92"/>
                    <a:pt x="61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307646" y="1068945"/>
              <a:ext cx="5522" cy="3948"/>
            </a:xfrm>
            <a:custGeom>
              <a:avLst/>
              <a:gdLst/>
              <a:ahLst/>
              <a:cxnLst/>
              <a:rect l="l" t="t" r="r" b="b"/>
              <a:pathLst>
                <a:path w="214" h="153" extrusionOk="0">
                  <a:moveTo>
                    <a:pt x="1" y="0"/>
                  </a:moveTo>
                  <a:lnTo>
                    <a:pt x="1" y="0"/>
                  </a:lnTo>
                  <a:cubicBezTo>
                    <a:pt x="62" y="91"/>
                    <a:pt x="92" y="122"/>
                    <a:pt x="183" y="152"/>
                  </a:cubicBezTo>
                  <a:cubicBezTo>
                    <a:pt x="214" y="122"/>
                    <a:pt x="214" y="91"/>
                    <a:pt x="214" y="30"/>
                  </a:cubicBezTo>
                  <a:cubicBezTo>
                    <a:pt x="153" y="30"/>
                    <a:pt x="122" y="30"/>
                    <a:pt x="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453547" y="1021077"/>
              <a:ext cx="800" cy="826"/>
            </a:xfrm>
            <a:custGeom>
              <a:avLst/>
              <a:gdLst/>
              <a:ahLst/>
              <a:cxnLst/>
              <a:rect l="l" t="t" r="r" b="b"/>
              <a:pathLst>
                <a:path w="31" h="32" extrusionOk="0">
                  <a:moveTo>
                    <a:pt x="0" y="1"/>
                  </a:moveTo>
                  <a:lnTo>
                    <a:pt x="31" y="31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504538" y="985002"/>
              <a:ext cx="3148" cy="1600"/>
            </a:xfrm>
            <a:custGeom>
              <a:avLst/>
              <a:gdLst/>
              <a:ahLst/>
              <a:cxnLst/>
              <a:rect l="l" t="t" r="r" b="b"/>
              <a:pathLst>
                <a:path w="122" h="62" extrusionOk="0">
                  <a:moveTo>
                    <a:pt x="31" y="1"/>
                  </a:moveTo>
                  <a:cubicBezTo>
                    <a:pt x="31" y="1"/>
                    <a:pt x="0" y="31"/>
                    <a:pt x="0" y="62"/>
                  </a:cubicBezTo>
                  <a:lnTo>
                    <a:pt x="122" y="62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499816" y="977957"/>
              <a:ext cx="6296" cy="8645"/>
            </a:xfrm>
            <a:custGeom>
              <a:avLst/>
              <a:gdLst/>
              <a:ahLst/>
              <a:cxnLst/>
              <a:rect l="l" t="t" r="r" b="b"/>
              <a:pathLst>
                <a:path w="244" h="335" extrusionOk="0">
                  <a:moveTo>
                    <a:pt x="122" y="0"/>
                  </a:moveTo>
                  <a:cubicBezTo>
                    <a:pt x="62" y="61"/>
                    <a:pt x="31" y="122"/>
                    <a:pt x="1" y="152"/>
                  </a:cubicBezTo>
                  <a:cubicBezTo>
                    <a:pt x="31" y="213"/>
                    <a:pt x="122" y="274"/>
                    <a:pt x="183" y="335"/>
                  </a:cubicBezTo>
                  <a:cubicBezTo>
                    <a:pt x="183" y="304"/>
                    <a:pt x="214" y="274"/>
                    <a:pt x="244" y="213"/>
                  </a:cubicBezTo>
                  <a:cubicBezTo>
                    <a:pt x="214" y="152"/>
                    <a:pt x="153" y="61"/>
                    <a:pt x="122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067633" y="934811"/>
              <a:ext cx="826" cy="3948"/>
            </a:xfrm>
            <a:custGeom>
              <a:avLst/>
              <a:gdLst/>
              <a:ahLst/>
              <a:cxnLst/>
              <a:rect l="l" t="t" r="r" b="b"/>
              <a:pathLst>
                <a:path w="32" h="153" extrusionOk="0">
                  <a:moveTo>
                    <a:pt x="1" y="0"/>
                  </a:moveTo>
                  <a:cubicBezTo>
                    <a:pt x="1" y="31"/>
                    <a:pt x="31" y="61"/>
                    <a:pt x="31" y="152"/>
                  </a:cubicBezTo>
                  <a:cubicBezTo>
                    <a:pt x="31" y="61"/>
                    <a:pt x="31" y="31"/>
                    <a:pt x="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575915" y="643808"/>
              <a:ext cx="1574" cy="826"/>
            </a:xfrm>
            <a:custGeom>
              <a:avLst/>
              <a:gdLst/>
              <a:ahLst/>
              <a:cxnLst/>
              <a:rect l="l" t="t" r="r" b="b"/>
              <a:pathLst>
                <a:path w="61" h="32" extrusionOk="0">
                  <a:moveTo>
                    <a:pt x="0" y="1"/>
                  </a:moveTo>
                  <a:lnTo>
                    <a:pt x="0" y="31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069982" y="594391"/>
              <a:ext cx="6322" cy="3948"/>
            </a:xfrm>
            <a:custGeom>
              <a:avLst/>
              <a:gdLst/>
              <a:ahLst/>
              <a:cxnLst/>
              <a:rect l="l" t="t" r="r" b="b"/>
              <a:pathLst>
                <a:path w="245" h="153" extrusionOk="0">
                  <a:moveTo>
                    <a:pt x="1" y="1"/>
                  </a:moveTo>
                  <a:cubicBezTo>
                    <a:pt x="62" y="31"/>
                    <a:pt x="92" y="122"/>
                    <a:pt x="123" y="153"/>
                  </a:cubicBezTo>
                  <a:lnTo>
                    <a:pt x="244" y="31"/>
                  </a:lnTo>
                  <a:cubicBezTo>
                    <a:pt x="153" y="31"/>
                    <a:pt x="92" y="1"/>
                    <a:pt x="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546110" y="589695"/>
              <a:ext cx="800" cy="800"/>
            </a:xfrm>
            <a:custGeom>
              <a:avLst/>
              <a:gdLst/>
              <a:ahLst/>
              <a:cxnLst/>
              <a:rect l="l" t="t" r="r" b="b"/>
              <a:pathLst>
                <a:path w="31" h="31" extrusionOk="0">
                  <a:moveTo>
                    <a:pt x="0" y="0"/>
                  </a:moveTo>
                  <a:lnTo>
                    <a:pt x="31" y="3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612764" y="2906674"/>
              <a:ext cx="617333" cy="612611"/>
            </a:xfrm>
            <a:custGeom>
              <a:avLst/>
              <a:gdLst/>
              <a:ahLst/>
              <a:cxnLst/>
              <a:rect l="l" t="t" r="r" b="b"/>
              <a:pathLst>
                <a:path w="23923" h="23740" extrusionOk="0">
                  <a:moveTo>
                    <a:pt x="23649" y="1"/>
                  </a:moveTo>
                  <a:cubicBezTo>
                    <a:pt x="22858" y="31"/>
                    <a:pt x="22098" y="62"/>
                    <a:pt x="21308" y="122"/>
                  </a:cubicBezTo>
                  <a:cubicBezTo>
                    <a:pt x="13527" y="1004"/>
                    <a:pt x="7539" y="4864"/>
                    <a:pt x="3375" y="11460"/>
                  </a:cubicBezTo>
                  <a:cubicBezTo>
                    <a:pt x="1399" y="14652"/>
                    <a:pt x="396" y="18147"/>
                    <a:pt x="1" y="21825"/>
                  </a:cubicBezTo>
                  <a:cubicBezTo>
                    <a:pt x="1" y="22494"/>
                    <a:pt x="31" y="23102"/>
                    <a:pt x="31" y="23740"/>
                  </a:cubicBezTo>
                  <a:lnTo>
                    <a:pt x="23740" y="23740"/>
                  </a:lnTo>
                  <a:cubicBezTo>
                    <a:pt x="23740" y="20791"/>
                    <a:pt x="23740" y="17934"/>
                    <a:pt x="23770" y="15047"/>
                  </a:cubicBezTo>
                  <a:cubicBezTo>
                    <a:pt x="23770" y="14591"/>
                    <a:pt x="23861" y="14074"/>
                    <a:pt x="23892" y="13618"/>
                  </a:cubicBezTo>
                  <a:cubicBezTo>
                    <a:pt x="23709" y="12402"/>
                    <a:pt x="23709" y="11156"/>
                    <a:pt x="23922" y="9940"/>
                  </a:cubicBezTo>
                  <a:cubicBezTo>
                    <a:pt x="23892" y="9727"/>
                    <a:pt x="23770" y="9454"/>
                    <a:pt x="23770" y="9211"/>
                  </a:cubicBezTo>
                  <a:lnTo>
                    <a:pt x="23770" y="1"/>
                  </a:ln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618261" y="1682304"/>
              <a:ext cx="608688" cy="614959"/>
            </a:xfrm>
            <a:custGeom>
              <a:avLst/>
              <a:gdLst/>
              <a:ahLst/>
              <a:cxnLst/>
              <a:rect l="l" t="t" r="r" b="b"/>
              <a:pathLst>
                <a:path w="23588" h="23831" extrusionOk="0">
                  <a:moveTo>
                    <a:pt x="23557" y="0"/>
                  </a:moveTo>
                  <a:cubicBezTo>
                    <a:pt x="23284" y="274"/>
                    <a:pt x="23010" y="517"/>
                    <a:pt x="22797" y="730"/>
                  </a:cubicBezTo>
                  <a:lnTo>
                    <a:pt x="821" y="22706"/>
                  </a:lnTo>
                  <a:cubicBezTo>
                    <a:pt x="578" y="23010"/>
                    <a:pt x="274" y="23223"/>
                    <a:pt x="1" y="23496"/>
                  </a:cubicBezTo>
                  <a:cubicBezTo>
                    <a:pt x="396" y="23557"/>
                    <a:pt x="791" y="23679"/>
                    <a:pt x="1186" y="23679"/>
                  </a:cubicBezTo>
                  <a:lnTo>
                    <a:pt x="19910" y="23679"/>
                  </a:lnTo>
                  <a:cubicBezTo>
                    <a:pt x="20335" y="23679"/>
                    <a:pt x="20791" y="23800"/>
                    <a:pt x="21217" y="23831"/>
                  </a:cubicBezTo>
                  <a:cubicBezTo>
                    <a:pt x="21916" y="23831"/>
                    <a:pt x="22676" y="23800"/>
                    <a:pt x="23436" y="23800"/>
                  </a:cubicBezTo>
                  <a:cubicBezTo>
                    <a:pt x="23496" y="23800"/>
                    <a:pt x="23527" y="23770"/>
                    <a:pt x="23557" y="23739"/>
                  </a:cubicBezTo>
                  <a:cubicBezTo>
                    <a:pt x="23557" y="16292"/>
                    <a:pt x="23557" y="8846"/>
                    <a:pt x="23588" y="1338"/>
                  </a:cubicBezTo>
                  <a:cubicBezTo>
                    <a:pt x="23588" y="882"/>
                    <a:pt x="23557" y="456"/>
                    <a:pt x="23557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049596" y="2288619"/>
              <a:ext cx="1114595" cy="571039"/>
            </a:xfrm>
            <a:custGeom>
              <a:avLst/>
              <a:gdLst/>
              <a:ahLst/>
              <a:cxnLst/>
              <a:rect l="l" t="t" r="r" b="b"/>
              <a:pathLst>
                <a:path w="43193" h="22129" extrusionOk="0">
                  <a:moveTo>
                    <a:pt x="10274" y="0"/>
                  </a:moveTo>
                  <a:cubicBezTo>
                    <a:pt x="10122" y="31"/>
                    <a:pt x="9910" y="122"/>
                    <a:pt x="9758" y="152"/>
                  </a:cubicBezTo>
                  <a:cubicBezTo>
                    <a:pt x="6870" y="152"/>
                    <a:pt x="4043" y="183"/>
                    <a:pt x="1156" y="183"/>
                  </a:cubicBezTo>
                  <a:cubicBezTo>
                    <a:pt x="761" y="183"/>
                    <a:pt x="396" y="274"/>
                    <a:pt x="1" y="304"/>
                  </a:cubicBezTo>
                  <a:cubicBezTo>
                    <a:pt x="122" y="335"/>
                    <a:pt x="274" y="395"/>
                    <a:pt x="396" y="395"/>
                  </a:cubicBezTo>
                  <a:cubicBezTo>
                    <a:pt x="7995" y="1246"/>
                    <a:pt x="13861" y="4894"/>
                    <a:pt x="18056" y="11338"/>
                  </a:cubicBezTo>
                  <a:cubicBezTo>
                    <a:pt x="18238" y="11550"/>
                    <a:pt x="18329" y="11885"/>
                    <a:pt x="18420" y="12158"/>
                  </a:cubicBezTo>
                  <a:cubicBezTo>
                    <a:pt x="18724" y="12645"/>
                    <a:pt x="19120" y="13101"/>
                    <a:pt x="19393" y="13648"/>
                  </a:cubicBezTo>
                  <a:cubicBezTo>
                    <a:pt x="20518" y="15958"/>
                    <a:pt x="21247" y="18420"/>
                    <a:pt x="21582" y="20973"/>
                  </a:cubicBezTo>
                  <a:cubicBezTo>
                    <a:pt x="21673" y="21368"/>
                    <a:pt x="21673" y="21733"/>
                    <a:pt x="21825" y="22128"/>
                  </a:cubicBezTo>
                  <a:cubicBezTo>
                    <a:pt x="21977" y="21247"/>
                    <a:pt x="22038" y="20365"/>
                    <a:pt x="22220" y="19514"/>
                  </a:cubicBezTo>
                  <a:cubicBezTo>
                    <a:pt x="22767" y="16961"/>
                    <a:pt x="23557" y="14408"/>
                    <a:pt x="25047" y="12158"/>
                  </a:cubicBezTo>
                  <a:cubicBezTo>
                    <a:pt x="25077" y="12037"/>
                    <a:pt x="25168" y="11946"/>
                    <a:pt x="25199" y="11824"/>
                  </a:cubicBezTo>
                  <a:cubicBezTo>
                    <a:pt x="29363" y="5137"/>
                    <a:pt x="35381" y="1338"/>
                    <a:pt x="43193" y="395"/>
                  </a:cubicBezTo>
                  <a:cubicBezTo>
                    <a:pt x="42798" y="304"/>
                    <a:pt x="42342" y="243"/>
                    <a:pt x="41916" y="243"/>
                  </a:cubicBezTo>
                  <a:lnTo>
                    <a:pt x="23193" y="243"/>
                  </a:lnTo>
                  <a:cubicBezTo>
                    <a:pt x="22797" y="243"/>
                    <a:pt x="22372" y="122"/>
                    <a:pt x="22007" y="31"/>
                  </a:cubicBezTo>
                  <a:cubicBezTo>
                    <a:pt x="21987" y="31"/>
                    <a:pt x="21940" y="17"/>
                    <a:pt x="21901" y="17"/>
                  </a:cubicBezTo>
                  <a:cubicBezTo>
                    <a:pt x="21882" y="17"/>
                    <a:pt x="21865" y="20"/>
                    <a:pt x="21855" y="31"/>
                  </a:cubicBezTo>
                  <a:cubicBezTo>
                    <a:pt x="21551" y="91"/>
                    <a:pt x="21247" y="183"/>
                    <a:pt x="20943" y="183"/>
                  </a:cubicBezTo>
                  <a:lnTo>
                    <a:pt x="11186" y="183"/>
                  </a:lnTo>
                  <a:cubicBezTo>
                    <a:pt x="10882" y="183"/>
                    <a:pt x="10548" y="91"/>
                    <a:pt x="10274" y="0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068433" y="2600008"/>
              <a:ext cx="1077720" cy="566317"/>
            </a:xfrm>
            <a:custGeom>
              <a:avLst/>
              <a:gdLst/>
              <a:ahLst/>
              <a:cxnLst/>
              <a:rect l="l" t="t" r="r" b="b"/>
              <a:pathLst>
                <a:path w="41764" h="21946" extrusionOk="0">
                  <a:moveTo>
                    <a:pt x="24499" y="0"/>
                  </a:moveTo>
                  <a:lnTo>
                    <a:pt x="24438" y="61"/>
                  </a:lnTo>
                  <a:lnTo>
                    <a:pt x="24347" y="61"/>
                  </a:lnTo>
                  <a:cubicBezTo>
                    <a:pt x="22858" y="2280"/>
                    <a:pt x="22067" y="4803"/>
                    <a:pt x="21520" y="7417"/>
                  </a:cubicBezTo>
                  <a:cubicBezTo>
                    <a:pt x="21338" y="8298"/>
                    <a:pt x="21277" y="9119"/>
                    <a:pt x="21125" y="10000"/>
                  </a:cubicBezTo>
                  <a:cubicBezTo>
                    <a:pt x="20973" y="9636"/>
                    <a:pt x="20943" y="9240"/>
                    <a:pt x="20882" y="8876"/>
                  </a:cubicBezTo>
                  <a:cubicBezTo>
                    <a:pt x="20517" y="6292"/>
                    <a:pt x="19788" y="3860"/>
                    <a:pt x="18694" y="1520"/>
                  </a:cubicBezTo>
                  <a:cubicBezTo>
                    <a:pt x="18450" y="1003"/>
                    <a:pt x="18086" y="547"/>
                    <a:pt x="17751" y="61"/>
                  </a:cubicBezTo>
                  <a:lnTo>
                    <a:pt x="0" y="61"/>
                  </a:lnTo>
                  <a:cubicBezTo>
                    <a:pt x="1824" y="395"/>
                    <a:pt x="3587" y="821"/>
                    <a:pt x="5319" y="1429"/>
                  </a:cubicBezTo>
                  <a:cubicBezTo>
                    <a:pt x="7022" y="2037"/>
                    <a:pt x="8663" y="2857"/>
                    <a:pt x="10213" y="3860"/>
                  </a:cubicBezTo>
                  <a:cubicBezTo>
                    <a:pt x="11733" y="4833"/>
                    <a:pt x="13131" y="5988"/>
                    <a:pt x="14408" y="7265"/>
                  </a:cubicBezTo>
                  <a:cubicBezTo>
                    <a:pt x="15684" y="8602"/>
                    <a:pt x="16779" y="10061"/>
                    <a:pt x="17751" y="11642"/>
                  </a:cubicBezTo>
                  <a:cubicBezTo>
                    <a:pt x="18694" y="13253"/>
                    <a:pt x="19484" y="14864"/>
                    <a:pt x="19970" y="16657"/>
                  </a:cubicBezTo>
                  <a:cubicBezTo>
                    <a:pt x="20426" y="18420"/>
                    <a:pt x="20791" y="20152"/>
                    <a:pt x="21156" y="21946"/>
                  </a:cubicBezTo>
                  <a:cubicBezTo>
                    <a:pt x="21642" y="16383"/>
                    <a:pt x="23739" y="11520"/>
                    <a:pt x="27569" y="7447"/>
                  </a:cubicBezTo>
                  <a:cubicBezTo>
                    <a:pt x="31460" y="3405"/>
                    <a:pt x="36171" y="973"/>
                    <a:pt x="41764" y="213"/>
                  </a:cubicBezTo>
                  <a:cubicBezTo>
                    <a:pt x="41703" y="122"/>
                    <a:pt x="41703" y="91"/>
                    <a:pt x="41703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6143779" y="2599208"/>
              <a:ext cx="34553" cy="7871"/>
            </a:xfrm>
            <a:custGeom>
              <a:avLst/>
              <a:gdLst/>
              <a:ahLst/>
              <a:cxnLst/>
              <a:rect l="l" t="t" r="r" b="b"/>
              <a:pathLst>
                <a:path w="1339" h="305" extrusionOk="0">
                  <a:moveTo>
                    <a:pt x="1338" y="1"/>
                  </a:moveTo>
                  <a:cubicBezTo>
                    <a:pt x="882" y="62"/>
                    <a:pt x="457" y="92"/>
                    <a:pt x="1" y="122"/>
                  </a:cubicBezTo>
                  <a:cubicBezTo>
                    <a:pt x="31" y="214"/>
                    <a:pt x="31" y="244"/>
                    <a:pt x="31" y="305"/>
                  </a:cubicBezTo>
                  <a:cubicBezTo>
                    <a:pt x="487" y="274"/>
                    <a:pt x="943" y="244"/>
                    <a:pt x="1338" y="244"/>
                  </a:cubicBezTo>
                  <a:lnTo>
                    <a:pt x="1338" y="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695908" y="2593737"/>
              <a:ext cx="3948" cy="8645"/>
            </a:xfrm>
            <a:custGeom>
              <a:avLst/>
              <a:gdLst/>
              <a:ahLst/>
              <a:cxnLst/>
              <a:rect l="l" t="t" r="r" b="b"/>
              <a:pathLst>
                <a:path w="153" h="335" extrusionOk="0">
                  <a:moveTo>
                    <a:pt x="153" y="0"/>
                  </a:moveTo>
                  <a:cubicBezTo>
                    <a:pt x="92" y="91"/>
                    <a:pt x="31" y="213"/>
                    <a:pt x="1" y="334"/>
                  </a:cubicBezTo>
                  <a:lnTo>
                    <a:pt x="62" y="334"/>
                  </a:lnTo>
                  <a:lnTo>
                    <a:pt x="153" y="304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709249" y="904206"/>
              <a:ext cx="1125588" cy="773427"/>
            </a:xfrm>
            <a:custGeom>
              <a:avLst/>
              <a:gdLst/>
              <a:ahLst/>
              <a:cxnLst/>
              <a:rect l="l" t="t" r="r" b="b"/>
              <a:pathLst>
                <a:path w="43619" h="29972" extrusionOk="0">
                  <a:moveTo>
                    <a:pt x="8116" y="1"/>
                  </a:moveTo>
                  <a:cubicBezTo>
                    <a:pt x="5836" y="2767"/>
                    <a:pt x="3435" y="5199"/>
                    <a:pt x="0" y="6354"/>
                  </a:cubicBezTo>
                  <a:cubicBezTo>
                    <a:pt x="1010" y="6354"/>
                    <a:pt x="2024" y="6349"/>
                    <a:pt x="3042" y="6349"/>
                  </a:cubicBezTo>
                  <a:cubicBezTo>
                    <a:pt x="4571" y="6349"/>
                    <a:pt x="6110" y="6360"/>
                    <a:pt x="7660" y="6414"/>
                  </a:cubicBezTo>
                  <a:cubicBezTo>
                    <a:pt x="8937" y="6475"/>
                    <a:pt x="10274" y="6566"/>
                    <a:pt x="11490" y="6931"/>
                  </a:cubicBezTo>
                  <a:cubicBezTo>
                    <a:pt x="16931" y="8451"/>
                    <a:pt x="20335" y="13497"/>
                    <a:pt x="20031" y="19302"/>
                  </a:cubicBezTo>
                  <a:cubicBezTo>
                    <a:pt x="20031" y="21126"/>
                    <a:pt x="20062" y="22919"/>
                    <a:pt x="20062" y="24713"/>
                  </a:cubicBezTo>
                  <a:cubicBezTo>
                    <a:pt x="20062" y="26445"/>
                    <a:pt x="20122" y="28238"/>
                    <a:pt x="20122" y="29971"/>
                  </a:cubicBezTo>
                  <a:cubicBezTo>
                    <a:pt x="20761" y="29333"/>
                    <a:pt x="21429" y="28725"/>
                    <a:pt x="22098" y="28086"/>
                  </a:cubicBezTo>
                  <a:lnTo>
                    <a:pt x="42980" y="7174"/>
                  </a:lnTo>
                  <a:cubicBezTo>
                    <a:pt x="43223" y="6962"/>
                    <a:pt x="43406" y="6658"/>
                    <a:pt x="43618" y="6384"/>
                  </a:cubicBezTo>
                  <a:cubicBezTo>
                    <a:pt x="40336" y="6384"/>
                    <a:pt x="37022" y="6354"/>
                    <a:pt x="33709" y="6354"/>
                  </a:cubicBezTo>
                  <a:lnTo>
                    <a:pt x="20031" y="6354"/>
                  </a:lnTo>
                  <a:lnTo>
                    <a:pt x="20031" y="4803"/>
                  </a:lnTo>
                  <a:cubicBezTo>
                    <a:pt x="19879" y="4986"/>
                    <a:pt x="19727" y="5199"/>
                    <a:pt x="19575" y="5411"/>
                  </a:cubicBezTo>
                  <a:cubicBezTo>
                    <a:pt x="19150" y="5959"/>
                    <a:pt x="18572" y="6354"/>
                    <a:pt x="17904" y="6354"/>
                  </a:cubicBezTo>
                  <a:cubicBezTo>
                    <a:pt x="17762" y="6354"/>
                    <a:pt x="17617" y="6355"/>
                    <a:pt x="17471" y="6355"/>
                  </a:cubicBezTo>
                  <a:cubicBezTo>
                    <a:pt x="16959" y="6355"/>
                    <a:pt x="16431" y="6337"/>
                    <a:pt x="15958" y="6171"/>
                  </a:cubicBezTo>
                  <a:cubicBezTo>
                    <a:pt x="14955" y="5776"/>
                    <a:pt x="13922" y="5320"/>
                    <a:pt x="13010" y="4712"/>
                  </a:cubicBezTo>
                  <a:cubicBezTo>
                    <a:pt x="11338" y="3648"/>
                    <a:pt x="9970" y="2159"/>
                    <a:pt x="8663" y="639"/>
                  </a:cubicBezTo>
                  <a:cubicBezTo>
                    <a:pt x="8481" y="427"/>
                    <a:pt x="8329" y="244"/>
                    <a:pt x="8116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609642" y="1680730"/>
              <a:ext cx="616533" cy="608688"/>
            </a:xfrm>
            <a:custGeom>
              <a:avLst/>
              <a:gdLst/>
              <a:ahLst/>
              <a:cxnLst/>
              <a:rect l="l" t="t" r="r" b="b"/>
              <a:pathLst>
                <a:path w="23892" h="23588" extrusionOk="0">
                  <a:moveTo>
                    <a:pt x="13678" y="1"/>
                  </a:moveTo>
                  <a:cubicBezTo>
                    <a:pt x="13101" y="31"/>
                    <a:pt x="12554" y="31"/>
                    <a:pt x="12007" y="92"/>
                  </a:cubicBezTo>
                  <a:cubicBezTo>
                    <a:pt x="8207" y="3891"/>
                    <a:pt x="4438" y="7691"/>
                    <a:pt x="639" y="11490"/>
                  </a:cubicBezTo>
                  <a:cubicBezTo>
                    <a:pt x="487" y="11642"/>
                    <a:pt x="304" y="11703"/>
                    <a:pt x="122" y="11824"/>
                  </a:cubicBezTo>
                  <a:lnTo>
                    <a:pt x="0" y="12159"/>
                  </a:lnTo>
                  <a:cubicBezTo>
                    <a:pt x="31" y="12554"/>
                    <a:pt x="152" y="12888"/>
                    <a:pt x="152" y="13253"/>
                  </a:cubicBezTo>
                  <a:lnTo>
                    <a:pt x="152" y="23588"/>
                  </a:lnTo>
                  <a:lnTo>
                    <a:pt x="304" y="23588"/>
                  </a:lnTo>
                  <a:cubicBezTo>
                    <a:pt x="547" y="23344"/>
                    <a:pt x="882" y="23071"/>
                    <a:pt x="1186" y="22797"/>
                  </a:cubicBezTo>
                  <a:lnTo>
                    <a:pt x="23131" y="852"/>
                  </a:lnTo>
                  <a:cubicBezTo>
                    <a:pt x="23375" y="578"/>
                    <a:pt x="23618" y="335"/>
                    <a:pt x="23891" y="122"/>
                  </a:cubicBezTo>
                  <a:cubicBezTo>
                    <a:pt x="23861" y="122"/>
                    <a:pt x="23861" y="92"/>
                    <a:pt x="23861" y="31"/>
                  </a:cubicBezTo>
                  <a:lnTo>
                    <a:pt x="14712" y="31"/>
                  </a:lnTo>
                  <a:cubicBezTo>
                    <a:pt x="14347" y="31"/>
                    <a:pt x="14013" y="1"/>
                    <a:pt x="13678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611216" y="1679956"/>
              <a:ext cx="307492" cy="305144"/>
            </a:xfrm>
            <a:custGeom>
              <a:avLst/>
              <a:gdLst/>
              <a:ahLst/>
              <a:cxnLst/>
              <a:rect l="l" t="t" r="r" b="b"/>
              <a:pathLst>
                <a:path w="11916" h="11825" extrusionOk="0">
                  <a:moveTo>
                    <a:pt x="30" y="0"/>
                  </a:moveTo>
                  <a:cubicBezTo>
                    <a:pt x="30" y="426"/>
                    <a:pt x="91" y="790"/>
                    <a:pt x="91" y="1216"/>
                  </a:cubicBezTo>
                  <a:lnTo>
                    <a:pt x="91" y="10669"/>
                  </a:lnTo>
                  <a:cubicBezTo>
                    <a:pt x="91" y="11064"/>
                    <a:pt x="30" y="11429"/>
                    <a:pt x="0" y="11824"/>
                  </a:cubicBezTo>
                  <a:cubicBezTo>
                    <a:pt x="182" y="11703"/>
                    <a:pt x="395" y="11611"/>
                    <a:pt x="547" y="11459"/>
                  </a:cubicBezTo>
                  <a:cubicBezTo>
                    <a:pt x="4347" y="7660"/>
                    <a:pt x="8116" y="3860"/>
                    <a:pt x="11915" y="61"/>
                  </a:cubicBezTo>
                  <a:cubicBezTo>
                    <a:pt x="11338" y="61"/>
                    <a:pt x="10760" y="31"/>
                    <a:pt x="10183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308446" y="1381108"/>
              <a:ext cx="305918" cy="299648"/>
            </a:xfrm>
            <a:custGeom>
              <a:avLst/>
              <a:gdLst/>
              <a:ahLst/>
              <a:cxnLst/>
              <a:rect l="l" t="t" r="r" b="b"/>
              <a:pathLst>
                <a:path w="11855" h="11612" extrusionOk="0">
                  <a:moveTo>
                    <a:pt x="11733" y="0"/>
                  </a:moveTo>
                  <a:cubicBezTo>
                    <a:pt x="11551" y="152"/>
                    <a:pt x="11368" y="213"/>
                    <a:pt x="11277" y="335"/>
                  </a:cubicBezTo>
                  <a:lnTo>
                    <a:pt x="0" y="11612"/>
                  </a:lnTo>
                  <a:cubicBezTo>
                    <a:pt x="31" y="11581"/>
                    <a:pt x="61" y="11581"/>
                    <a:pt x="122" y="11581"/>
                  </a:cubicBezTo>
                  <a:lnTo>
                    <a:pt x="11855" y="11581"/>
                  </a:lnTo>
                  <a:lnTo>
                    <a:pt x="11855" y="1520"/>
                  </a:lnTo>
                  <a:cubicBezTo>
                    <a:pt x="11824" y="1004"/>
                    <a:pt x="11794" y="487"/>
                    <a:pt x="11733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961028" y="1402294"/>
              <a:ext cx="265921" cy="279236"/>
            </a:xfrm>
            <a:custGeom>
              <a:avLst/>
              <a:gdLst/>
              <a:ahLst/>
              <a:cxnLst/>
              <a:rect l="l" t="t" r="r" b="b"/>
              <a:pathLst>
                <a:path w="10305" h="10821" extrusionOk="0">
                  <a:moveTo>
                    <a:pt x="10183" y="0"/>
                  </a:moveTo>
                  <a:lnTo>
                    <a:pt x="10092" y="456"/>
                  </a:lnTo>
                  <a:cubicBezTo>
                    <a:pt x="9545" y="4438"/>
                    <a:pt x="7508" y="7417"/>
                    <a:pt x="4013" y="9392"/>
                  </a:cubicBezTo>
                  <a:cubicBezTo>
                    <a:pt x="2736" y="10122"/>
                    <a:pt x="1368" y="10456"/>
                    <a:pt x="0" y="10791"/>
                  </a:cubicBezTo>
                  <a:cubicBezTo>
                    <a:pt x="365" y="10791"/>
                    <a:pt x="700" y="10821"/>
                    <a:pt x="1034" y="10821"/>
                  </a:cubicBezTo>
                  <a:lnTo>
                    <a:pt x="10213" y="10821"/>
                  </a:lnTo>
                  <a:cubicBezTo>
                    <a:pt x="10244" y="10821"/>
                    <a:pt x="10274" y="10791"/>
                    <a:pt x="10274" y="10791"/>
                  </a:cubicBezTo>
                  <a:cubicBezTo>
                    <a:pt x="10305" y="10760"/>
                    <a:pt x="10305" y="10730"/>
                    <a:pt x="10274" y="10669"/>
                  </a:cubicBezTo>
                  <a:cubicBezTo>
                    <a:pt x="10274" y="8936"/>
                    <a:pt x="10244" y="7143"/>
                    <a:pt x="10244" y="5411"/>
                  </a:cubicBezTo>
                  <a:cubicBezTo>
                    <a:pt x="10244" y="3587"/>
                    <a:pt x="10183" y="1794"/>
                    <a:pt x="10183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613564" y="1421106"/>
              <a:ext cx="258850" cy="259650"/>
            </a:xfrm>
            <a:custGeom>
              <a:avLst/>
              <a:gdLst/>
              <a:ahLst/>
              <a:cxnLst/>
              <a:rect l="l" t="t" r="r" b="b"/>
              <a:pathLst>
                <a:path w="10031" h="10062" extrusionOk="0">
                  <a:moveTo>
                    <a:pt x="0" y="1"/>
                  </a:moveTo>
                  <a:lnTo>
                    <a:pt x="0" y="10062"/>
                  </a:lnTo>
                  <a:cubicBezTo>
                    <a:pt x="3374" y="10062"/>
                    <a:pt x="6718" y="10062"/>
                    <a:pt x="10031" y="10031"/>
                  </a:cubicBezTo>
                  <a:cubicBezTo>
                    <a:pt x="9696" y="9940"/>
                    <a:pt x="9392" y="9818"/>
                    <a:pt x="9028" y="9758"/>
                  </a:cubicBezTo>
                  <a:cubicBezTo>
                    <a:pt x="4438" y="8542"/>
                    <a:pt x="1520" y="5593"/>
                    <a:pt x="274" y="973"/>
                  </a:cubicBezTo>
                  <a:cubicBezTo>
                    <a:pt x="183" y="639"/>
                    <a:pt x="61" y="335"/>
                    <a:pt x="0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610416" y="1379534"/>
              <a:ext cx="800" cy="2374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1" y="1"/>
                  </a:moveTo>
                  <a:lnTo>
                    <a:pt x="1" y="92"/>
                  </a:lnTo>
                  <a:lnTo>
                    <a:pt x="31" y="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607293" y="1366993"/>
              <a:ext cx="3922" cy="800"/>
            </a:xfrm>
            <a:custGeom>
              <a:avLst/>
              <a:gdLst/>
              <a:ahLst/>
              <a:cxnLst/>
              <a:rect l="l" t="t" r="r" b="b"/>
              <a:pathLst>
                <a:path w="152" h="31" extrusionOk="0">
                  <a:moveTo>
                    <a:pt x="152" y="0"/>
                  </a:moveTo>
                  <a:cubicBezTo>
                    <a:pt x="122" y="0"/>
                    <a:pt x="61" y="0"/>
                    <a:pt x="0" y="31"/>
                  </a:cubicBezTo>
                  <a:cubicBezTo>
                    <a:pt x="91" y="31"/>
                    <a:pt x="122" y="31"/>
                    <a:pt x="152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612764" y="3519259"/>
              <a:ext cx="611837" cy="613411"/>
            </a:xfrm>
            <a:custGeom>
              <a:avLst/>
              <a:gdLst/>
              <a:ahLst/>
              <a:cxnLst/>
              <a:rect l="l" t="t" r="r" b="b"/>
              <a:pathLst>
                <a:path w="23710" h="23771" extrusionOk="0">
                  <a:moveTo>
                    <a:pt x="31" y="1"/>
                  </a:moveTo>
                  <a:cubicBezTo>
                    <a:pt x="31" y="4013"/>
                    <a:pt x="1" y="8086"/>
                    <a:pt x="1" y="12129"/>
                  </a:cubicBezTo>
                  <a:cubicBezTo>
                    <a:pt x="1" y="15989"/>
                    <a:pt x="31" y="19880"/>
                    <a:pt x="31" y="23740"/>
                  </a:cubicBezTo>
                  <a:cubicBezTo>
                    <a:pt x="609" y="23740"/>
                    <a:pt x="1125" y="23770"/>
                    <a:pt x="1703" y="23770"/>
                  </a:cubicBezTo>
                  <a:cubicBezTo>
                    <a:pt x="2159" y="23740"/>
                    <a:pt x="2645" y="23618"/>
                    <a:pt x="3101" y="23588"/>
                  </a:cubicBezTo>
                  <a:cubicBezTo>
                    <a:pt x="5624" y="23284"/>
                    <a:pt x="7995" y="22554"/>
                    <a:pt x="10244" y="21460"/>
                  </a:cubicBezTo>
                  <a:cubicBezTo>
                    <a:pt x="15655" y="18816"/>
                    <a:pt x="19545" y="14712"/>
                    <a:pt x="21916" y="9150"/>
                  </a:cubicBezTo>
                  <a:cubicBezTo>
                    <a:pt x="22889" y="6840"/>
                    <a:pt x="23436" y="4408"/>
                    <a:pt x="23649" y="1885"/>
                  </a:cubicBezTo>
                  <a:cubicBezTo>
                    <a:pt x="23649" y="1247"/>
                    <a:pt x="23709" y="639"/>
                    <a:pt x="23709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018217" y="3538871"/>
              <a:ext cx="577335" cy="576535"/>
            </a:xfrm>
            <a:custGeom>
              <a:avLst/>
              <a:gdLst/>
              <a:ahLst/>
              <a:cxnLst/>
              <a:rect l="l" t="t" r="r" b="b"/>
              <a:pathLst>
                <a:path w="22373" h="22342" extrusionOk="0">
                  <a:moveTo>
                    <a:pt x="11217" y="1"/>
                  </a:moveTo>
                  <a:cubicBezTo>
                    <a:pt x="11065" y="305"/>
                    <a:pt x="11034" y="639"/>
                    <a:pt x="10943" y="973"/>
                  </a:cubicBezTo>
                  <a:cubicBezTo>
                    <a:pt x="10609" y="2615"/>
                    <a:pt x="10335" y="4226"/>
                    <a:pt x="9910" y="5806"/>
                  </a:cubicBezTo>
                  <a:cubicBezTo>
                    <a:pt x="9302" y="7934"/>
                    <a:pt x="7873" y="9332"/>
                    <a:pt x="5746" y="9970"/>
                  </a:cubicBezTo>
                  <a:cubicBezTo>
                    <a:pt x="4743" y="10274"/>
                    <a:pt x="3740" y="10518"/>
                    <a:pt x="2706" y="10700"/>
                  </a:cubicBezTo>
                  <a:cubicBezTo>
                    <a:pt x="1794" y="10852"/>
                    <a:pt x="913" y="10974"/>
                    <a:pt x="1" y="11126"/>
                  </a:cubicBezTo>
                  <a:cubicBezTo>
                    <a:pt x="305" y="11308"/>
                    <a:pt x="609" y="11369"/>
                    <a:pt x="913" y="11429"/>
                  </a:cubicBezTo>
                  <a:cubicBezTo>
                    <a:pt x="2372" y="11733"/>
                    <a:pt x="3831" y="11977"/>
                    <a:pt x="5290" y="12311"/>
                  </a:cubicBezTo>
                  <a:cubicBezTo>
                    <a:pt x="7752" y="12919"/>
                    <a:pt x="9393" y="14469"/>
                    <a:pt x="10001" y="16992"/>
                  </a:cubicBezTo>
                  <a:cubicBezTo>
                    <a:pt x="10366" y="18420"/>
                    <a:pt x="10609" y="19940"/>
                    <a:pt x="10913" y="21430"/>
                  </a:cubicBezTo>
                  <a:cubicBezTo>
                    <a:pt x="10974" y="21734"/>
                    <a:pt x="11034" y="22038"/>
                    <a:pt x="11095" y="22341"/>
                  </a:cubicBezTo>
                  <a:cubicBezTo>
                    <a:pt x="11338" y="21764"/>
                    <a:pt x="11369" y="21186"/>
                    <a:pt x="11490" y="20609"/>
                  </a:cubicBezTo>
                  <a:cubicBezTo>
                    <a:pt x="11794" y="19180"/>
                    <a:pt x="12038" y="17752"/>
                    <a:pt x="12463" y="16384"/>
                  </a:cubicBezTo>
                  <a:cubicBezTo>
                    <a:pt x="13041" y="14439"/>
                    <a:pt x="14378" y="13101"/>
                    <a:pt x="16293" y="12493"/>
                  </a:cubicBezTo>
                  <a:cubicBezTo>
                    <a:pt x="17509" y="12129"/>
                    <a:pt x="18816" y="11855"/>
                    <a:pt x="20062" y="11581"/>
                  </a:cubicBezTo>
                  <a:cubicBezTo>
                    <a:pt x="20822" y="11429"/>
                    <a:pt x="21612" y="11308"/>
                    <a:pt x="22372" y="11217"/>
                  </a:cubicBezTo>
                  <a:lnTo>
                    <a:pt x="22372" y="11156"/>
                  </a:lnTo>
                  <a:cubicBezTo>
                    <a:pt x="21825" y="11034"/>
                    <a:pt x="21217" y="10974"/>
                    <a:pt x="20640" y="10882"/>
                  </a:cubicBezTo>
                  <a:cubicBezTo>
                    <a:pt x="18998" y="10639"/>
                    <a:pt x="17357" y="10366"/>
                    <a:pt x="15837" y="9727"/>
                  </a:cubicBezTo>
                  <a:cubicBezTo>
                    <a:pt x="14317" y="9119"/>
                    <a:pt x="13223" y="8056"/>
                    <a:pt x="12645" y="6536"/>
                  </a:cubicBezTo>
                  <a:cubicBezTo>
                    <a:pt x="12311" y="5624"/>
                    <a:pt x="12038" y="4712"/>
                    <a:pt x="11855" y="3800"/>
                  </a:cubicBezTo>
                  <a:cubicBezTo>
                    <a:pt x="11582" y="2524"/>
                    <a:pt x="11430" y="1247"/>
                    <a:pt x="11217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310794" y="1679956"/>
              <a:ext cx="301996" cy="305144"/>
            </a:xfrm>
            <a:custGeom>
              <a:avLst/>
              <a:gdLst/>
              <a:ahLst/>
              <a:cxnLst/>
              <a:rect l="l" t="t" r="r" b="b"/>
              <a:pathLst>
                <a:path w="11703" h="11825" extrusionOk="0">
                  <a:moveTo>
                    <a:pt x="0" y="0"/>
                  </a:moveTo>
                  <a:cubicBezTo>
                    <a:pt x="183" y="274"/>
                    <a:pt x="304" y="517"/>
                    <a:pt x="487" y="730"/>
                  </a:cubicBezTo>
                  <a:cubicBezTo>
                    <a:pt x="3982" y="4256"/>
                    <a:pt x="7508" y="7781"/>
                    <a:pt x="11034" y="11307"/>
                  </a:cubicBezTo>
                  <a:cubicBezTo>
                    <a:pt x="11247" y="11520"/>
                    <a:pt x="11429" y="11672"/>
                    <a:pt x="11612" y="11824"/>
                  </a:cubicBezTo>
                  <a:cubicBezTo>
                    <a:pt x="11642" y="11429"/>
                    <a:pt x="11703" y="11064"/>
                    <a:pt x="11703" y="10669"/>
                  </a:cubicBezTo>
                  <a:lnTo>
                    <a:pt x="11703" y="1216"/>
                  </a:lnTo>
                  <a:cubicBezTo>
                    <a:pt x="11703" y="790"/>
                    <a:pt x="11703" y="426"/>
                    <a:pt x="11642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313142" y="1994467"/>
              <a:ext cx="299648" cy="298874"/>
            </a:xfrm>
            <a:custGeom>
              <a:avLst/>
              <a:gdLst/>
              <a:ahLst/>
              <a:cxnLst/>
              <a:rect l="l" t="t" r="r" b="b"/>
              <a:pathLst>
                <a:path w="11612" h="11582" extrusionOk="0">
                  <a:moveTo>
                    <a:pt x="11460" y="1"/>
                  </a:moveTo>
                  <a:cubicBezTo>
                    <a:pt x="11308" y="122"/>
                    <a:pt x="11095" y="274"/>
                    <a:pt x="10943" y="426"/>
                  </a:cubicBezTo>
                  <a:lnTo>
                    <a:pt x="396" y="10974"/>
                  </a:lnTo>
                  <a:cubicBezTo>
                    <a:pt x="244" y="11095"/>
                    <a:pt x="122" y="11247"/>
                    <a:pt x="1" y="11399"/>
                  </a:cubicBezTo>
                  <a:cubicBezTo>
                    <a:pt x="305" y="11490"/>
                    <a:pt x="609" y="11582"/>
                    <a:pt x="913" y="11582"/>
                  </a:cubicBezTo>
                  <a:lnTo>
                    <a:pt x="10700" y="11582"/>
                  </a:lnTo>
                  <a:cubicBezTo>
                    <a:pt x="11004" y="11582"/>
                    <a:pt x="11308" y="11521"/>
                    <a:pt x="11612" y="11430"/>
                  </a:cubicBezTo>
                  <a:lnTo>
                    <a:pt x="11612" y="1095"/>
                  </a:lnTo>
                  <a:cubicBezTo>
                    <a:pt x="11612" y="730"/>
                    <a:pt x="11521" y="396"/>
                    <a:pt x="1146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6059062" y="548897"/>
              <a:ext cx="167113" cy="429086"/>
            </a:xfrm>
            <a:custGeom>
              <a:avLst/>
              <a:gdLst/>
              <a:ahLst/>
              <a:cxnLst/>
              <a:rect l="l" t="t" r="r" b="b"/>
              <a:pathLst>
                <a:path w="6476" h="16628" extrusionOk="0">
                  <a:moveTo>
                    <a:pt x="6323" y="1"/>
                  </a:moveTo>
                  <a:cubicBezTo>
                    <a:pt x="6110" y="1247"/>
                    <a:pt x="5533" y="2280"/>
                    <a:pt x="4834" y="3284"/>
                  </a:cubicBezTo>
                  <a:cubicBezTo>
                    <a:pt x="3800" y="4773"/>
                    <a:pt x="2585" y="6019"/>
                    <a:pt x="1278" y="7205"/>
                  </a:cubicBezTo>
                  <a:cubicBezTo>
                    <a:pt x="852" y="7569"/>
                    <a:pt x="457" y="7934"/>
                    <a:pt x="1" y="8299"/>
                  </a:cubicBezTo>
                  <a:cubicBezTo>
                    <a:pt x="275" y="8542"/>
                    <a:pt x="518" y="8724"/>
                    <a:pt x="730" y="8937"/>
                  </a:cubicBezTo>
                  <a:cubicBezTo>
                    <a:pt x="1582" y="9758"/>
                    <a:pt x="2402" y="10457"/>
                    <a:pt x="3192" y="11308"/>
                  </a:cubicBezTo>
                  <a:cubicBezTo>
                    <a:pt x="4682" y="12828"/>
                    <a:pt x="5776" y="14560"/>
                    <a:pt x="6384" y="16627"/>
                  </a:cubicBezTo>
                  <a:cubicBezTo>
                    <a:pt x="6445" y="14469"/>
                    <a:pt x="6445" y="12250"/>
                    <a:pt x="6475" y="10092"/>
                  </a:cubicBezTo>
                  <a:lnTo>
                    <a:pt x="6475" y="6475"/>
                  </a:lnTo>
                  <a:cubicBezTo>
                    <a:pt x="6475" y="4651"/>
                    <a:pt x="6475" y="2858"/>
                    <a:pt x="6445" y="1034"/>
                  </a:cubicBezTo>
                  <a:cubicBezTo>
                    <a:pt x="6445" y="700"/>
                    <a:pt x="6354" y="366"/>
                    <a:pt x="6323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5190775" y="918347"/>
              <a:ext cx="4748" cy="5496"/>
            </a:xfrm>
            <a:custGeom>
              <a:avLst/>
              <a:gdLst/>
              <a:ahLst/>
              <a:cxnLst/>
              <a:rect l="l" t="t" r="r" b="b"/>
              <a:pathLst>
                <a:path w="184" h="213" extrusionOk="0">
                  <a:moveTo>
                    <a:pt x="183" y="0"/>
                  </a:moveTo>
                  <a:cubicBezTo>
                    <a:pt x="122" y="0"/>
                    <a:pt x="92" y="30"/>
                    <a:pt x="1" y="61"/>
                  </a:cubicBezTo>
                  <a:lnTo>
                    <a:pt x="153" y="213"/>
                  </a:lnTo>
                  <a:cubicBezTo>
                    <a:pt x="153" y="152"/>
                    <a:pt x="183" y="61"/>
                    <a:pt x="183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418246" y="912851"/>
              <a:ext cx="826" cy="1600"/>
            </a:xfrm>
            <a:custGeom>
              <a:avLst/>
              <a:gdLst/>
              <a:ahLst/>
              <a:cxnLst/>
              <a:rect l="l" t="t" r="r" b="b"/>
              <a:pathLst>
                <a:path w="32" h="62" extrusionOk="0">
                  <a:moveTo>
                    <a:pt x="31" y="0"/>
                  </a:moveTo>
                  <a:lnTo>
                    <a:pt x="1" y="61"/>
                  </a:lnTo>
                  <a:lnTo>
                    <a:pt x="31" y="6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135088" y="859512"/>
              <a:ext cx="5522" cy="4722"/>
            </a:xfrm>
            <a:custGeom>
              <a:avLst/>
              <a:gdLst/>
              <a:ahLst/>
              <a:cxnLst/>
              <a:rect l="l" t="t" r="r" b="b"/>
              <a:pathLst>
                <a:path w="214" h="183" extrusionOk="0">
                  <a:moveTo>
                    <a:pt x="1" y="0"/>
                  </a:moveTo>
                  <a:cubicBezTo>
                    <a:pt x="62" y="31"/>
                    <a:pt x="122" y="92"/>
                    <a:pt x="92" y="183"/>
                  </a:cubicBezTo>
                  <a:cubicBezTo>
                    <a:pt x="153" y="92"/>
                    <a:pt x="183" y="61"/>
                    <a:pt x="214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484926" y="821862"/>
              <a:ext cx="800" cy="2374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31" y="0"/>
                  </a:moveTo>
                  <a:lnTo>
                    <a:pt x="0" y="92"/>
                  </a:lnTo>
                  <a:lnTo>
                    <a:pt x="0" y="92"/>
                  </a:lnTo>
                  <a:lnTo>
                    <a:pt x="31" y="3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162544" y="634389"/>
              <a:ext cx="3174" cy="5522"/>
            </a:xfrm>
            <a:custGeom>
              <a:avLst/>
              <a:gdLst/>
              <a:ahLst/>
              <a:cxnLst/>
              <a:rect l="l" t="t" r="r" b="b"/>
              <a:pathLst>
                <a:path w="123" h="214" extrusionOk="0">
                  <a:moveTo>
                    <a:pt x="61" y="1"/>
                  </a:moveTo>
                  <a:lnTo>
                    <a:pt x="1" y="92"/>
                  </a:lnTo>
                  <a:lnTo>
                    <a:pt x="122" y="214"/>
                  </a:lnTo>
                  <a:cubicBezTo>
                    <a:pt x="61" y="153"/>
                    <a:pt x="61" y="92"/>
                    <a:pt x="61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7"/>
            <p:cNvSpPr/>
            <p:nvPr/>
          </p:nvSpPr>
          <p:spPr>
            <a:xfrm>
              <a:off x="5448851" y="630467"/>
              <a:ext cx="5496" cy="7096"/>
            </a:xfrm>
            <a:custGeom>
              <a:avLst/>
              <a:gdLst/>
              <a:ahLst/>
              <a:cxnLst/>
              <a:rect l="l" t="t" r="r" b="b"/>
              <a:pathLst>
                <a:path w="213" h="275" extrusionOk="0">
                  <a:moveTo>
                    <a:pt x="61" y="1"/>
                  </a:moveTo>
                  <a:cubicBezTo>
                    <a:pt x="30" y="92"/>
                    <a:pt x="30" y="214"/>
                    <a:pt x="0" y="274"/>
                  </a:cubicBezTo>
                  <a:cubicBezTo>
                    <a:pt x="61" y="244"/>
                    <a:pt x="152" y="244"/>
                    <a:pt x="213" y="214"/>
                  </a:cubicBezTo>
                  <a:cubicBezTo>
                    <a:pt x="152" y="123"/>
                    <a:pt x="122" y="62"/>
                    <a:pt x="61" y="1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7"/>
            <p:cNvSpPr/>
            <p:nvPr/>
          </p:nvSpPr>
          <p:spPr>
            <a:xfrm>
              <a:off x="4996966" y="-92576"/>
              <a:ext cx="3782700" cy="556500"/>
            </a:xfrm>
            <a:prstGeom prst="rect">
              <a:avLst/>
            </a:prstGeom>
            <a:solidFill>
              <a:srgbClr val="FFF7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0"/>
          <p:cNvSpPr txBox="1">
            <a:spLocks noGrp="1"/>
          </p:cNvSpPr>
          <p:nvPr>
            <p:ph type="title"/>
          </p:nvPr>
        </p:nvSpPr>
        <p:spPr>
          <a:xfrm>
            <a:off x="1979050" y="3591500"/>
            <a:ext cx="60915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3"/>
          <p:cNvSpPr txBox="1">
            <a:spLocks noGrp="1"/>
          </p:cNvSpPr>
          <p:nvPr>
            <p:ph type="title" hasCustomPrompt="1"/>
          </p:nvPr>
        </p:nvSpPr>
        <p:spPr>
          <a:xfrm>
            <a:off x="1132975" y="1558525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2" name="Google Shape;852;p13"/>
          <p:cNvSpPr txBox="1">
            <a:spLocks noGrp="1"/>
          </p:cNvSpPr>
          <p:nvPr>
            <p:ph type="subTitle" idx="1"/>
          </p:nvPr>
        </p:nvSpPr>
        <p:spPr>
          <a:xfrm>
            <a:off x="1132975" y="2341080"/>
            <a:ext cx="2209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13"/>
          <p:cNvSpPr txBox="1">
            <a:spLocks noGrp="1"/>
          </p:cNvSpPr>
          <p:nvPr>
            <p:ph type="title" idx="2" hasCustomPrompt="1"/>
          </p:nvPr>
        </p:nvSpPr>
        <p:spPr>
          <a:xfrm>
            <a:off x="3675989" y="1558525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4" name="Google Shape;854;p13"/>
          <p:cNvSpPr txBox="1">
            <a:spLocks noGrp="1"/>
          </p:cNvSpPr>
          <p:nvPr>
            <p:ph type="subTitle" idx="3"/>
          </p:nvPr>
        </p:nvSpPr>
        <p:spPr>
          <a:xfrm>
            <a:off x="3675989" y="2341080"/>
            <a:ext cx="2209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13"/>
          <p:cNvSpPr txBox="1">
            <a:spLocks noGrp="1"/>
          </p:cNvSpPr>
          <p:nvPr>
            <p:ph type="title" idx="4" hasCustomPrompt="1"/>
          </p:nvPr>
        </p:nvSpPr>
        <p:spPr>
          <a:xfrm>
            <a:off x="6214369" y="1558525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6" name="Google Shape;856;p13"/>
          <p:cNvSpPr txBox="1">
            <a:spLocks noGrp="1"/>
          </p:cNvSpPr>
          <p:nvPr>
            <p:ph type="subTitle" idx="5"/>
          </p:nvPr>
        </p:nvSpPr>
        <p:spPr>
          <a:xfrm>
            <a:off x="6214369" y="2341080"/>
            <a:ext cx="2209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3"/>
          <p:cNvSpPr txBox="1">
            <a:spLocks noGrp="1"/>
          </p:cNvSpPr>
          <p:nvPr>
            <p:ph type="title" idx="6" hasCustomPrompt="1"/>
          </p:nvPr>
        </p:nvSpPr>
        <p:spPr>
          <a:xfrm>
            <a:off x="1132975" y="3270990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8" name="Google Shape;858;p13"/>
          <p:cNvSpPr txBox="1">
            <a:spLocks noGrp="1"/>
          </p:cNvSpPr>
          <p:nvPr>
            <p:ph type="subTitle" idx="7"/>
          </p:nvPr>
        </p:nvSpPr>
        <p:spPr>
          <a:xfrm>
            <a:off x="1132975" y="4060599"/>
            <a:ext cx="2209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9" name="Google Shape;859;p13"/>
          <p:cNvSpPr txBox="1">
            <a:spLocks noGrp="1"/>
          </p:cNvSpPr>
          <p:nvPr>
            <p:ph type="title" idx="8" hasCustomPrompt="1"/>
          </p:nvPr>
        </p:nvSpPr>
        <p:spPr>
          <a:xfrm>
            <a:off x="3675989" y="3270990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0" name="Google Shape;860;p13"/>
          <p:cNvSpPr txBox="1">
            <a:spLocks noGrp="1"/>
          </p:cNvSpPr>
          <p:nvPr>
            <p:ph type="subTitle" idx="9"/>
          </p:nvPr>
        </p:nvSpPr>
        <p:spPr>
          <a:xfrm>
            <a:off x="3675989" y="4060599"/>
            <a:ext cx="2209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1" name="Google Shape;861;p13"/>
          <p:cNvSpPr txBox="1">
            <a:spLocks noGrp="1"/>
          </p:cNvSpPr>
          <p:nvPr>
            <p:ph type="title" idx="13" hasCustomPrompt="1"/>
          </p:nvPr>
        </p:nvSpPr>
        <p:spPr>
          <a:xfrm>
            <a:off x="6214369" y="3270990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2" name="Google Shape;862;p13"/>
          <p:cNvSpPr txBox="1">
            <a:spLocks noGrp="1"/>
          </p:cNvSpPr>
          <p:nvPr>
            <p:ph type="subTitle" idx="14"/>
          </p:nvPr>
        </p:nvSpPr>
        <p:spPr>
          <a:xfrm>
            <a:off x="6214369" y="4060599"/>
            <a:ext cx="2209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3" name="Google Shape;863;p13"/>
          <p:cNvSpPr txBox="1">
            <a:spLocks noGrp="1"/>
          </p:cNvSpPr>
          <p:nvPr>
            <p:ph type="title" idx="15"/>
          </p:nvPr>
        </p:nvSpPr>
        <p:spPr>
          <a:xfrm>
            <a:off x="1394108" y="533638"/>
            <a:ext cx="635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3"/>
          <p:cNvSpPr txBox="1">
            <a:spLocks noGrp="1"/>
          </p:cNvSpPr>
          <p:nvPr>
            <p:ph type="subTitle" idx="16"/>
          </p:nvPr>
        </p:nvSpPr>
        <p:spPr>
          <a:xfrm>
            <a:off x="1132975" y="2024916"/>
            <a:ext cx="2209800" cy="3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5" name="Google Shape;865;p13"/>
          <p:cNvSpPr txBox="1">
            <a:spLocks noGrp="1"/>
          </p:cNvSpPr>
          <p:nvPr>
            <p:ph type="subTitle" idx="17"/>
          </p:nvPr>
        </p:nvSpPr>
        <p:spPr>
          <a:xfrm>
            <a:off x="3675989" y="2024916"/>
            <a:ext cx="2209800" cy="3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6" name="Google Shape;866;p13"/>
          <p:cNvSpPr txBox="1">
            <a:spLocks noGrp="1"/>
          </p:cNvSpPr>
          <p:nvPr>
            <p:ph type="subTitle" idx="18"/>
          </p:nvPr>
        </p:nvSpPr>
        <p:spPr>
          <a:xfrm>
            <a:off x="6214369" y="2024916"/>
            <a:ext cx="2209800" cy="3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7" name="Google Shape;867;p13"/>
          <p:cNvSpPr txBox="1">
            <a:spLocks noGrp="1"/>
          </p:cNvSpPr>
          <p:nvPr>
            <p:ph type="subTitle" idx="19"/>
          </p:nvPr>
        </p:nvSpPr>
        <p:spPr>
          <a:xfrm>
            <a:off x="1132975" y="3741993"/>
            <a:ext cx="2209800" cy="3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8" name="Google Shape;868;p13"/>
          <p:cNvSpPr txBox="1">
            <a:spLocks noGrp="1"/>
          </p:cNvSpPr>
          <p:nvPr>
            <p:ph type="subTitle" idx="20"/>
          </p:nvPr>
        </p:nvSpPr>
        <p:spPr>
          <a:xfrm>
            <a:off x="3675989" y="3741993"/>
            <a:ext cx="2209800" cy="3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9" name="Google Shape;869;p13"/>
          <p:cNvSpPr txBox="1">
            <a:spLocks noGrp="1"/>
          </p:cNvSpPr>
          <p:nvPr>
            <p:ph type="subTitle" idx="21"/>
          </p:nvPr>
        </p:nvSpPr>
        <p:spPr>
          <a:xfrm>
            <a:off x="6214369" y="3741993"/>
            <a:ext cx="2209800" cy="3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70" name="Google Shape;870;p13"/>
          <p:cNvGrpSpPr/>
          <p:nvPr/>
        </p:nvGrpSpPr>
        <p:grpSpPr>
          <a:xfrm>
            <a:off x="337889" y="427903"/>
            <a:ext cx="535056" cy="4311145"/>
            <a:chOff x="337900" y="476900"/>
            <a:chExt cx="559800" cy="4510509"/>
          </a:xfrm>
        </p:grpSpPr>
        <p:sp>
          <p:nvSpPr>
            <p:cNvPr id="871" name="Google Shape;871;p13"/>
            <p:cNvSpPr/>
            <p:nvPr/>
          </p:nvSpPr>
          <p:spPr>
            <a:xfrm>
              <a:off x="344342" y="4436609"/>
              <a:ext cx="545700" cy="550800"/>
            </a:xfrm>
            <a:prstGeom prst="rect">
              <a:avLst/>
            </a:pr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3"/>
            <p:cNvSpPr/>
            <p:nvPr/>
          </p:nvSpPr>
          <p:spPr>
            <a:xfrm>
              <a:off x="350387" y="476900"/>
              <a:ext cx="535800" cy="351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3"/>
            <p:cNvSpPr/>
            <p:nvPr/>
          </p:nvSpPr>
          <p:spPr>
            <a:xfrm>
              <a:off x="622404" y="4713080"/>
              <a:ext cx="275295" cy="271724"/>
            </a:xfrm>
            <a:custGeom>
              <a:avLst/>
              <a:gdLst/>
              <a:ahLst/>
              <a:cxnLst/>
              <a:rect l="l" t="t" r="r" b="b"/>
              <a:pathLst>
                <a:path w="11795" h="11642" extrusionOk="0">
                  <a:moveTo>
                    <a:pt x="11581" y="0"/>
                  </a:moveTo>
                  <a:cubicBezTo>
                    <a:pt x="7751" y="3800"/>
                    <a:pt x="3952" y="7630"/>
                    <a:pt x="153" y="11429"/>
                  </a:cubicBezTo>
                  <a:cubicBezTo>
                    <a:pt x="61" y="11490"/>
                    <a:pt x="31" y="11581"/>
                    <a:pt x="1" y="11642"/>
                  </a:cubicBezTo>
                  <a:lnTo>
                    <a:pt x="11794" y="11642"/>
                  </a:lnTo>
                  <a:cubicBezTo>
                    <a:pt x="11733" y="7812"/>
                    <a:pt x="11733" y="3952"/>
                    <a:pt x="11733" y="61"/>
                  </a:cubicBezTo>
                  <a:cubicBezTo>
                    <a:pt x="11703" y="31"/>
                    <a:pt x="11642" y="31"/>
                    <a:pt x="1158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3"/>
            <p:cNvSpPr/>
            <p:nvPr/>
          </p:nvSpPr>
          <p:spPr>
            <a:xfrm>
              <a:off x="340747" y="4712356"/>
              <a:ext cx="271724" cy="272448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0" y="1"/>
                  </a:moveTo>
                  <a:lnTo>
                    <a:pt x="0" y="8998"/>
                  </a:lnTo>
                  <a:lnTo>
                    <a:pt x="0" y="10123"/>
                  </a:lnTo>
                  <a:cubicBezTo>
                    <a:pt x="31" y="10670"/>
                    <a:pt x="31" y="11156"/>
                    <a:pt x="61" y="11673"/>
                  </a:cubicBezTo>
                  <a:lnTo>
                    <a:pt x="11642" y="11673"/>
                  </a:lnTo>
                  <a:cubicBezTo>
                    <a:pt x="11520" y="11521"/>
                    <a:pt x="11460" y="11338"/>
                    <a:pt x="11338" y="11217"/>
                  </a:cubicBezTo>
                  <a:cubicBezTo>
                    <a:pt x="7782" y="7600"/>
                    <a:pt x="4165" y="4043"/>
                    <a:pt x="548" y="426"/>
                  </a:cubicBezTo>
                  <a:cubicBezTo>
                    <a:pt x="456" y="335"/>
                    <a:pt x="304" y="244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3"/>
            <p:cNvSpPr/>
            <p:nvPr/>
          </p:nvSpPr>
          <p:spPr>
            <a:xfrm>
              <a:off x="346419" y="554951"/>
              <a:ext cx="545573" cy="550544"/>
            </a:xfrm>
            <a:custGeom>
              <a:avLst/>
              <a:gdLst/>
              <a:ahLst/>
              <a:cxnLst/>
              <a:rect l="l" t="t" r="r" b="b"/>
              <a:pathLst>
                <a:path w="23375" h="23588" extrusionOk="0">
                  <a:moveTo>
                    <a:pt x="16566" y="1"/>
                  </a:moveTo>
                  <a:cubicBezTo>
                    <a:pt x="14864" y="1824"/>
                    <a:pt x="13314" y="3466"/>
                    <a:pt x="11703" y="5168"/>
                  </a:cubicBezTo>
                  <a:cubicBezTo>
                    <a:pt x="10062" y="3466"/>
                    <a:pt x="8542" y="1794"/>
                    <a:pt x="6992" y="153"/>
                  </a:cubicBezTo>
                  <a:cubicBezTo>
                    <a:pt x="6931" y="214"/>
                    <a:pt x="6870" y="214"/>
                    <a:pt x="6809" y="244"/>
                  </a:cubicBezTo>
                  <a:cubicBezTo>
                    <a:pt x="6870" y="2493"/>
                    <a:pt x="6931" y="4712"/>
                    <a:pt x="6992" y="7083"/>
                  </a:cubicBezTo>
                  <a:cubicBezTo>
                    <a:pt x="4651" y="6992"/>
                    <a:pt x="2402" y="6961"/>
                    <a:pt x="153" y="6901"/>
                  </a:cubicBezTo>
                  <a:cubicBezTo>
                    <a:pt x="122" y="6961"/>
                    <a:pt x="122" y="6992"/>
                    <a:pt x="92" y="7083"/>
                  </a:cubicBezTo>
                  <a:cubicBezTo>
                    <a:pt x="1764" y="8633"/>
                    <a:pt x="3375" y="10183"/>
                    <a:pt x="5107" y="11794"/>
                  </a:cubicBezTo>
                  <a:cubicBezTo>
                    <a:pt x="4195" y="12615"/>
                    <a:pt x="3344" y="13375"/>
                    <a:pt x="2554" y="14195"/>
                  </a:cubicBezTo>
                  <a:cubicBezTo>
                    <a:pt x="1764" y="14986"/>
                    <a:pt x="852" y="15685"/>
                    <a:pt x="1" y="16688"/>
                  </a:cubicBezTo>
                  <a:cubicBezTo>
                    <a:pt x="1995" y="16688"/>
                    <a:pt x="3813" y="16493"/>
                    <a:pt x="5660" y="16493"/>
                  </a:cubicBezTo>
                  <a:cubicBezTo>
                    <a:pt x="6121" y="16493"/>
                    <a:pt x="6584" y="16506"/>
                    <a:pt x="7052" y="16536"/>
                  </a:cubicBezTo>
                  <a:cubicBezTo>
                    <a:pt x="6961" y="18937"/>
                    <a:pt x="6900" y="21217"/>
                    <a:pt x="6809" y="23527"/>
                  </a:cubicBezTo>
                  <a:lnTo>
                    <a:pt x="6992" y="23527"/>
                  </a:lnTo>
                  <a:cubicBezTo>
                    <a:pt x="7387" y="23071"/>
                    <a:pt x="7812" y="22585"/>
                    <a:pt x="8207" y="22129"/>
                  </a:cubicBezTo>
                  <a:cubicBezTo>
                    <a:pt x="9119" y="21156"/>
                    <a:pt x="10031" y="20153"/>
                    <a:pt x="11004" y="19180"/>
                  </a:cubicBezTo>
                  <a:cubicBezTo>
                    <a:pt x="11186" y="18937"/>
                    <a:pt x="11399" y="18755"/>
                    <a:pt x="11703" y="18451"/>
                  </a:cubicBezTo>
                  <a:cubicBezTo>
                    <a:pt x="13314" y="20183"/>
                    <a:pt x="14864" y="21855"/>
                    <a:pt x="16414" y="23588"/>
                  </a:cubicBezTo>
                  <a:lnTo>
                    <a:pt x="16505" y="23588"/>
                  </a:lnTo>
                  <a:cubicBezTo>
                    <a:pt x="16475" y="22159"/>
                    <a:pt x="16414" y="20731"/>
                    <a:pt x="16475" y="19332"/>
                  </a:cubicBezTo>
                  <a:lnTo>
                    <a:pt x="16475" y="16506"/>
                  </a:lnTo>
                  <a:cubicBezTo>
                    <a:pt x="18785" y="16536"/>
                    <a:pt x="21065" y="16627"/>
                    <a:pt x="23314" y="16688"/>
                  </a:cubicBezTo>
                  <a:cubicBezTo>
                    <a:pt x="23345" y="16627"/>
                    <a:pt x="23345" y="16597"/>
                    <a:pt x="23375" y="16506"/>
                  </a:cubicBezTo>
                  <a:cubicBezTo>
                    <a:pt x="21703" y="14955"/>
                    <a:pt x="20062" y="13436"/>
                    <a:pt x="18360" y="11794"/>
                  </a:cubicBezTo>
                  <a:cubicBezTo>
                    <a:pt x="19271" y="10943"/>
                    <a:pt x="20062" y="10153"/>
                    <a:pt x="20913" y="9393"/>
                  </a:cubicBezTo>
                  <a:cubicBezTo>
                    <a:pt x="21734" y="8633"/>
                    <a:pt x="22615" y="7873"/>
                    <a:pt x="23345" y="6961"/>
                  </a:cubicBezTo>
                  <a:cubicBezTo>
                    <a:pt x="21034" y="6961"/>
                    <a:pt x="18785" y="7083"/>
                    <a:pt x="16475" y="7083"/>
                  </a:cubicBezTo>
                  <a:cubicBezTo>
                    <a:pt x="16353" y="4682"/>
                    <a:pt x="16688" y="2432"/>
                    <a:pt x="16566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3"/>
            <p:cNvSpPr/>
            <p:nvPr/>
          </p:nvSpPr>
          <p:spPr>
            <a:xfrm>
              <a:off x="337900" y="1105489"/>
              <a:ext cx="246914" cy="235571"/>
            </a:xfrm>
            <a:custGeom>
              <a:avLst/>
              <a:gdLst/>
              <a:ahLst/>
              <a:cxnLst/>
              <a:rect l="l" t="t" r="r" b="b"/>
              <a:pathLst>
                <a:path w="10579" h="10093" extrusionOk="0">
                  <a:moveTo>
                    <a:pt x="7083" y="1"/>
                  </a:moveTo>
                  <a:cubicBezTo>
                    <a:pt x="4803" y="31"/>
                    <a:pt x="2493" y="31"/>
                    <a:pt x="214" y="31"/>
                  </a:cubicBezTo>
                  <a:cubicBezTo>
                    <a:pt x="92" y="639"/>
                    <a:pt x="62" y="1156"/>
                    <a:pt x="1" y="1703"/>
                  </a:cubicBezTo>
                  <a:cubicBezTo>
                    <a:pt x="214" y="2341"/>
                    <a:pt x="183" y="2979"/>
                    <a:pt x="1" y="3618"/>
                  </a:cubicBezTo>
                  <a:cubicBezTo>
                    <a:pt x="31" y="3983"/>
                    <a:pt x="92" y="4317"/>
                    <a:pt x="92" y="4651"/>
                  </a:cubicBezTo>
                  <a:cubicBezTo>
                    <a:pt x="92" y="6475"/>
                    <a:pt x="153" y="8268"/>
                    <a:pt x="153" y="10092"/>
                  </a:cubicBezTo>
                  <a:cubicBezTo>
                    <a:pt x="244" y="9727"/>
                    <a:pt x="366" y="9302"/>
                    <a:pt x="487" y="8907"/>
                  </a:cubicBezTo>
                  <a:cubicBezTo>
                    <a:pt x="1733" y="4621"/>
                    <a:pt x="4499" y="1824"/>
                    <a:pt x="8755" y="487"/>
                  </a:cubicBezTo>
                  <a:cubicBezTo>
                    <a:pt x="9332" y="305"/>
                    <a:pt x="9971" y="213"/>
                    <a:pt x="10579" y="62"/>
                  </a:cubicBezTo>
                  <a:cubicBezTo>
                    <a:pt x="9484" y="31"/>
                    <a:pt x="8390" y="31"/>
                    <a:pt x="7296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3"/>
            <p:cNvSpPr/>
            <p:nvPr/>
          </p:nvSpPr>
          <p:spPr>
            <a:xfrm>
              <a:off x="339323" y="2767746"/>
              <a:ext cx="556939" cy="555655"/>
            </a:xfrm>
            <a:custGeom>
              <a:avLst/>
              <a:gdLst/>
              <a:ahLst/>
              <a:cxnLst/>
              <a:rect l="l" t="t" r="r" b="b"/>
              <a:pathLst>
                <a:path w="23862" h="23807" extrusionOk="0">
                  <a:moveTo>
                    <a:pt x="23679" y="1"/>
                  </a:moveTo>
                  <a:cubicBezTo>
                    <a:pt x="21095" y="1"/>
                    <a:pt x="18512" y="61"/>
                    <a:pt x="15928" y="61"/>
                  </a:cubicBezTo>
                  <a:lnTo>
                    <a:pt x="122" y="61"/>
                  </a:lnTo>
                  <a:cubicBezTo>
                    <a:pt x="92" y="92"/>
                    <a:pt x="61" y="122"/>
                    <a:pt x="1" y="122"/>
                  </a:cubicBezTo>
                  <a:cubicBezTo>
                    <a:pt x="1" y="426"/>
                    <a:pt x="61" y="760"/>
                    <a:pt x="61" y="1064"/>
                  </a:cubicBezTo>
                  <a:lnTo>
                    <a:pt x="61" y="11156"/>
                  </a:lnTo>
                  <a:cubicBezTo>
                    <a:pt x="1" y="15320"/>
                    <a:pt x="1" y="19545"/>
                    <a:pt x="1" y="23770"/>
                  </a:cubicBezTo>
                  <a:cubicBezTo>
                    <a:pt x="61" y="23770"/>
                    <a:pt x="92" y="23770"/>
                    <a:pt x="153" y="23800"/>
                  </a:cubicBezTo>
                  <a:cubicBezTo>
                    <a:pt x="321" y="23804"/>
                    <a:pt x="489" y="23806"/>
                    <a:pt x="657" y="23806"/>
                  </a:cubicBezTo>
                  <a:cubicBezTo>
                    <a:pt x="4273" y="23806"/>
                    <a:pt x="7718" y="22874"/>
                    <a:pt x="10913" y="21247"/>
                  </a:cubicBezTo>
                  <a:cubicBezTo>
                    <a:pt x="15259" y="18998"/>
                    <a:pt x="18542" y="15745"/>
                    <a:pt x="20943" y="11490"/>
                  </a:cubicBezTo>
                  <a:cubicBezTo>
                    <a:pt x="22402" y="8876"/>
                    <a:pt x="23253" y="6080"/>
                    <a:pt x="23649" y="3162"/>
                  </a:cubicBezTo>
                  <a:cubicBezTo>
                    <a:pt x="23800" y="2128"/>
                    <a:pt x="23800" y="1064"/>
                    <a:pt x="23861" y="61"/>
                  </a:cubicBezTo>
                  <a:cubicBezTo>
                    <a:pt x="23800" y="61"/>
                    <a:pt x="23709" y="1"/>
                    <a:pt x="23679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3"/>
            <p:cNvSpPr/>
            <p:nvPr/>
          </p:nvSpPr>
          <p:spPr>
            <a:xfrm>
              <a:off x="342171" y="3877341"/>
              <a:ext cx="550544" cy="559763"/>
            </a:xfrm>
            <a:custGeom>
              <a:avLst/>
              <a:gdLst/>
              <a:ahLst/>
              <a:cxnLst/>
              <a:rect l="l" t="t" r="r" b="b"/>
              <a:pathLst>
                <a:path w="23588" h="23983" extrusionOk="0">
                  <a:moveTo>
                    <a:pt x="11703" y="0"/>
                  </a:moveTo>
                  <a:cubicBezTo>
                    <a:pt x="11551" y="213"/>
                    <a:pt x="11429" y="426"/>
                    <a:pt x="11247" y="608"/>
                  </a:cubicBezTo>
                  <a:lnTo>
                    <a:pt x="304" y="11551"/>
                  </a:lnTo>
                  <a:cubicBezTo>
                    <a:pt x="183" y="11642"/>
                    <a:pt x="122" y="11703"/>
                    <a:pt x="0" y="11794"/>
                  </a:cubicBezTo>
                  <a:lnTo>
                    <a:pt x="0" y="12006"/>
                  </a:lnTo>
                  <a:cubicBezTo>
                    <a:pt x="183" y="12189"/>
                    <a:pt x="426" y="12402"/>
                    <a:pt x="639" y="12706"/>
                  </a:cubicBezTo>
                  <a:cubicBezTo>
                    <a:pt x="4104" y="16140"/>
                    <a:pt x="7599" y="19605"/>
                    <a:pt x="11064" y="23101"/>
                  </a:cubicBezTo>
                  <a:cubicBezTo>
                    <a:pt x="11277" y="23283"/>
                    <a:pt x="11429" y="23587"/>
                    <a:pt x="11642" y="23830"/>
                  </a:cubicBezTo>
                  <a:cubicBezTo>
                    <a:pt x="11672" y="23861"/>
                    <a:pt x="11703" y="23922"/>
                    <a:pt x="11703" y="23982"/>
                  </a:cubicBezTo>
                  <a:lnTo>
                    <a:pt x="11915" y="23982"/>
                  </a:lnTo>
                  <a:cubicBezTo>
                    <a:pt x="11915" y="23891"/>
                    <a:pt x="11976" y="23861"/>
                    <a:pt x="12007" y="23830"/>
                  </a:cubicBezTo>
                  <a:cubicBezTo>
                    <a:pt x="12189" y="23557"/>
                    <a:pt x="12432" y="23253"/>
                    <a:pt x="12645" y="23010"/>
                  </a:cubicBezTo>
                  <a:lnTo>
                    <a:pt x="22858" y="12797"/>
                  </a:lnTo>
                  <a:cubicBezTo>
                    <a:pt x="23131" y="12554"/>
                    <a:pt x="23375" y="12219"/>
                    <a:pt x="23587" y="11915"/>
                  </a:cubicBezTo>
                  <a:lnTo>
                    <a:pt x="23587" y="11885"/>
                  </a:lnTo>
                  <a:cubicBezTo>
                    <a:pt x="23405" y="11672"/>
                    <a:pt x="23223" y="11429"/>
                    <a:pt x="23010" y="11247"/>
                  </a:cubicBezTo>
                  <a:lnTo>
                    <a:pt x="12007" y="213"/>
                  </a:lnTo>
                  <a:cubicBezTo>
                    <a:pt x="11915" y="152"/>
                    <a:pt x="11855" y="61"/>
                    <a:pt x="11763" y="31"/>
                  </a:cubicBezTo>
                  <a:lnTo>
                    <a:pt x="11733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3"/>
            <p:cNvSpPr/>
            <p:nvPr/>
          </p:nvSpPr>
          <p:spPr>
            <a:xfrm>
              <a:off x="340747" y="3640386"/>
              <a:ext cx="274572" cy="512220"/>
            </a:xfrm>
            <a:custGeom>
              <a:avLst/>
              <a:gdLst/>
              <a:ahLst/>
              <a:cxnLst/>
              <a:rect l="l" t="t" r="r" b="b"/>
              <a:pathLst>
                <a:path w="11764" h="21946" extrusionOk="0">
                  <a:moveTo>
                    <a:pt x="183" y="0"/>
                  </a:moveTo>
                  <a:cubicBezTo>
                    <a:pt x="152" y="456"/>
                    <a:pt x="61" y="973"/>
                    <a:pt x="61" y="1429"/>
                  </a:cubicBezTo>
                  <a:cubicBezTo>
                    <a:pt x="61" y="4347"/>
                    <a:pt x="31" y="7234"/>
                    <a:pt x="31" y="10122"/>
                  </a:cubicBezTo>
                  <a:cubicBezTo>
                    <a:pt x="31" y="10730"/>
                    <a:pt x="0" y="11368"/>
                    <a:pt x="0" y="12006"/>
                  </a:cubicBezTo>
                  <a:cubicBezTo>
                    <a:pt x="0" y="13587"/>
                    <a:pt x="31" y="15107"/>
                    <a:pt x="31" y="16657"/>
                  </a:cubicBezTo>
                  <a:cubicBezTo>
                    <a:pt x="31" y="18389"/>
                    <a:pt x="61" y="20183"/>
                    <a:pt x="61" y="21946"/>
                  </a:cubicBezTo>
                  <a:cubicBezTo>
                    <a:pt x="183" y="21855"/>
                    <a:pt x="304" y="21794"/>
                    <a:pt x="365" y="21703"/>
                  </a:cubicBezTo>
                  <a:lnTo>
                    <a:pt x="11308" y="10760"/>
                  </a:lnTo>
                  <a:cubicBezTo>
                    <a:pt x="11490" y="10578"/>
                    <a:pt x="11612" y="10335"/>
                    <a:pt x="11764" y="10152"/>
                  </a:cubicBezTo>
                  <a:cubicBezTo>
                    <a:pt x="5776" y="10091"/>
                    <a:pt x="943" y="5562"/>
                    <a:pt x="18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3"/>
            <p:cNvSpPr/>
            <p:nvPr/>
          </p:nvSpPr>
          <p:spPr>
            <a:xfrm>
              <a:off x="620980" y="4430003"/>
              <a:ext cx="276719" cy="275272"/>
            </a:xfrm>
            <a:custGeom>
              <a:avLst/>
              <a:gdLst/>
              <a:ahLst/>
              <a:cxnLst/>
              <a:rect l="l" t="t" r="r" b="b"/>
              <a:pathLst>
                <a:path w="11856" h="11794" extrusionOk="0">
                  <a:moveTo>
                    <a:pt x="11855" y="0"/>
                  </a:moveTo>
                  <a:lnTo>
                    <a:pt x="11855" y="0"/>
                  </a:lnTo>
                  <a:cubicBezTo>
                    <a:pt x="7904" y="31"/>
                    <a:pt x="3983" y="31"/>
                    <a:pt x="62" y="31"/>
                  </a:cubicBezTo>
                  <a:cubicBezTo>
                    <a:pt x="31" y="61"/>
                    <a:pt x="1" y="122"/>
                    <a:pt x="1" y="183"/>
                  </a:cubicBezTo>
                  <a:cubicBezTo>
                    <a:pt x="1673" y="1855"/>
                    <a:pt x="3344" y="3526"/>
                    <a:pt x="5046" y="5168"/>
                  </a:cubicBezTo>
                  <a:cubicBezTo>
                    <a:pt x="7235" y="7356"/>
                    <a:pt x="9454" y="9605"/>
                    <a:pt x="11642" y="11794"/>
                  </a:cubicBezTo>
                  <a:cubicBezTo>
                    <a:pt x="11733" y="11794"/>
                    <a:pt x="11764" y="11763"/>
                    <a:pt x="11794" y="11733"/>
                  </a:cubicBezTo>
                  <a:cubicBezTo>
                    <a:pt x="11855" y="7812"/>
                    <a:pt x="11855" y="3921"/>
                    <a:pt x="11855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3"/>
            <p:cNvSpPr/>
            <p:nvPr/>
          </p:nvSpPr>
          <p:spPr>
            <a:xfrm>
              <a:off x="341447" y="4430704"/>
              <a:ext cx="273171" cy="275996"/>
            </a:xfrm>
            <a:custGeom>
              <a:avLst/>
              <a:gdLst/>
              <a:ahLst/>
              <a:cxnLst/>
              <a:rect l="l" t="t" r="r" b="b"/>
              <a:pathLst>
                <a:path w="11704" h="11825" extrusionOk="0">
                  <a:moveTo>
                    <a:pt x="31" y="1"/>
                  </a:moveTo>
                  <a:cubicBezTo>
                    <a:pt x="31" y="153"/>
                    <a:pt x="1" y="305"/>
                    <a:pt x="1" y="457"/>
                  </a:cubicBezTo>
                  <a:lnTo>
                    <a:pt x="1" y="10974"/>
                  </a:lnTo>
                  <a:cubicBezTo>
                    <a:pt x="1" y="11217"/>
                    <a:pt x="31" y="11399"/>
                    <a:pt x="62" y="11825"/>
                  </a:cubicBezTo>
                  <a:cubicBezTo>
                    <a:pt x="4013" y="7843"/>
                    <a:pt x="7873" y="3983"/>
                    <a:pt x="11703" y="153"/>
                  </a:cubicBezTo>
                  <a:cubicBezTo>
                    <a:pt x="11673" y="122"/>
                    <a:pt x="11673" y="31"/>
                    <a:pt x="1161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3"/>
            <p:cNvSpPr/>
            <p:nvPr/>
          </p:nvSpPr>
          <p:spPr>
            <a:xfrm>
              <a:off x="340747" y="4158271"/>
              <a:ext cx="271724" cy="272448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31" y="1"/>
                  </a:moveTo>
                  <a:cubicBezTo>
                    <a:pt x="31" y="426"/>
                    <a:pt x="0" y="822"/>
                    <a:pt x="0" y="1217"/>
                  </a:cubicBezTo>
                  <a:lnTo>
                    <a:pt x="0" y="9059"/>
                  </a:lnTo>
                  <a:cubicBezTo>
                    <a:pt x="0" y="9940"/>
                    <a:pt x="31" y="10791"/>
                    <a:pt x="31" y="11673"/>
                  </a:cubicBezTo>
                  <a:lnTo>
                    <a:pt x="11642" y="11673"/>
                  </a:lnTo>
                  <a:cubicBezTo>
                    <a:pt x="11490" y="11460"/>
                    <a:pt x="11308" y="11186"/>
                    <a:pt x="11095" y="11004"/>
                  </a:cubicBezTo>
                  <a:lnTo>
                    <a:pt x="669" y="578"/>
                  </a:lnTo>
                  <a:cubicBezTo>
                    <a:pt x="456" y="396"/>
                    <a:pt x="244" y="214"/>
                    <a:pt x="3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3"/>
            <p:cNvSpPr/>
            <p:nvPr/>
          </p:nvSpPr>
          <p:spPr>
            <a:xfrm>
              <a:off x="342171" y="1106913"/>
              <a:ext cx="555515" cy="553391"/>
            </a:xfrm>
            <a:custGeom>
              <a:avLst/>
              <a:gdLst/>
              <a:ahLst/>
              <a:cxnLst/>
              <a:rect l="l" t="t" r="r" b="b"/>
              <a:pathLst>
                <a:path w="23801" h="23710" extrusionOk="0">
                  <a:moveTo>
                    <a:pt x="11787" y="8480"/>
                  </a:moveTo>
                  <a:cubicBezTo>
                    <a:pt x="13588" y="8480"/>
                    <a:pt x="15168" y="9989"/>
                    <a:pt x="15168" y="11824"/>
                  </a:cubicBezTo>
                  <a:cubicBezTo>
                    <a:pt x="15168" y="13648"/>
                    <a:pt x="13678" y="15138"/>
                    <a:pt x="11855" y="15168"/>
                  </a:cubicBezTo>
                  <a:cubicBezTo>
                    <a:pt x="11835" y="15168"/>
                    <a:pt x="11816" y="15168"/>
                    <a:pt x="11797" y="15168"/>
                  </a:cubicBezTo>
                  <a:cubicBezTo>
                    <a:pt x="10000" y="15168"/>
                    <a:pt x="8541" y="13750"/>
                    <a:pt x="8511" y="11885"/>
                  </a:cubicBezTo>
                  <a:cubicBezTo>
                    <a:pt x="8481" y="10031"/>
                    <a:pt x="9909" y="8511"/>
                    <a:pt x="11733" y="8481"/>
                  </a:cubicBezTo>
                  <a:cubicBezTo>
                    <a:pt x="11751" y="8481"/>
                    <a:pt x="11769" y="8480"/>
                    <a:pt x="11787" y="8480"/>
                  </a:cubicBezTo>
                  <a:close/>
                  <a:moveTo>
                    <a:pt x="10456" y="1"/>
                  </a:moveTo>
                  <a:cubicBezTo>
                    <a:pt x="9848" y="152"/>
                    <a:pt x="9241" y="244"/>
                    <a:pt x="8633" y="426"/>
                  </a:cubicBezTo>
                  <a:cubicBezTo>
                    <a:pt x="4347" y="1763"/>
                    <a:pt x="1550" y="4560"/>
                    <a:pt x="335" y="8846"/>
                  </a:cubicBezTo>
                  <a:cubicBezTo>
                    <a:pt x="243" y="9241"/>
                    <a:pt x="122" y="9666"/>
                    <a:pt x="0" y="10031"/>
                  </a:cubicBezTo>
                  <a:lnTo>
                    <a:pt x="0" y="13648"/>
                  </a:lnTo>
                  <a:cubicBezTo>
                    <a:pt x="31" y="13830"/>
                    <a:pt x="122" y="13982"/>
                    <a:pt x="152" y="14165"/>
                  </a:cubicBezTo>
                  <a:cubicBezTo>
                    <a:pt x="1246" y="18967"/>
                    <a:pt x="4225" y="22007"/>
                    <a:pt x="8937" y="23375"/>
                  </a:cubicBezTo>
                  <a:cubicBezTo>
                    <a:pt x="9301" y="23496"/>
                    <a:pt x="9666" y="23587"/>
                    <a:pt x="10031" y="23679"/>
                  </a:cubicBezTo>
                  <a:cubicBezTo>
                    <a:pt x="11247" y="23679"/>
                    <a:pt x="12462" y="23679"/>
                    <a:pt x="13678" y="23709"/>
                  </a:cubicBezTo>
                  <a:cubicBezTo>
                    <a:pt x="13861" y="23648"/>
                    <a:pt x="14013" y="23557"/>
                    <a:pt x="14225" y="23527"/>
                  </a:cubicBezTo>
                  <a:cubicBezTo>
                    <a:pt x="19180" y="22402"/>
                    <a:pt x="22797" y="18603"/>
                    <a:pt x="23587" y="13587"/>
                  </a:cubicBezTo>
                  <a:cubicBezTo>
                    <a:pt x="23648" y="13405"/>
                    <a:pt x="23709" y="13253"/>
                    <a:pt x="23739" y="13071"/>
                  </a:cubicBezTo>
                  <a:cubicBezTo>
                    <a:pt x="23739" y="12645"/>
                    <a:pt x="23800" y="12280"/>
                    <a:pt x="23800" y="11885"/>
                  </a:cubicBezTo>
                  <a:cubicBezTo>
                    <a:pt x="23800" y="11703"/>
                    <a:pt x="23739" y="11520"/>
                    <a:pt x="23739" y="11308"/>
                  </a:cubicBezTo>
                  <a:cubicBezTo>
                    <a:pt x="23405" y="6262"/>
                    <a:pt x="20305" y="2128"/>
                    <a:pt x="15624" y="578"/>
                  </a:cubicBezTo>
                  <a:cubicBezTo>
                    <a:pt x="14894" y="335"/>
                    <a:pt x="14134" y="183"/>
                    <a:pt x="13405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3"/>
            <p:cNvSpPr/>
            <p:nvPr/>
          </p:nvSpPr>
          <p:spPr>
            <a:xfrm>
              <a:off x="508173" y="986311"/>
              <a:ext cx="219956" cy="120621"/>
            </a:xfrm>
            <a:custGeom>
              <a:avLst/>
              <a:gdLst/>
              <a:ahLst/>
              <a:cxnLst/>
              <a:rect l="l" t="t" r="r" b="b"/>
              <a:pathLst>
                <a:path w="9424" h="5168" extrusionOk="0">
                  <a:moveTo>
                    <a:pt x="4712" y="0"/>
                  </a:moveTo>
                  <a:cubicBezTo>
                    <a:pt x="4439" y="304"/>
                    <a:pt x="4195" y="487"/>
                    <a:pt x="3983" y="730"/>
                  </a:cubicBezTo>
                  <a:cubicBezTo>
                    <a:pt x="3071" y="1702"/>
                    <a:pt x="2129" y="2705"/>
                    <a:pt x="1217" y="3678"/>
                  </a:cubicBezTo>
                  <a:cubicBezTo>
                    <a:pt x="791" y="4134"/>
                    <a:pt x="396" y="4590"/>
                    <a:pt x="1" y="5107"/>
                  </a:cubicBezTo>
                  <a:cubicBezTo>
                    <a:pt x="1095" y="5137"/>
                    <a:pt x="2189" y="5137"/>
                    <a:pt x="3284" y="5168"/>
                  </a:cubicBezTo>
                  <a:lnTo>
                    <a:pt x="6262" y="5168"/>
                  </a:lnTo>
                  <a:cubicBezTo>
                    <a:pt x="7326" y="5137"/>
                    <a:pt x="8390" y="5137"/>
                    <a:pt x="9423" y="5137"/>
                  </a:cubicBezTo>
                  <a:cubicBezTo>
                    <a:pt x="7873" y="3435"/>
                    <a:pt x="6293" y="1763"/>
                    <a:pt x="471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3"/>
            <p:cNvSpPr/>
            <p:nvPr/>
          </p:nvSpPr>
          <p:spPr>
            <a:xfrm>
              <a:off x="340747" y="2212960"/>
              <a:ext cx="556939" cy="556216"/>
            </a:xfrm>
            <a:custGeom>
              <a:avLst/>
              <a:gdLst/>
              <a:ahLst/>
              <a:cxnLst/>
              <a:rect l="l" t="t" r="r" b="b"/>
              <a:pathLst>
                <a:path w="23862" h="23831" extrusionOk="0">
                  <a:moveTo>
                    <a:pt x="4317" y="3526"/>
                  </a:moveTo>
                  <a:cubicBezTo>
                    <a:pt x="4347" y="3556"/>
                    <a:pt x="4347" y="3556"/>
                    <a:pt x="4347" y="3617"/>
                  </a:cubicBezTo>
                  <a:cubicBezTo>
                    <a:pt x="4347" y="3556"/>
                    <a:pt x="4317" y="3556"/>
                    <a:pt x="4286" y="3526"/>
                  </a:cubicBezTo>
                  <a:close/>
                  <a:moveTo>
                    <a:pt x="17478" y="21551"/>
                  </a:moveTo>
                  <a:lnTo>
                    <a:pt x="17508" y="21611"/>
                  </a:lnTo>
                  <a:lnTo>
                    <a:pt x="17417" y="21611"/>
                  </a:lnTo>
                  <a:lnTo>
                    <a:pt x="17478" y="21551"/>
                  </a:lnTo>
                  <a:close/>
                  <a:moveTo>
                    <a:pt x="61" y="0"/>
                  </a:moveTo>
                  <a:cubicBezTo>
                    <a:pt x="31" y="31"/>
                    <a:pt x="31" y="61"/>
                    <a:pt x="0" y="61"/>
                  </a:cubicBezTo>
                  <a:cubicBezTo>
                    <a:pt x="0" y="122"/>
                    <a:pt x="0" y="152"/>
                    <a:pt x="31" y="152"/>
                  </a:cubicBezTo>
                  <a:cubicBezTo>
                    <a:pt x="31" y="608"/>
                    <a:pt x="61" y="1064"/>
                    <a:pt x="152" y="1520"/>
                  </a:cubicBezTo>
                  <a:lnTo>
                    <a:pt x="152" y="23830"/>
                  </a:lnTo>
                  <a:lnTo>
                    <a:pt x="15958" y="23830"/>
                  </a:lnTo>
                  <a:cubicBezTo>
                    <a:pt x="18542" y="23830"/>
                    <a:pt x="21125" y="23770"/>
                    <a:pt x="23709" y="23770"/>
                  </a:cubicBezTo>
                  <a:cubicBezTo>
                    <a:pt x="23739" y="23709"/>
                    <a:pt x="23800" y="23678"/>
                    <a:pt x="23861" y="23587"/>
                  </a:cubicBezTo>
                  <a:lnTo>
                    <a:pt x="23861" y="12189"/>
                  </a:lnTo>
                  <a:lnTo>
                    <a:pt x="23496" y="11976"/>
                  </a:lnTo>
                  <a:cubicBezTo>
                    <a:pt x="22098" y="12189"/>
                    <a:pt x="20670" y="12432"/>
                    <a:pt x="19028" y="12675"/>
                  </a:cubicBezTo>
                  <a:cubicBezTo>
                    <a:pt x="19484" y="12888"/>
                    <a:pt x="19758" y="12979"/>
                    <a:pt x="20001" y="13101"/>
                  </a:cubicBezTo>
                  <a:cubicBezTo>
                    <a:pt x="20973" y="13496"/>
                    <a:pt x="21946" y="13891"/>
                    <a:pt x="22949" y="14286"/>
                  </a:cubicBezTo>
                  <a:cubicBezTo>
                    <a:pt x="21642" y="14256"/>
                    <a:pt x="20305" y="14195"/>
                    <a:pt x="18755" y="14165"/>
                  </a:cubicBezTo>
                  <a:lnTo>
                    <a:pt x="18755" y="14165"/>
                  </a:lnTo>
                  <a:cubicBezTo>
                    <a:pt x="19940" y="15046"/>
                    <a:pt x="21125" y="15654"/>
                    <a:pt x="22189" y="16383"/>
                  </a:cubicBezTo>
                  <a:cubicBezTo>
                    <a:pt x="22129" y="16444"/>
                    <a:pt x="22129" y="16475"/>
                    <a:pt x="22098" y="16566"/>
                  </a:cubicBezTo>
                  <a:cubicBezTo>
                    <a:pt x="20882" y="16231"/>
                    <a:pt x="19697" y="15927"/>
                    <a:pt x="18481" y="15563"/>
                  </a:cubicBezTo>
                  <a:cubicBezTo>
                    <a:pt x="18451" y="15624"/>
                    <a:pt x="18420" y="15684"/>
                    <a:pt x="18390" y="15715"/>
                  </a:cubicBezTo>
                  <a:cubicBezTo>
                    <a:pt x="19059" y="16687"/>
                    <a:pt x="20122" y="17326"/>
                    <a:pt x="20973" y="18450"/>
                  </a:cubicBezTo>
                  <a:cubicBezTo>
                    <a:pt x="20578" y="18298"/>
                    <a:pt x="20396" y="18268"/>
                    <a:pt x="20214" y="18207"/>
                  </a:cubicBezTo>
                  <a:cubicBezTo>
                    <a:pt x="19545" y="17842"/>
                    <a:pt x="18907" y="17478"/>
                    <a:pt x="18268" y="17174"/>
                  </a:cubicBezTo>
                  <a:cubicBezTo>
                    <a:pt x="17995" y="17022"/>
                    <a:pt x="17691" y="16991"/>
                    <a:pt x="17387" y="16900"/>
                  </a:cubicBezTo>
                  <a:lnTo>
                    <a:pt x="17387" y="16900"/>
                  </a:lnTo>
                  <a:cubicBezTo>
                    <a:pt x="17812" y="17599"/>
                    <a:pt x="18268" y="18268"/>
                    <a:pt x="18694" y="18967"/>
                  </a:cubicBezTo>
                  <a:cubicBezTo>
                    <a:pt x="18876" y="19210"/>
                    <a:pt x="19028" y="19514"/>
                    <a:pt x="19211" y="19818"/>
                  </a:cubicBezTo>
                  <a:cubicBezTo>
                    <a:pt x="19302" y="19909"/>
                    <a:pt x="19332" y="19970"/>
                    <a:pt x="19363" y="20061"/>
                  </a:cubicBezTo>
                  <a:lnTo>
                    <a:pt x="19363" y="20244"/>
                  </a:lnTo>
                  <a:lnTo>
                    <a:pt x="19241" y="20122"/>
                  </a:lnTo>
                  <a:cubicBezTo>
                    <a:pt x="19180" y="20092"/>
                    <a:pt x="19089" y="20031"/>
                    <a:pt x="19028" y="19970"/>
                  </a:cubicBezTo>
                  <a:cubicBezTo>
                    <a:pt x="18147" y="19301"/>
                    <a:pt x="17235" y="18572"/>
                    <a:pt x="16353" y="17903"/>
                  </a:cubicBezTo>
                  <a:lnTo>
                    <a:pt x="16353" y="17903"/>
                  </a:lnTo>
                  <a:cubicBezTo>
                    <a:pt x="16475" y="19058"/>
                    <a:pt x="17083" y="20061"/>
                    <a:pt x="17235" y="21277"/>
                  </a:cubicBezTo>
                  <a:cubicBezTo>
                    <a:pt x="17052" y="21156"/>
                    <a:pt x="16900" y="21004"/>
                    <a:pt x="16748" y="20852"/>
                  </a:cubicBezTo>
                  <a:cubicBezTo>
                    <a:pt x="16141" y="20092"/>
                    <a:pt x="15502" y="19362"/>
                    <a:pt x="14894" y="18602"/>
                  </a:cubicBezTo>
                  <a:lnTo>
                    <a:pt x="14894" y="18602"/>
                  </a:lnTo>
                  <a:cubicBezTo>
                    <a:pt x="15046" y="19727"/>
                    <a:pt x="15198" y="20791"/>
                    <a:pt x="15350" y="21885"/>
                  </a:cubicBezTo>
                  <a:cubicBezTo>
                    <a:pt x="15381" y="22098"/>
                    <a:pt x="15411" y="22311"/>
                    <a:pt x="15381" y="22554"/>
                  </a:cubicBezTo>
                  <a:cubicBezTo>
                    <a:pt x="14651" y="21459"/>
                    <a:pt x="14165" y="20274"/>
                    <a:pt x="13435" y="18967"/>
                  </a:cubicBezTo>
                  <a:cubicBezTo>
                    <a:pt x="13162" y="20426"/>
                    <a:pt x="13253" y="21763"/>
                    <a:pt x="13101" y="23070"/>
                  </a:cubicBezTo>
                  <a:cubicBezTo>
                    <a:pt x="12554" y="21794"/>
                    <a:pt x="12402" y="20487"/>
                    <a:pt x="11916" y="19028"/>
                  </a:cubicBezTo>
                  <a:cubicBezTo>
                    <a:pt x="11399" y="20396"/>
                    <a:pt x="11247" y="21733"/>
                    <a:pt x="10821" y="22949"/>
                  </a:cubicBezTo>
                  <a:lnTo>
                    <a:pt x="10639" y="22949"/>
                  </a:lnTo>
                  <a:cubicBezTo>
                    <a:pt x="10548" y="21642"/>
                    <a:pt x="10517" y="20365"/>
                    <a:pt x="10487" y="19058"/>
                  </a:cubicBezTo>
                  <a:cubicBezTo>
                    <a:pt x="10396" y="19058"/>
                    <a:pt x="10365" y="19028"/>
                    <a:pt x="10274" y="19028"/>
                  </a:cubicBezTo>
                  <a:cubicBezTo>
                    <a:pt x="9757" y="20183"/>
                    <a:pt x="9180" y="21308"/>
                    <a:pt x="8602" y="22463"/>
                  </a:cubicBezTo>
                  <a:cubicBezTo>
                    <a:pt x="8450" y="21125"/>
                    <a:pt x="8967" y="19909"/>
                    <a:pt x="8998" y="18420"/>
                  </a:cubicBezTo>
                  <a:lnTo>
                    <a:pt x="8998" y="18420"/>
                  </a:lnTo>
                  <a:cubicBezTo>
                    <a:pt x="8086" y="19575"/>
                    <a:pt x="7295" y="20548"/>
                    <a:pt x="6536" y="21490"/>
                  </a:cubicBezTo>
                  <a:cubicBezTo>
                    <a:pt x="6444" y="21459"/>
                    <a:pt x="6414" y="21429"/>
                    <a:pt x="6323" y="21399"/>
                  </a:cubicBezTo>
                  <a:cubicBezTo>
                    <a:pt x="6687" y="20213"/>
                    <a:pt x="7235" y="19119"/>
                    <a:pt x="7508" y="17812"/>
                  </a:cubicBezTo>
                  <a:lnTo>
                    <a:pt x="7508" y="17812"/>
                  </a:lnTo>
                  <a:cubicBezTo>
                    <a:pt x="6900" y="18298"/>
                    <a:pt x="6323" y="18845"/>
                    <a:pt x="5715" y="19301"/>
                  </a:cubicBezTo>
                  <a:cubicBezTo>
                    <a:pt x="5320" y="19605"/>
                    <a:pt x="4864" y="19879"/>
                    <a:pt x="4438" y="20183"/>
                  </a:cubicBezTo>
                  <a:cubicBezTo>
                    <a:pt x="4347" y="20244"/>
                    <a:pt x="4286" y="20274"/>
                    <a:pt x="4195" y="20365"/>
                  </a:cubicBezTo>
                  <a:cubicBezTo>
                    <a:pt x="4256" y="20274"/>
                    <a:pt x="4317" y="20244"/>
                    <a:pt x="4408" y="20183"/>
                  </a:cubicBezTo>
                  <a:cubicBezTo>
                    <a:pt x="4894" y="19362"/>
                    <a:pt x="5411" y="18572"/>
                    <a:pt x="5928" y="17782"/>
                  </a:cubicBezTo>
                  <a:cubicBezTo>
                    <a:pt x="6080" y="17508"/>
                    <a:pt x="6262" y="17204"/>
                    <a:pt x="6444" y="16931"/>
                  </a:cubicBezTo>
                  <a:cubicBezTo>
                    <a:pt x="6384" y="16900"/>
                    <a:pt x="6323" y="16839"/>
                    <a:pt x="6292" y="16779"/>
                  </a:cubicBezTo>
                  <a:lnTo>
                    <a:pt x="3891" y="18055"/>
                  </a:lnTo>
                  <a:cubicBezTo>
                    <a:pt x="3557" y="18238"/>
                    <a:pt x="3222" y="18359"/>
                    <a:pt x="2888" y="18511"/>
                  </a:cubicBezTo>
                  <a:cubicBezTo>
                    <a:pt x="2827" y="18542"/>
                    <a:pt x="2797" y="18542"/>
                    <a:pt x="2766" y="18572"/>
                  </a:cubicBezTo>
                  <a:cubicBezTo>
                    <a:pt x="2797" y="18542"/>
                    <a:pt x="2797" y="18511"/>
                    <a:pt x="2827" y="18450"/>
                  </a:cubicBezTo>
                  <a:cubicBezTo>
                    <a:pt x="3405" y="17842"/>
                    <a:pt x="3982" y="17234"/>
                    <a:pt x="4560" y="16687"/>
                  </a:cubicBezTo>
                  <a:lnTo>
                    <a:pt x="5472" y="15776"/>
                  </a:lnTo>
                  <a:cubicBezTo>
                    <a:pt x="5411" y="15715"/>
                    <a:pt x="5380" y="15654"/>
                    <a:pt x="5350" y="15563"/>
                  </a:cubicBezTo>
                  <a:lnTo>
                    <a:pt x="1703" y="16596"/>
                  </a:lnTo>
                  <a:cubicBezTo>
                    <a:pt x="1672" y="16535"/>
                    <a:pt x="1672" y="16475"/>
                    <a:pt x="1611" y="16414"/>
                  </a:cubicBezTo>
                  <a:cubicBezTo>
                    <a:pt x="2736" y="15715"/>
                    <a:pt x="3830" y="15016"/>
                    <a:pt x="4925" y="14317"/>
                  </a:cubicBezTo>
                  <a:cubicBezTo>
                    <a:pt x="4894" y="14256"/>
                    <a:pt x="4894" y="14195"/>
                    <a:pt x="4864" y="14134"/>
                  </a:cubicBezTo>
                  <a:cubicBezTo>
                    <a:pt x="3435" y="14195"/>
                    <a:pt x="2067" y="14317"/>
                    <a:pt x="669" y="14408"/>
                  </a:cubicBezTo>
                  <a:cubicBezTo>
                    <a:pt x="669" y="14347"/>
                    <a:pt x="639" y="14317"/>
                    <a:pt x="639" y="14286"/>
                  </a:cubicBezTo>
                  <a:cubicBezTo>
                    <a:pt x="1915" y="13800"/>
                    <a:pt x="3222" y="13344"/>
                    <a:pt x="4499" y="12827"/>
                  </a:cubicBezTo>
                  <a:lnTo>
                    <a:pt x="4499" y="12645"/>
                  </a:lnTo>
                  <a:cubicBezTo>
                    <a:pt x="3131" y="12432"/>
                    <a:pt x="1824" y="12219"/>
                    <a:pt x="456" y="12006"/>
                  </a:cubicBezTo>
                  <a:lnTo>
                    <a:pt x="456" y="11854"/>
                  </a:lnTo>
                  <a:cubicBezTo>
                    <a:pt x="1824" y="11672"/>
                    <a:pt x="3131" y="11459"/>
                    <a:pt x="4469" y="11277"/>
                  </a:cubicBezTo>
                  <a:cubicBezTo>
                    <a:pt x="4469" y="11216"/>
                    <a:pt x="4499" y="11155"/>
                    <a:pt x="4499" y="11095"/>
                  </a:cubicBezTo>
                  <a:cubicBezTo>
                    <a:pt x="3253" y="10608"/>
                    <a:pt x="2037" y="10152"/>
                    <a:pt x="791" y="9696"/>
                  </a:cubicBezTo>
                  <a:cubicBezTo>
                    <a:pt x="791" y="9636"/>
                    <a:pt x="821" y="9575"/>
                    <a:pt x="821" y="9544"/>
                  </a:cubicBezTo>
                  <a:lnTo>
                    <a:pt x="4712" y="9757"/>
                  </a:lnTo>
                  <a:cubicBezTo>
                    <a:pt x="3739" y="8785"/>
                    <a:pt x="2523" y="8207"/>
                    <a:pt x="1551" y="7295"/>
                  </a:cubicBezTo>
                  <a:lnTo>
                    <a:pt x="1551" y="7295"/>
                  </a:lnTo>
                  <a:cubicBezTo>
                    <a:pt x="2827" y="7660"/>
                    <a:pt x="4134" y="8025"/>
                    <a:pt x="5411" y="8389"/>
                  </a:cubicBezTo>
                  <a:cubicBezTo>
                    <a:pt x="5472" y="8359"/>
                    <a:pt x="5502" y="8268"/>
                    <a:pt x="5532" y="8237"/>
                  </a:cubicBezTo>
                  <a:cubicBezTo>
                    <a:pt x="4621" y="7356"/>
                    <a:pt x="3739" y="6444"/>
                    <a:pt x="2827" y="5593"/>
                  </a:cubicBezTo>
                  <a:cubicBezTo>
                    <a:pt x="2888" y="5502"/>
                    <a:pt x="2918" y="5471"/>
                    <a:pt x="2949" y="5380"/>
                  </a:cubicBezTo>
                  <a:cubicBezTo>
                    <a:pt x="4043" y="5927"/>
                    <a:pt x="5107" y="6444"/>
                    <a:pt x="6171" y="6991"/>
                  </a:cubicBezTo>
                  <a:cubicBezTo>
                    <a:pt x="6232" y="6961"/>
                    <a:pt x="6262" y="6870"/>
                    <a:pt x="6292" y="6839"/>
                  </a:cubicBezTo>
                  <a:cubicBezTo>
                    <a:pt x="5654" y="5836"/>
                    <a:pt x="5046" y="4894"/>
                    <a:pt x="4438" y="3921"/>
                  </a:cubicBezTo>
                  <a:cubicBezTo>
                    <a:pt x="4408" y="3800"/>
                    <a:pt x="4408" y="3708"/>
                    <a:pt x="4347" y="3617"/>
                  </a:cubicBezTo>
                  <a:lnTo>
                    <a:pt x="4347" y="3617"/>
                  </a:lnTo>
                  <a:cubicBezTo>
                    <a:pt x="4438" y="3678"/>
                    <a:pt x="4499" y="3708"/>
                    <a:pt x="4590" y="3769"/>
                  </a:cubicBezTo>
                  <a:cubicBezTo>
                    <a:pt x="5259" y="4286"/>
                    <a:pt x="5928" y="4772"/>
                    <a:pt x="6566" y="5319"/>
                  </a:cubicBezTo>
                  <a:cubicBezTo>
                    <a:pt x="6839" y="5532"/>
                    <a:pt x="7143" y="5745"/>
                    <a:pt x="7387" y="5927"/>
                  </a:cubicBezTo>
                  <a:lnTo>
                    <a:pt x="7508" y="5806"/>
                  </a:lnTo>
                  <a:cubicBezTo>
                    <a:pt x="7174" y="4833"/>
                    <a:pt x="6779" y="3860"/>
                    <a:pt x="6444" y="2888"/>
                  </a:cubicBezTo>
                  <a:cubicBezTo>
                    <a:pt x="6323" y="2553"/>
                    <a:pt x="6232" y="2249"/>
                    <a:pt x="6110" y="1885"/>
                  </a:cubicBezTo>
                  <a:lnTo>
                    <a:pt x="6080" y="1854"/>
                  </a:lnTo>
                  <a:lnTo>
                    <a:pt x="6110" y="1854"/>
                  </a:lnTo>
                  <a:cubicBezTo>
                    <a:pt x="6292" y="2128"/>
                    <a:pt x="6475" y="2341"/>
                    <a:pt x="6687" y="2614"/>
                  </a:cubicBezTo>
                  <a:cubicBezTo>
                    <a:pt x="7356" y="3465"/>
                    <a:pt x="8086" y="4316"/>
                    <a:pt x="8754" y="5167"/>
                  </a:cubicBezTo>
                  <a:cubicBezTo>
                    <a:pt x="8906" y="3921"/>
                    <a:pt x="8450" y="2736"/>
                    <a:pt x="8390" y="1368"/>
                  </a:cubicBezTo>
                  <a:lnTo>
                    <a:pt x="8390" y="1368"/>
                  </a:lnTo>
                  <a:cubicBezTo>
                    <a:pt x="9028" y="1854"/>
                    <a:pt x="9119" y="2553"/>
                    <a:pt x="9423" y="3070"/>
                  </a:cubicBezTo>
                  <a:cubicBezTo>
                    <a:pt x="9727" y="3617"/>
                    <a:pt x="9970" y="4164"/>
                    <a:pt x="10244" y="4742"/>
                  </a:cubicBezTo>
                  <a:cubicBezTo>
                    <a:pt x="10335" y="4742"/>
                    <a:pt x="10396" y="4712"/>
                    <a:pt x="10487" y="4712"/>
                  </a:cubicBezTo>
                  <a:cubicBezTo>
                    <a:pt x="10487" y="4104"/>
                    <a:pt x="10517" y="3465"/>
                    <a:pt x="10517" y="2797"/>
                  </a:cubicBezTo>
                  <a:cubicBezTo>
                    <a:pt x="10548" y="2158"/>
                    <a:pt x="10548" y="1490"/>
                    <a:pt x="10548" y="821"/>
                  </a:cubicBezTo>
                  <a:cubicBezTo>
                    <a:pt x="10578" y="730"/>
                    <a:pt x="10639" y="639"/>
                    <a:pt x="10669" y="517"/>
                  </a:cubicBezTo>
                  <a:cubicBezTo>
                    <a:pt x="10730" y="639"/>
                    <a:pt x="10791" y="730"/>
                    <a:pt x="10852" y="790"/>
                  </a:cubicBezTo>
                  <a:cubicBezTo>
                    <a:pt x="11156" y="2037"/>
                    <a:pt x="11460" y="3344"/>
                    <a:pt x="11764" y="4590"/>
                  </a:cubicBezTo>
                  <a:lnTo>
                    <a:pt x="12007" y="4590"/>
                  </a:lnTo>
                  <a:cubicBezTo>
                    <a:pt x="12341" y="3222"/>
                    <a:pt x="12675" y="1824"/>
                    <a:pt x="13010" y="456"/>
                  </a:cubicBezTo>
                  <a:cubicBezTo>
                    <a:pt x="12979" y="335"/>
                    <a:pt x="12979" y="183"/>
                    <a:pt x="12949" y="61"/>
                  </a:cubicBezTo>
                  <a:cubicBezTo>
                    <a:pt x="12645" y="31"/>
                    <a:pt x="12311" y="31"/>
                    <a:pt x="12007" y="0"/>
                  </a:cubicBezTo>
                  <a:cubicBezTo>
                    <a:pt x="9940" y="0"/>
                    <a:pt x="7903" y="31"/>
                    <a:pt x="5836" y="31"/>
                  </a:cubicBezTo>
                  <a:cubicBezTo>
                    <a:pt x="3891" y="31"/>
                    <a:pt x="2007" y="0"/>
                    <a:pt x="61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3"/>
            <p:cNvSpPr/>
            <p:nvPr/>
          </p:nvSpPr>
          <p:spPr>
            <a:xfrm>
              <a:off x="342871" y="1658875"/>
              <a:ext cx="554815" cy="555492"/>
            </a:xfrm>
            <a:custGeom>
              <a:avLst/>
              <a:gdLst/>
              <a:ahLst/>
              <a:cxnLst/>
              <a:rect l="l" t="t" r="r" b="b"/>
              <a:pathLst>
                <a:path w="23771" h="23800" extrusionOk="0">
                  <a:moveTo>
                    <a:pt x="23679" y="0"/>
                  </a:moveTo>
                  <a:cubicBezTo>
                    <a:pt x="23648" y="31"/>
                    <a:pt x="23557" y="31"/>
                    <a:pt x="23527" y="61"/>
                  </a:cubicBezTo>
                  <a:cubicBezTo>
                    <a:pt x="23345" y="335"/>
                    <a:pt x="23101" y="639"/>
                    <a:pt x="22889" y="851"/>
                  </a:cubicBezTo>
                  <a:lnTo>
                    <a:pt x="1976" y="21763"/>
                  </a:lnTo>
                  <a:cubicBezTo>
                    <a:pt x="1338" y="22402"/>
                    <a:pt x="669" y="23010"/>
                    <a:pt x="1" y="23648"/>
                  </a:cubicBezTo>
                  <a:cubicBezTo>
                    <a:pt x="61" y="23709"/>
                    <a:pt x="61" y="23739"/>
                    <a:pt x="1" y="23770"/>
                  </a:cubicBezTo>
                  <a:cubicBezTo>
                    <a:pt x="1946" y="23770"/>
                    <a:pt x="3861" y="23800"/>
                    <a:pt x="5776" y="23800"/>
                  </a:cubicBezTo>
                  <a:cubicBezTo>
                    <a:pt x="7843" y="23800"/>
                    <a:pt x="9879" y="23770"/>
                    <a:pt x="11946" y="23770"/>
                  </a:cubicBezTo>
                  <a:cubicBezTo>
                    <a:pt x="12098" y="23587"/>
                    <a:pt x="12250" y="23344"/>
                    <a:pt x="12432" y="23192"/>
                  </a:cubicBezTo>
                  <a:lnTo>
                    <a:pt x="23101" y="12523"/>
                  </a:lnTo>
                  <a:cubicBezTo>
                    <a:pt x="23314" y="12371"/>
                    <a:pt x="23497" y="12189"/>
                    <a:pt x="23679" y="12037"/>
                  </a:cubicBezTo>
                  <a:cubicBezTo>
                    <a:pt x="23679" y="11642"/>
                    <a:pt x="23709" y="11277"/>
                    <a:pt x="23709" y="10882"/>
                  </a:cubicBezTo>
                  <a:lnTo>
                    <a:pt x="23709" y="1398"/>
                  </a:lnTo>
                  <a:cubicBezTo>
                    <a:pt x="23709" y="943"/>
                    <a:pt x="23770" y="517"/>
                    <a:pt x="23770" y="61"/>
                  </a:cubicBezTo>
                  <a:lnTo>
                    <a:pt x="23679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3"/>
            <p:cNvSpPr/>
            <p:nvPr/>
          </p:nvSpPr>
          <p:spPr>
            <a:xfrm>
              <a:off x="660707" y="1411276"/>
              <a:ext cx="234847" cy="249038"/>
            </a:xfrm>
            <a:custGeom>
              <a:avLst/>
              <a:gdLst/>
              <a:ahLst/>
              <a:cxnLst/>
              <a:rect l="l" t="t" r="r" b="b"/>
              <a:pathLst>
                <a:path w="10062" h="10670" extrusionOk="0">
                  <a:moveTo>
                    <a:pt x="10062" y="0"/>
                  </a:moveTo>
                  <a:cubicBezTo>
                    <a:pt x="10001" y="152"/>
                    <a:pt x="9940" y="335"/>
                    <a:pt x="9910" y="517"/>
                  </a:cubicBezTo>
                  <a:cubicBezTo>
                    <a:pt x="9120" y="5593"/>
                    <a:pt x="5533" y="9392"/>
                    <a:pt x="518" y="10456"/>
                  </a:cubicBezTo>
                  <a:cubicBezTo>
                    <a:pt x="335" y="10517"/>
                    <a:pt x="183" y="10547"/>
                    <a:pt x="1" y="10639"/>
                  </a:cubicBezTo>
                  <a:cubicBezTo>
                    <a:pt x="3314" y="10639"/>
                    <a:pt x="6597" y="10669"/>
                    <a:pt x="9910" y="10669"/>
                  </a:cubicBezTo>
                  <a:cubicBezTo>
                    <a:pt x="9940" y="10639"/>
                    <a:pt x="10031" y="10608"/>
                    <a:pt x="10062" y="10608"/>
                  </a:cubicBezTo>
                  <a:lnTo>
                    <a:pt x="10062" y="0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3"/>
            <p:cNvSpPr/>
            <p:nvPr/>
          </p:nvSpPr>
          <p:spPr>
            <a:xfrm>
              <a:off x="617432" y="3643934"/>
              <a:ext cx="278119" cy="509396"/>
            </a:xfrm>
            <a:custGeom>
              <a:avLst/>
              <a:gdLst/>
              <a:ahLst/>
              <a:cxnLst/>
              <a:rect l="l" t="t" r="r" b="b"/>
              <a:pathLst>
                <a:path w="11916" h="21825" extrusionOk="0">
                  <a:moveTo>
                    <a:pt x="11916" y="0"/>
                  </a:moveTo>
                  <a:cubicBezTo>
                    <a:pt x="11703" y="304"/>
                    <a:pt x="11612" y="608"/>
                    <a:pt x="11521" y="912"/>
                  </a:cubicBezTo>
                  <a:cubicBezTo>
                    <a:pt x="11126" y="2675"/>
                    <a:pt x="10335" y="4255"/>
                    <a:pt x="9180" y="5623"/>
                  </a:cubicBezTo>
                  <a:cubicBezTo>
                    <a:pt x="6779" y="8480"/>
                    <a:pt x="3709" y="9939"/>
                    <a:pt x="1" y="10000"/>
                  </a:cubicBezTo>
                  <a:cubicBezTo>
                    <a:pt x="62" y="10031"/>
                    <a:pt x="153" y="10122"/>
                    <a:pt x="183" y="10152"/>
                  </a:cubicBezTo>
                  <a:cubicBezTo>
                    <a:pt x="3861" y="13800"/>
                    <a:pt x="7509" y="17478"/>
                    <a:pt x="11186" y="21186"/>
                  </a:cubicBezTo>
                  <a:cubicBezTo>
                    <a:pt x="11430" y="21399"/>
                    <a:pt x="11582" y="21581"/>
                    <a:pt x="11764" y="21824"/>
                  </a:cubicBezTo>
                  <a:cubicBezTo>
                    <a:pt x="11855" y="21794"/>
                    <a:pt x="11885" y="21733"/>
                    <a:pt x="11916" y="21703"/>
                  </a:cubicBezTo>
                  <a:lnTo>
                    <a:pt x="11916" y="9970"/>
                  </a:lnTo>
                  <a:lnTo>
                    <a:pt x="11916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3"/>
            <p:cNvSpPr/>
            <p:nvPr/>
          </p:nvSpPr>
          <p:spPr>
            <a:xfrm>
              <a:off x="622404" y="4154023"/>
              <a:ext cx="275295" cy="277419"/>
            </a:xfrm>
            <a:custGeom>
              <a:avLst/>
              <a:gdLst/>
              <a:ahLst/>
              <a:cxnLst/>
              <a:rect l="l" t="t" r="r" b="b"/>
              <a:pathLst>
                <a:path w="11795" h="11886" extrusionOk="0">
                  <a:moveTo>
                    <a:pt x="11581" y="1"/>
                  </a:moveTo>
                  <a:cubicBezTo>
                    <a:pt x="11338" y="304"/>
                    <a:pt x="11125" y="608"/>
                    <a:pt x="10882" y="882"/>
                  </a:cubicBezTo>
                  <a:lnTo>
                    <a:pt x="639" y="11095"/>
                  </a:lnTo>
                  <a:cubicBezTo>
                    <a:pt x="426" y="11368"/>
                    <a:pt x="213" y="11642"/>
                    <a:pt x="1" y="11885"/>
                  </a:cubicBezTo>
                  <a:cubicBezTo>
                    <a:pt x="3952" y="11855"/>
                    <a:pt x="7873" y="11855"/>
                    <a:pt x="11794" y="11855"/>
                  </a:cubicBezTo>
                  <a:lnTo>
                    <a:pt x="11794" y="183"/>
                  </a:lnTo>
                  <a:lnTo>
                    <a:pt x="1158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3"/>
            <p:cNvSpPr/>
            <p:nvPr/>
          </p:nvSpPr>
          <p:spPr>
            <a:xfrm>
              <a:off x="621704" y="1939804"/>
              <a:ext cx="274572" cy="276719"/>
            </a:xfrm>
            <a:custGeom>
              <a:avLst/>
              <a:gdLst/>
              <a:ahLst/>
              <a:cxnLst/>
              <a:rect l="l" t="t" r="r" b="b"/>
              <a:pathLst>
                <a:path w="11764" h="11856" extrusionOk="0">
                  <a:moveTo>
                    <a:pt x="11733" y="1"/>
                  </a:moveTo>
                  <a:cubicBezTo>
                    <a:pt x="11551" y="153"/>
                    <a:pt x="11368" y="305"/>
                    <a:pt x="11155" y="487"/>
                  </a:cubicBezTo>
                  <a:lnTo>
                    <a:pt x="486" y="11156"/>
                  </a:lnTo>
                  <a:cubicBezTo>
                    <a:pt x="304" y="11369"/>
                    <a:pt x="152" y="11551"/>
                    <a:pt x="0" y="11734"/>
                  </a:cubicBezTo>
                  <a:cubicBezTo>
                    <a:pt x="304" y="11734"/>
                    <a:pt x="608" y="11764"/>
                    <a:pt x="912" y="11855"/>
                  </a:cubicBezTo>
                  <a:lnTo>
                    <a:pt x="1125" y="11855"/>
                  </a:lnTo>
                  <a:cubicBezTo>
                    <a:pt x="4134" y="11855"/>
                    <a:pt x="7174" y="11825"/>
                    <a:pt x="10183" y="11825"/>
                  </a:cubicBezTo>
                  <a:cubicBezTo>
                    <a:pt x="10699" y="11825"/>
                    <a:pt x="11247" y="11764"/>
                    <a:pt x="11763" y="11764"/>
                  </a:cubicBezTo>
                  <a:lnTo>
                    <a:pt x="11763" y="5837"/>
                  </a:lnTo>
                  <a:cubicBezTo>
                    <a:pt x="11763" y="3861"/>
                    <a:pt x="11733" y="1916"/>
                    <a:pt x="11733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3"/>
            <p:cNvSpPr/>
            <p:nvPr/>
          </p:nvSpPr>
          <p:spPr>
            <a:xfrm>
              <a:off x="538679" y="1304842"/>
              <a:ext cx="158245" cy="156121"/>
            </a:xfrm>
            <a:custGeom>
              <a:avLst/>
              <a:gdLst/>
              <a:ahLst/>
              <a:cxnLst/>
              <a:rect l="l" t="t" r="r" b="b"/>
              <a:pathLst>
                <a:path w="6780" h="6689" extrusionOk="0">
                  <a:moveTo>
                    <a:pt x="3337" y="0"/>
                  </a:moveTo>
                  <a:cubicBezTo>
                    <a:pt x="3319" y="0"/>
                    <a:pt x="3302" y="1"/>
                    <a:pt x="3284" y="1"/>
                  </a:cubicBezTo>
                  <a:cubicBezTo>
                    <a:pt x="1460" y="62"/>
                    <a:pt x="1" y="1581"/>
                    <a:pt x="62" y="3405"/>
                  </a:cubicBezTo>
                  <a:cubicBezTo>
                    <a:pt x="92" y="5270"/>
                    <a:pt x="1550" y="6688"/>
                    <a:pt x="3378" y="6688"/>
                  </a:cubicBezTo>
                  <a:cubicBezTo>
                    <a:pt x="3397" y="6688"/>
                    <a:pt x="3416" y="6688"/>
                    <a:pt x="3436" y="6688"/>
                  </a:cubicBezTo>
                  <a:cubicBezTo>
                    <a:pt x="5259" y="6688"/>
                    <a:pt x="6779" y="5168"/>
                    <a:pt x="6718" y="3344"/>
                  </a:cubicBezTo>
                  <a:cubicBezTo>
                    <a:pt x="6718" y="1509"/>
                    <a:pt x="5139" y="0"/>
                    <a:pt x="3337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3"/>
            <p:cNvSpPr/>
            <p:nvPr/>
          </p:nvSpPr>
          <p:spPr>
            <a:xfrm>
              <a:off x="354215" y="2225004"/>
              <a:ext cx="535653" cy="525010"/>
            </a:xfrm>
            <a:custGeom>
              <a:avLst/>
              <a:gdLst/>
              <a:ahLst/>
              <a:cxnLst/>
              <a:rect l="l" t="t" r="r" b="b"/>
              <a:pathLst>
                <a:path w="22950" h="22494" extrusionOk="0">
                  <a:moveTo>
                    <a:pt x="16810" y="16323"/>
                  </a:moveTo>
                  <a:cubicBezTo>
                    <a:pt x="16810" y="16337"/>
                    <a:pt x="16816" y="16351"/>
                    <a:pt x="16823" y="16365"/>
                  </a:cubicBezTo>
                  <a:lnTo>
                    <a:pt x="16823" y="16365"/>
                  </a:lnTo>
                  <a:cubicBezTo>
                    <a:pt x="16815" y="16359"/>
                    <a:pt x="16810" y="16354"/>
                    <a:pt x="16810" y="16354"/>
                  </a:cubicBezTo>
                  <a:cubicBezTo>
                    <a:pt x="16779" y="16354"/>
                    <a:pt x="16810" y="16323"/>
                    <a:pt x="16810" y="16323"/>
                  </a:cubicBezTo>
                  <a:close/>
                  <a:moveTo>
                    <a:pt x="12463" y="1"/>
                  </a:moveTo>
                  <a:cubicBezTo>
                    <a:pt x="12129" y="1369"/>
                    <a:pt x="11794" y="2797"/>
                    <a:pt x="11460" y="4165"/>
                  </a:cubicBezTo>
                  <a:lnTo>
                    <a:pt x="11217" y="4165"/>
                  </a:lnTo>
                  <a:cubicBezTo>
                    <a:pt x="10913" y="2889"/>
                    <a:pt x="10609" y="1612"/>
                    <a:pt x="10305" y="366"/>
                  </a:cubicBezTo>
                  <a:cubicBezTo>
                    <a:pt x="10184" y="366"/>
                    <a:pt x="10123" y="396"/>
                    <a:pt x="10001" y="396"/>
                  </a:cubicBezTo>
                  <a:cubicBezTo>
                    <a:pt x="10001" y="1034"/>
                    <a:pt x="9971" y="1733"/>
                    <a:pt x="9971" y="2372"/>
                  </a:cubicBezTo>
                  <a:cubicBezTo>
                    <a:pt x="9971" y="2980"/>
                    <a:pt x="9940" y="3618"/>
                    <a:pt x="9940" y="4256"/>
                  </a:cubicBezTo>
                  <a:cubicBezTo>
                    <a:pt x="9849" y="4256"/>
                    <a:pt x="9788" y="4317"/>
                    <a:pt x="9697" y="4317"/>
                  </a:cubicBezTo>
                  <a:cubicBezTo>
                    <a:pt x="9424" y="3740"/>
                    <a:pt x="9180" y="3162"/>
                    <a:pt x="8877" y="2645"/>
                  </a:cubicBezTo>
                  <a:cubicBezTo>
                    <a:pt x="8573" y="2098"/>
                    <a:pt x="8481" y="1430"/>
                    <a:pt x="7843" y="913"/>
                  </a:cubicBezTo>
                  <a:lnTo>
                    <a:pt x="7843" y="913"/>
                  </a:lnTo>
                  <a:cubicBezTo>
                    <a:pt x="7904" y="2281"/>
                    <a:pt x="8329" y="3466"/>
                    <a:pt x="8238" y="4712"/>
                  </a:cubicBezTo>
                  <a:cubicBezTo>
                    <a:pt x="7539" y="3892"/>
                    <a:pt x="6810" y="3010"/>
                    <a:pt x="6141" y="2189"/>
                  </a:cubicBezTo>
                  <a:cubicBezTo>
                    <a:pt x="6071" y="2236"/>
                    <a:pt x="6019" y="2301"/>
                    <a:pt x="6026" y="2301"/>
                  </a:cubicBezTo>
                  <a:cubicBezTo>
                    <a:pt x="6028" y="2301"/>
                    <a:pt x="6036" y="2295"/>
                    <a:pt x="6050" y="2281"/>
                  </a:cubicBezTo>
                  <a:cubicBezTo>
                    <a:pt x="6384" y="3284"/>
                    <a:pt x="6779" y="4226"/>
                    <a:pt x="7114" y="5229"/>
                  </a:cubicBezTo>
                  <a:lnTo>
                    <a:pt x="7114" y="5442"/>
                  </a:lnTo>
                  <a:lnTo>
                    <a:pt x="6992" y="5320"/>
                  </a:lnTo>
                  <a:cubicBezTo>
                    <a:pt x="6688" y="5138"/>
                    <a:pt x="6445" y="4955"/>
                    <a:pt x="6171" y="4712"/>
                  </a:cubicBezTo>
                  <a:cubicBezTo>
                    <a:pt x="5472" y="4226"/>
                    <a:pt x="4834" y="3709"/>
                    <a:pt x="4196" y="3162"/>
                  </a:cubicBezTo>
                  <a:cubicBezTo>
                    <a:pt x="4165" y="3253"/>
                    <a:pt x="4074" y="3284"/>
                    <a:pt x="4044" y="3314"/>
                  </a:cubicBezTo>
                  <a:cubicBezTo>
                    <a:pt x="4682" y="4317"/>
                    <a:pt x="5290" y="5259"/>
                    <a:pt x="5898" y="6232"/>
                  </a:cubicBezTo>
                  <a:cubicBezTo>
                    <a:pt x="5928" y="6323"/>
                    <a:pt x="6019" y="6384"/>
                    <a:pt x="6050" y="6475"/>
                  </a:cubicBezTo>
                  <a:cubicBezTo>
                    <a:pt x="5928" y="6475"/>
                    <a:pt x="5867" y="6445"/>
                    <a:pt x="5746" y="6445"/>
                  </a:cubicBezTo>
                  <a:cubicBezTo>
                    <a:pt x="4652" y="5898"/>
                    <a:pt x="3588" y="5381"/>
                    <a:pt x="2524" y="4834"/>
                  </a:cubicBezTo>
                  <a:cubicBezTo>
                    <a:pt x="2493" y="4925"/>
                    <a:pt x="2433" y="4955"/>
                    <a:pt x="2402" y="5016"/>
                  </a:cubicBezTo>
                  <a:cubicBezTo>
                    <a:pt x="3314" y="5898"/>
                    <a:pt x="4196" y="6810"/>
                    <a:pt x="5107" y="7691"/>
                  </a:cubicBezTo>
                  <a:cubicBezTo>
                    <a:pt x="5077" y="7721"/>
                    <a:pt x="5016" y="7813"/>
                    <a:pt x="4986" y="7843"/>
                  </a:cubicBezTo>
                  <a:cubicBezTo>
                    <a:pt x="3709" y="7448"/>
                    <a:pt x="2402" y="7113"/>
                    <a:pt x="1126" y="6749"/>
                  </a:cubicBezTo>
                  <a:lnTo>
                    <a:pt x="1126" y="6749"/>
                  </a:lnTo>
                  <a:cubicBezTo>
                    <a:pt x="2098" y="7661"/>
                    <a:pt x="3314" y="8208"/>
                    <a:pt x="4256" y="9211"/>
                  </a:cubicBezTo>
                  <a:lnTo>
                    <a:pt x="396" y="8968"/>
                  </a:lnTo>
                  <a:cubicBezTo>
                    <a:pt x="396" y="9028"/>
                    <a:pt x="366" y="9089"/>
                    <a:pt x="366" y="9120"/>
                  </a:cubicBezTo>
                  <a:cubicBezTo>
                    <a:pt x="1612" y="9636"/>
                    <a:pt x="2828" y="10092"/>
                    <a:pt x="4074" y="10548"/>
                  </a:cubicBezTo>
                  <a:cubicBezTo>
                    <a:pt x="4074" y="10609"/>
                    <a:pt x="4044" y="10639"/>
                    <a:pt x="4044" y="10731"/>
                  </a:cubicBezTo>
                  <a:cubicBezTo>
                    <a:pt x="2676" y="10913"/>
                    <a:pt x="1338" y="11095"/>
                    <a:pt x="1" y="11308"/>
                  </a:cubicBezTo>
                  <a:lnTo>
                    <a:pt x="1" y="11460"/>
                  </a:lnTo>
                  <a:cubicBezTo>
                    <a:pt x="1369" y="11673"/>
                    <a:pt x="2706" y="11855"/>
                    <a:pt x="4074" y="12098"/>
                  </a:cubicBezTo>
                  <a:lnTo>
                    <a:pt x="4074" y="12281"/>
                  </a:lnTo>
                  <a:cubicBezTo>
                    <a:pt x="2797" y="12767"/>
                    <a:pt x="1490" y="13223"/>
                    <a:pt x="214" y="13740"/>
                  </a:cubicBezTo>
                  <a:cubicBezTo>
                    <a:pt x="214" y="13770"/>
                    <a:pt x="244" y="13801"/>
                    <a:pt x="244" y="13831"/>
                  </a:cubicBezTo>
                  <a:cubicBezTo>
                    <a:pt x="1642" y="13770"/>
                    <a:pt x="3010" y="13649"/>
                    <a:pt x="4408" y="13588"/>
                  </a:cubicBezTo>
                  <a:cubicBezTo>
                    <a:pt x="4469" y="13649"/>
                    <a:pt x="4469" y="13679"/>
                    <a:pt x="4500" y="13770"/>
                  </a:cubicBezTo>
                  <a:cubicBezTo>
                    <a:pt x="3405" y="14439"/>
                    <a:pt x="2281" y="15168"/>
                    <a:pt x="1186" y="15867"/>
                  </a:cubicBezTo>
                  <a:cubicBezTo>
                    <a:pt x="1217" y="15928"/>
                    <a:pt x="1217" y="15959"/>
                    <a:pt x="1278" y="16050"/>
                  </a:cubicBezTo>
                  <a:lnTo>
                    <a:pt x="4925" y="15016"/>
                  </a:lnTo>
                  <a:cubicBezTo>
                    <a:pt x="4955" y="15047"/>
                    <a:pt x="4986" y="15138"/>
                    <a:pt x="5016" y="15199"/>
                  </a:cubicBezTo>
                  <a:lnTo>
                    <a:pt x="4104" y="16111"/>
                  </a:lnTo>
                  <a:cubicBezTo>
                    <a:pt x="3557" y="16718"/>
                    <a:pt x="2980" y="17296"/>
                    <a:pt x="2402" y="17904"/>
                  </a:cubicBezTo>
                  <a:lnTo>
                    <a:pt x="2433" y="17934"/>
                  </a:lnTo>
                  <a:lnTo>
                    <a:pt x="3466" y="17478"/>
                  </a:lnTo>
                  <a:lnTo>
                    <a:pt x="5867" y="16232"/>
                  </a:lnTo>
                  <a:cubicBezTo>
                    <a:pt x="5928" y="16263"/>
                    <a:pt x="5989" y="16354"/>
                    <a:pt x="6019" y="16384"/>
                  </a:cubicBezTo>
                  <a:cubicBezTo>
                    <a:pt x="5867" y="16658"/>
                    <a:pt x="5685" y="16962"/>
                    <a:pt x="5472" y="17235"/>
                  </a:cubicBezTo>
                  <a:cubicBezTo>
                    <a:pt x="4986" y="18026"/>
                    <a:pt x="4469" y="18816"/>
                    <a:pt x="3952" y="19606"/>
                  </a:cubicBezTo>
                  <a:cubicBezTo>
                    <a:pt x="4378" y="19302"/>
                    <a:pt x="4834" y="19059"/>
                    <a:pt x="5259" y="18755"/>
                  </a:cubicBezTo>
                  <a:cubicBezTo>
                    <a:pt x="5867" y="18238"/>
                    <a:pt x="6445" y="17752"/>
                    <a:pt x="7053" y="17266"/>
                  </a:cubicBezTo>
                  <a:lnTo>
                    <a:pt x="7053" y="17266"/>
                  </a:lnTo>
                  <a:cubicBezTo>
                    <a:pt x="6810" y="18542"/>
                    <a:pt x="6232" y="19667"/>
                    <a:pt x="5867" y="20822"/>
                  </a:cubicBezTo>
                  <a:cubicBezTo>
                    <a:pt x="5928" y="20883"/>
                    <a:pt x="5989" y="20913"/>
                    <a:pt x="6050" y="20943"/>
                  </a:cubicBezTo>
                  <a:cubicBezTo>
                    <a:pt x="6840" y="19971"/>
                    <a:pt x="7600" y="18998"/>
                    <a:pt x="8512" y="17874"/>
                  </a:cubicBezTo>
                  <a:lnTo>
                    <a:pt x="8512" y="17874"/>
                  </a:lnTo>
                  <a:cubicBezTo>
                    <a:pt x="8451" y="19363"/>
                    <a:pt x="7965" y="20579"/>
                    <a:pt x="8147" y="21886"/>
                  </a:cubicBezTo>
                  <a:cubicBezTo>
                    <a:pt x="8664" y="20761"/>
                    <a:pt x="9241" y="19606"/>
                    <a:pt x="9819" y="18481"/>
                  </a:cubicBezTo>
                  <a:cubicBezTo>
                    <a:pt x="9880" y="18481"/>
                    <a:pt x="9940" y="18512"/>
                    <a:pt x="10001" y="18512"/>
                  </a:cubicBezTo>
                  <a:cubicBezTo>
                    <a:pt x="10092" y="19819"/>
                    <a:pt x="10123" y="21095"/>
                    <a:pt x="10153" y="22402"/>
                  </a:cubicBezTo>
                  <a:lnTo>
                    <a:pt x="10336" y="22402"/>
                  </a:lnTo>
                  <a:cubicBezTo>
                    <a:pt x="10761" y="21187"/>
                    <a:pt x="10913" y="19849"/>
                    <a:pt x="11460" y="18481"/>
                  </a:cubicBezTo>
                  <a:cubicBezTo>
                    <a:pt x="11946" y="19971"/>
                    <a:pt x="12098" y="21278"/>
                    <a:pt x="12615" y="22494"/>
                  </a:cubicBezTo>
                  <a:cubicBezTo>
                    <a:pt x="12767" y="21217"/>
                    <a:pt x="12676" y="19880"/>
                    <a:pt x="12980" y="18390"/>
                  </a:cubicBezTo>
                  <a:cubicBezTo>
                    <a:pt x="13740" y="19728"/>
                    <a:pt x="14196" y="20943"/>
                    <a:pt x="14895" y="22007"/>
                  </a:cubicBezTo>
                  <a:cubicBezTo>
                    <a:pt x="14956" y="21734"/>
                    <a:pt x="14895" y="21551"/>
                    <a:pt x="14864" y="21339"/>
                  </a:cubicBezTo>
                  <a:cubicBezTo>
                    <a:pt x="14716" y="20242"/>
                    <a:pt x="14568" y="19204"/>
                    <a:pt x="14420" y="18139"/>
                  </a:cubicBezTo>
                  <a:lnTo>
                    <a:pt x="14420" y="18139"/>
                  </a:lnTo>
                  <a:cubicBezTo>
                    <a:pt x="15014" y="18881"/>
                    <a:pt x="15609" y="19623"/>
                    <a:pt x="16232" y="20336"/>
                  </a:cubicBezTo>
                  <a:cubicBezTo>
                    <a:pt x="16384" y="20488"/>
                    <a:pt x="16567" y="20609"/>
                    <a:pt x="16719" y="20761"/>
                  </a:cubicBezTo>
                  <a:cubicBezTo>
                    <a:pt x="16567" y="19545"/>
                    <a:pt x="15959" y="18542"/>
                    <a:pt x="15868" y="17387"/>
                  </a:cubicBezTo>
                  <a:lnTo>
                    <a:pt x="15868" y="17387"/>
                  </a:lnTo>
                  <a:cubicBezTo>
                    <a:pt x="16719" y="18056"/>
                    <a:pt x="17630" y="18785"/>
                    <a:pt x="18512" y="19454"/>
                  </a:cubicBezTo>
                  <a:cubicBezTo>
                    <a:pt x="18603" y="19424"/>
                    <a:pt x="18634" y="19363"/>
                    <a:pt x="18694" y="19302"/>
                  </a:cubicBezTo>
                  <a:cubicBezTo>
                    <a:pt x="18512" y="18998"/>
                    <a:pt x="18360" y="18755"/>
                    <a:pt x="18178" y="18451"/>
                  </a:cubicBezTo>
                  <a:cubicBezTo>
                    <a:pt x="17762" y="17768"/>
                    <a:pt x="17317" y="17114"/>
                    <a:pt x="16900" y="16432"/>
                  </a:cubicBezTo>
                  <a:lnTo>
                    <a:pt x="16900" y="16432"/>
                  </a:lnTo>
                  <a:cubicBezTo>
                    <a:pt x="17184" y="16514"/>
                    <a:pt x="17466" y="16574"/>
                    <a:pt x="17722" y="16688"/>
                  </a:cubicBezTo>
                  <a:lnTo>
                    <a:pt x="19667" y="17722"/>
                  </a:lnTo>
                  <a:cubicBezTo>
                    <a:pt x="19819" y="17843"/>
                    <a:pt x="20032" y="17874"/>
                    <a:pt x="20427" y="17995"/>
                  </a:cubicBezTo>
                  <a:cubicBezTo>
                    <a:pt x="19576" y="16840"/>
                    <a:pt x="18542" y="16202"/>
                    <a:pt x="17843" y="15260"/>
                  </a:cubicBezTo>
                  <a:cubicBezTo>
                    <a:pt x="17874" y="15199"/>
                    <a:pt x="17904" y="15138"/>
                    <a:pt x="17934" y="15108"/>
                  </a:cubicBezTo>
                  <a:cubicBezTo>
                    <a:pt x="19150" y="15442"/>
                    <a:pt x="20336" y="15746"/>
                    <a:pt x="21552" y="16080"/>
                  </a:cubicBezTo>
                  <a:cubicBezTo>
                    <a:pt x="21582" y="16019"/>
                    <a:pt x="21582" y="15959"/>
                    <a:pt x="21643" y="15898"/>
                  </a:cubicBezTo>
                  <a:cubicBezTo>
                    <a:pt x="20579" y="15168"/>
                    <a:pt x="19424" y="14560"/>
                    <a:pt x="18208" y="13679"/>
                  </a:cubicBezTo>
                  <a:lnTo>
                    <a:pt x="18208" y="13679"/>
                  </a:lnTo>
                  <a:cubicBezTo>
                    <a:pt x="19758" y="13740"/>
                    <a:pt x="21065" y="13770"/>
                    <a:pt x="22403" y="13801"/>
                  </a:cubicBezTo>
                  <a:cubicBezTo>
                    <a:pt x="21430" y="13436"/>
                    <a:pt x="20457" y="13010"/>
                    <a:pt x="19454" y="12615"/>
                  </a:cubicBezTo>
                  <a:cubicBezTo>
                    <a:pt x="19211" y="12524"/>
                    <a:pt x="18937" y="12402"/>
                    <a:pt x="18482" y="12220"/>
                  </a:cubicBezTo>
                  <a:cubicBezTo>
                    <a:pt x="20123" y="11946"/>
                    <a:pt x="21552" y="11703"/>
                    <a:pt x="22950" y="11490"/>
                  </a:cubicBezTo>
                  <a:cubicBezTo>
                    <a:pt x="22919" y="11460"/>
                    <a:pt x="22919" y="11399"/>
                    <a:pt x="22919" y="11369"/>
                  </a:cubicBezTo>
                  <a:cubicBezTo>
                    <a:pt x="21521" y="11217"/>
                    <a:pt x="20153" y="11035"/>
                    <a:pt x="18755" y="10852"/>
                  </a:cubicBezTo>
                  <a:lnTo>
                    <a:pt x="18755" y="10609"/>
                  </a:lnTo>
                  <a:cubicBezTo>
                    <a:pt x="20001" y="10123"/>
                    <a:pt x="21248" y="9667"/>
                    <a:pt x="22494" y="9211"/>
                  </a:cubicBezTo>
                  <a:cubicBezTo>
                    <a:pt x="22494" y="9180"/>
                    <a:pt x="22463" y="9089"/>
                    <a:pt x="22463" y="9059"/>
                  </a:cubicBezTo>
                  <a:lnTo>
                    <a:pt x="18603" y="9272"/>
                  </a:lnTo>
                  <a:cubicBezTo>
                    <a:pt x="18573" y="9241"/>
                    <a:pt x="18573" y="9180"/>
                    <a:pt x="18512" y="9120"/>
                  </a:cubicBezTo>
                  <a:cubicBezTo>
                    <a:pt x="18664" y="9028"/>
                    <a:pt x="18877" y="8816"/>
                    <a:pt x="19059" y="8724"/>
                  </a:cubicBezTo>
                  <a:cubicBezTo>
                    <a:pt x="19941" y="8147"/>
                    <a:pt x="20761" y="7569"/>
                    <a:pt x="21643" y="6992"/>
                  </a:cubicBezTo>
                  <a:lnTo>
                    <a:pt x="21643" y="6992"/>
                  </a:lnTo>
                  <a:cubicBezTo>
                    <a:pt x="21248" y="7053"/>
                    <a:pt x="20883" y="7083"/>
                    <a:pt x="20548" y="7144"/>
                  </a:cubicBezTo>
                  <a:cubicBezTo>
                    <a:pt x="19637" y="7387"/>
                    <a:pt x="18725" y="7661"/>
                    <a:pt x="17722" y="7752"/>
                  </a:cubicBezTo>
                  <a:cubicBezTo>
                    <a:pt x="18573" y="6901"/>
                    <a:pt x="19424" y="5989"/>
                    <a:pt x="20305" y="5107"/>
                  </a:cubicBezTo>
                  <a:lnTo>
                    <a:pt x="20184" y="4986"/>
                  </a:lnTo>
                  <a:cubicBezTo>
                    <a:pt x="19120" y="5533"/>
                    <a:pt x="18056" y="6050"/>
                    <a:pt x="16810" y="6688"/>
                  </a:cubicBezTo>
                  <a:cubicBezTo>
                    <a:pt x="16962" y="6323"/>
                    <a:pt x="17053" y="6141"/>
                    <a:pt x="17144" y="5928"/>
                  </a:cubicBezTo>
                  <a:cubicBezTo>
                    <a:pt x="17661" y="5107"/>
                    <a:pt x="18208" y="4256"/>
                    <a:pt x="18755" y="3436"/>
                  </a:cubicBezTo>
                  <a:lnTo>
                    <a:pt x="18634" y="3314"/>
                  </a:lnTo>
                  <a:cubicBezTo>
                    <a:pt x="17691" y="4044"/>
                    <a:pt x="16779" y="4803"/>
                    <a:pt x="15807" y="5533"/>
                  </a:cubicBezTo>
                  <a:cubicBezTo>
                    <a:pt x="15776" y="5472"/>
                    <a:pt x="15716" y="5442"/>
                    <a:pt x="15655" y="5411"/>
                  </a:cubicBezTo>
                  <a:cubicBezTo>
                    <a:pt x="16050" y="4196"/>
                    <a:pt x="16658" y="3101"/>
                    <a:pt x="17023" y="1885"/>
                  </a:cubicBezTo>
                  <a:cubicBezTo>
                    <a:pt x="16992" y="1885"/>
                    <a:pt x="16931" y="1825"/>
                    <a:pt x="16871" y="1794"/>
                  </a:cubicBezTo>
                  <a:cubicBezTo>
                    <a:pt x="16080" y="2797"/>
                    <a:pt x="15320" y="3740"/>
                    <a:pt x="14561" y="4712"/>
                  </a:cubicBezTo>
                  <a:lnTo>
                    <a:pt x="14348" y="4621"/>
                  </a:lnTo>
                  <a:cubicBezTo>
                    <a:pt x="14378" y="3314"/>
                    <a:pt x="14804" y="2098"/>
                    <a:pt x="14743" y="761"/>
                  </a:cubicBezTo>
                  <a:lnTo>
                    <a:pt x="14743" y="761"/>
                  </a:lnTo>
                  <a:cubicBezTo>
                    <a:pt x="14196" y="1946"/>
                    <a:pt x="13588" y="3132"/>
                    <a:pt x="13010" y="4317"/>
                  </a:cubicBezTo>
                  <a:cubicBezTo>
                    <a:pt x="12585" y="2858"/>
                    <a:pt x="12706" y="1430"/>
                    <a:pt x="12585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3"/>
            <p:cNvSpPr/>
            <p:nvPr/>
          </p:nvSpPr>
          <p:spPr>
            <a:xfrm>
              <a:off x="587649" y="2225728"/>
              <a:ext cx="7119" cy="7819"/>
            </a:xfrm>
            <a:custGeom>
              <a:avLst/>
              <a:gdLst/>
              <a:ahLst/>
              <a:cxnLst/>
              <a:rect l="l" t="t" r="r" b="b"/>
              <a:pathLst>
                <a:path w="305" h="335" extrusionOk="0">
                  <a:moveTo>
                    <a:pt x="122" y="0"/>
                  </a:moveTo>
                  <a:cubicBezTo>
                    <a:pt x="91" y="122"/>
                    <a:pt x="31" y="213"/>
                    <a:pt x="0" y="335"/>
                  </a:cubicBezTo>
                  <a:cubicBezTo>
                    <a:pt x="122" y="335"/>
                    <a:pt x="183" y="274"/>
                    <a:pt x="304" y="274"/>
                  </a:cubicBezTo>
                  <a:cubicBezTo>
                    <a:pt x="243" y="183"/>
                    <a:pt x="152" y="92"/>
                    <a:pt x="122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3"/>
            <p:cNvSpPr/>
            <p:nvPr/>
          </p:nvSpPr>
          <p:spPr>
            <a:xfrm>
              <a:off x="642991" y="2214361"/>
              <a:ext cx="4971" cy="9569"/>
            </a:xfrm>
            <a:custGeom>
              <a:avLst/>
              <a:gdLst/>
              <a:ahLst/>
              <a:cxnLst/>
              <a:rect l="l" t="t" r="r" b="b"/>
              <a:pathLst>
                <a:path w="213" h="410" extrusionOk="0">
                  <a:moveTo>
                    <a:pt x="0" y="1"/>
                  </a:moveTo>
                  <a:cubicBezTo>
                    <a:pt x="30" y="123"/>
                    <a:pt x="30" y="275"/>
                    <a:pt x="61" y="396"/>
                  </a:cubicBezTo>
                  <a:cubicBezTo>
                    <a:pt x="81" y="406"/>
                    <a:pt x="98" y="410"/>
                    <a:pt x="113" y="410"/>
                  </a:cubicBezTo>
                  <a:cubicBezTo>
                    <a:pt x="142" y="410"/>
                    <a:pt x="162" y="396"/>
                    <a:pt x="182" y="396"/>
                  </a:cubicBezTo>
                  <a:cubicBezTo>
                    <a:pt x="182" y="275"/>
                    <a:pt x="213" y="153"/>
                    <a:pt x="21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3"/>
            <p:cNvSpPr/>
            <p:nvPr/>
          </p:nvSpPr>
          <p:spPr>
            <a:xfrm>
              <a:off x="647239" y="2212960"/>
              <a:ext cx="249038" cy="275996"/>
            </a:xfrm>
            <a:custGeom>
              <a:avLst/>
              <a:gdLst/>
              <a:ahLst/>
              <a:cxnLst/>
              <a:rect l="l" t="t" r="r" b="b"/>
              <a:pathLst>
                <a:path w="10670" h="11825" extrusionOk="0">
                  <a:moveTo>
                    <a:pt x="8998" y="7326"/>
                  </a:moveTo>
                  <a:lnTo>
                    <a:pt x="9089" y="7417"/>
                  </a:lnTo>
                  <a:cubicBezTo>
                    <a:pt x="9058" y="7417"/>
                    <a:pt x="8967" y="7447"/>
                    <a:pt x="8937" y="7447"/>
                  </a:cubicBezTo>
                  <a:cubicBezTo>
                    <a:pt x="8967" y="7417"/>
                    <a:pt x="8967" y="7356"/>
                    <a:pt x="8998" y="7326"/>
                  </a:cubicBezTo>
                  <a:close/>
                  <a:moveTo>
                    <a:pt x="10669" y="0"/>
                  </a:moveTo>
                  <a:cubicBezTo>
                    <a:pt x="10153" y="0"/>
                    <a:pt x="9605" y="31"/>
                    <a:pt x="9089" y="31"/>
                  </a:cubicBezTo>
                  <a:cubicBezTo>
                    <a:pt x="6080" y="31"/>
                    <a:pt x="3040" y="61"/>
                    <a:pt x="31" y="61"/>
                  </a:cubicBezTo>
                  <a:cubicBezTo>
                    <a:pt x="31" y="213"/>
                    <a:pt x="0" y="335"/>
                    <a:pt x="0" y="456"/>
                  </a:cubicBezTo>
                  <a:cubicBezTo>
                    <a:pt x="122" y="1885"/>
                    <a:pt x="0" y="3344"/>
                    <a:pt x="274" y="4712"/>
                  </a:cubicBezTo>
                  <a:cubicBezTo>
                    <a:pt x="851" y="3526"/>
                    <a:pt x="1459" y="2341"/>
                    <a:pt x="2007" y="1186"/>
                  </a:cubicBezTo>
                  <a:lnTo>
                    <a:pt x="2007" y="1186"/>
                  </a:lnTo>
                  <a:cubicBezTo>
                    <a:pt x="2067" y="2493"/>
                    <a:pt x="1642" y="3769"/>
                    <a:pt x="1611" y="5015"/>
                  </a:cubicBezTo>
                  <a:lnTo>
                    <a:pt x="1824" y="5137"/>
                  </a:lnTo>
                  <a:cubicBezTo>
                    <a:pt x="2614" y="4134"/>
                    <a:pt x="3374" y="3192"/>
                    <a:pt x="4134" y="2189"/>
                  </a:cubicBezTo>
                  <a:cubicBezTo>
                    <a:pt x="4195" y="2189"/>
                    <a:pt x="4256" y="2249"/>
                    <a:pt x="4286" y="2280"/>
                  </a:cubicBezTo>
                  <a:cubicBezTo>
                    <a:pt x="3921" y="3465"/>
                    <a:pt x="3283" y="4590"/>
                    <a:pt x="2918" y="5806"/>
                  </a:cubicBezTo>
                  <a:cubicBezTo>
                    <a:pt x="2979" y="5836"/>
                    <a:pt x="3040" y="5897"/>
                    <a:pt x="3070" y="5927"/>
                  </a:cubicBezTo>
                  <a:cubicBezTo>
                    <a:pt x="4043" y="5198"/>
                    <a:pt x="4955" y="4438"/>
                    <a:pt x="5897" y="3708"/>
                  </a:cubicBezTo>
                  <a:cubicBezTo>
                    <a:pt x="6019" y="3708"/>
                    <a:pt x="6080" y="3678"/>
                    <a:pt x="6201" y="3648"/>
                  </a:cubicBezTo>
                  <a:lnTo>
                    <a:pt x="6201" y="3648"/>
                  </a:lnTo>
                  <a:cubicBezTo>
                    <a:pt x="6171" y="3708"/>
                    <a:pt x="6080" y="3800"/>
                    <a:pt x="6049" y="3860"/>
                  </a:cubicBezTo>
                  <a:lnTo>
                    <a:pt x="4438" y="6383"/>
                  </a:lnTo>
                  <a:cubicBezTo>
                    <a:pt x="4347" y="6566"/>
                    <a:pt x="4256" y="6748"/>
                    <a:pt x="4104" y="7143"/>
                  </a:cubicBezTo>
                  <a:cubicBezTo>
                    <a:pt x="5350" y="6505"/>
                    <a:pt x="6414" y="5958"/>
                    <a:pt x="7478" y="5441"/>
                  </a:cubicBezTo>
                  <a:lnTo>
                    <a:pt x="7721" y="5441"/>
                  </a:lnTo>
                  <a:lnTo>
                    <a:pt x="7599" y="5532"/>
                  </a:lnTo>
                  <a:cubicBezTo>
                    <a:pt x="6779" y="6414"/>
                    <a:pt x="5897" y="7326"/>
                    <a:pt x="5016" y="8207"/>
                  </a:cubicBezTo>
                  <a:cubicBezTo>
                    <a:pt x="6019" y="8085"/>
                    <a:pt x="6931" y="7812"/>
                    <a:pt x="7842" y="7599"/>
                  </a:cubicBezTo>
                  <a:cubicBezTo>
                    <a:pt x="8177" y="7508"/>
                    <a:pt x="8542" y="7478"/>
                    <a:pt x="8937" y="7447"/>
                  </a:cubicBezTo>
                  <a:lnTo>
                    <a:pt x="8937" y="7447"/>
                  </a:lnTo>
                  <a:cubicBezTo>
                    <a:pt x="8055" y="8025"/>
                    <a:pt x="7235" y="8572"/>
                    <a:pt x="6353" y="9149"/>
                  </a:cubicBezTo>
                  <a:cubicBezTo>
                    <a:pt x="6171" y="9271"/>
                    <a:pt x="6019" y="9423"/>
                    <a:pt x="5806" y="9575"/>
                  </a:cubicBezTo>
                  <a:cubicBezTo>
                    <a:pt x="5867" y="9605"/>
                    <a:pt x="5867" y="9696"/>
                    <a:pt x="5897" y="9727"/>
                  </a:cubicBezTo>
                  <a:lnTo>
                    <a:pt x="9757" y="9484"/>
                  </a:lnTo>
                  <a:cubicBezTo>
                    <a:pt x="9757" y="9544"/>
                    <a:pt x="9818" y="9605"/>
                    <a:pt x="9818" y="9636"/>
                  </a:cubicBezTo>
                  <a:cubicBezTo>
                    <a:pt x="8542" y="10152"/>
                    <a:pt x="7295" y="10608"/>
                    <a:pt x="6049" y="11064"/>
                  </a:cubicBezTo>
                  <a:lnTo>
                    <a:pt x="6049" y="11277"/>
                  </a:lnTo>
                  <a:cubicBezTo>
                    <a:pt x="7447" y="11429"/>
                    <a:pt x="8815" y="11611"/>
                    <a:pt x="10213" y="11824"/>
                  </a:cubicBezTo>
                  <a:cubicBezTo>
                    <a:pt x="10365" y="11824"/>
                    <a:pt x="10487" y="11763"/>
                    <a:pt x="10608" y="11763"/>
                  </a:cubicBezTo>
                  <a:cubicBezTo>
                    <a:pt x="10608" y="11368"/>
                    <a:pt x="10639" y="10973"/>
                    <a:pt x="10639" y="10547"/>
                  </a:cubicBezTo>
                  <a:cubicBezTo>
                    <a:pt x="10669" y="7022"/>
                    <a:pt x="10669" y="3526"/>
                    <a:pt x="10669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3"/>
            <p:cNvSpPr/>
            <p:nvPr/>
          </p:nvSpPr>
          <p:spPr>
            <a:xfrm>
              <a:off x="686265" y="2648568"/>
              <a:ext cx="2147" cy="23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91" y="0"/>
                  </a:moveTo>
                  <a:lnTo>
                    <a:pt x="0" y="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5_1_1_1_1_1_1"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2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780" name="Google Shape;1780;p23"/>
          <p:cNvGrpSpPr/>
          <p:nvPr/>
        </p:nvGrpSpPr>
        <p:grpSpPr>
          <a:xfrm>
            <a:off x="701501" y="1410741"/>
            <a:ext cx="1023791" cy="1062810"/>
            <a:chOff x="366126" y="534991"/>
            <a:chExt cx="1023791" cy="1062810"/>
          </a:xfrm>
        </p:grpSpPr>
        <p:sp>
          <p:nvSpPr>
            <p:cNvPr id="1781" name="Google Shape;1781;p23"/>
            <p:cNvSpPr/>
            <p:nvPr/>
          </p:nvSpPr>
          <p:spPr>
            <a:xfrm rot="-5400000">
              <a:off x="354412" y="549282"/>
              <a:ext cx="534643" cy="506069"/>
            </a:xfrm>
            <a:custGeom>
              <a:avLst/>
              <a:gdLst/>
              <a:ahLst/>
              <a:cxnLst/>
              <a:rect l="l" t="t" r="r" b="b"/>
              <a:pathLst>
                <a:path w="23892" h="23801" extrusionOk="0">
                  <a:moveTo>
                    <a:pt x="12007" y="1"/>
                  </a:moveTo>
                  <a:cubicBezTo>
                    <a:pt x="11429" y="609"/>
                    <a:pt x="10852" y="1217"/>
                    <a:pt x="10305" y="1794"/>
                  </a:cubicBezTo>
                  <a:cubicBezTo>
                    <a:pt x="7174" y="4864"/>
                    <a:pt x="4073" y="7995"/>
                    <a:pt x="943" y="11095"/>
                  </a:cubicBezTo>
                  <a:cubicBezTo>
                    <a:pt x="669" y="11338"/>
                    <a:pt x="426" y="11521"/>
                    <a:pt x="152" y="11733"/>
                  </a:cubicBezTo>
                  <a:cubicBezTo>
                    <a:pt x="122" y="11794"/>
                    <a:pt x="31" y="11825"/>
                    <a:pt x="0" y="11825"/>
                  </a:cubicBezTo>
                  <a:lnTo>
                    <a:pt x="0" y="11977"/>
                  </a:lnTo>
                  <a:cubicBezTo>
                    <a:pt x="31" y="12007"/>
                    <a:pt x="122" y="12037"/>
                    <a:pt x="213" y="12159"/>
                  </a:cubicBezTo>
                  <a:cubicBezTo>
                    <a:pt x="456" y="12341"/>
                    <a:pt x="730" y="12554"/>
                    <a:pt x="943" y="12767"/>
                  </a:cubicBezTo>
                  <a:cubicBezTo>
                    <a:pt x="4377" y="16202"/>
                    <a:pt x="7812" y="19606"/>
                    <a:pt x="11247" y="23071"/>
                  </a:cubicBezTo>
                  <a:cubicBezTo>
                    <a:pt x="11460" y="23284"/>
                    <a:pt x="11612" y="23557"/>
                    <a:pt x="11824" y="23801"/>
                  </a:cubicBezTo>
                  <a:lnTo>
                    <a:pt x="12189" y="23801"/>
                  </a:lnTo>
                  <a:cubicBezTo>
                    <a:pt x="12341" y="23679"/>
                    <a:pt x="12463" y="23527"/>
                    <a:pt x="12584" y="23375"/>
                  </a:cubicBezTo>
                  <a:lnTo>
                    <a:pt x="23314" y="12615"/>
                  </a:lnTo>
                  <a:cubicBezTo>
                    <a:pt x="23466" y="12463"/>
                    <a:pt x="23679" y="12341"/>
                    <a:pt x="23800" y="12189"/>
                  </a:cubicBezTo>
                  <a:cubicBezTo>
                    <a:pt x="23800" y="12037"/>
                    <a:pt x="23861" y="11946"/>
                    <a:pt x="23891" y="11825"/>
                  </a:cubicBezTo>
                  <a:cubicBezTo>
                    <a:pt x="23679" y="11642"/>
                    <a:pt x="23435" y="11430"/>
                    <a:pt x="23253" y="11247"/>
                  </a:cubicBezTo>
                  <a:lnTo>
                    <a:pt x="12645" y="639"/>
                  </a:lnTo>
                  <a:cubicBezTo>
                    <a:pt x="12463" y="457"/>
                    <a:pt x="12311" y="244"/>
                    <a:pt x="12128" y="1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 rot="-5400000">
              <a:off x="616460" y="1073124"/>
              <a:ext cx="263943" cy="250132"/>
            </a:xfrm>
            <a:custGeom>
              <a:avLst/>
              <a:gdLst/>
              <a:ahLst/>
              <a:cxnLst/>
              <a:rect l="l" t="t" r="r" b="b"/>
              <a:pathLst>
                <a:path w="11795" h="11764" extrusionOk="0">
                  <a:moveTo>
                    <a:pt x="11642" y="1"/>
                  </a:moveTo>
                  <a:cubicBezTo>
                    <a:pt x="11399" y="274"/>
                    <a:pt x="11186" y="517"/>
                    <a:pt x="10913" y="761"/>
                  </a:cubicBezTo>
                  <a:cubicBezTo>
                    <a:pt x="7539" y="4165"/>
                    <a:pt x="4104" y="7600"/>
                    <a:pt x="700" y="11004"/>
                  </a:cubicBezTo>
                  <a:cubicBezTo>
                    <a:pt x="457" y="11247"/>
                    <a:pt x="244" y="11521"/>
                    <a:pt x="1" y="11764"/>
                  </a:cubicBezTo>
                  <a:lnTo>
                    <a:pt x="11794" y="11764"/>
                  </a:lnTo>
                  <a:lnTo>
                    <a:pt x="11794" y="153"/>
                  </a:lnTo>
                  <a:lnTo>
                    <a:pt x="11642" y="1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 rot="-5400000">
              <a:off x="619401" y="542846"/>
              <a:ext cx="263249" cy="247538"/>
            </a:xfrm>
            <a:custGeom>
              <a:avLst/>
              <a:gdLst/>
              <a:ahLst/>
              <a:cxnLst/>
              <a:rect l="l" t="t" r="r" b="b"/>
              <a:pathLst>
                <a:path w="11764" h="11642" extrusionOk="0">
                  <a:moveTo>
                    <a:pt x="11611" y="0"/>
                  </a:moveTo>
                  <a:cubicBezTo>
                    <a:pt x="11429" y="122"/>
                    <a:pt x="11247" y="274"/>
                    <a:pt x="11125" y="456"/>
                  </a:cubicBezTo>
                  <a:lnTo>
                    <a:pt x="365" y="11216"/>
                  </a:lnTo>
                  <a:cubicBezTo>
                    <a:pt x="213" y="11307"/>
                    <a:pt x="91" y="11490"/>
                    <a:pt x="0" y="11642"/>
                  </a:cubicBezTo>
                  <a:lnTo>
                    <a:pt x="11763" y="11642"/>
                  </a:lnTo>
                  <a:lnTo>
                    <a:pt x="11763" y="1216"/>
                  </a:lnTo>
                  <a:cubicBezTo>
                    <a:pt x="11763" y="790"/>
                    <a:pt x="11642" y="426"/>
                    <a:pt x="11611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 rot="-5400000">
              <a:off x="620460" y="813199"/>
              <a:ext cx="259176" cy="246900"/>
            </a:xfrm>
            <a:custGeom>
              <a:avLst/>
              <a:gdLst/>
              <a:ahLst/>
              <a:cxnLst/>
              <a:rect l="l" t="t" r="r" b="b"/>
              <a:pathLst>
                <a:path w="11582" h="11612" extrusionOk="0">
                  <a:moveTo>
                    <a:pt x="0" y="1"/>
                  </a:moveTo>
                  <a:lnTo>
                    <a:pt x="0" y="11612"/>
                  </a:lnTo>
                  <a:lnTo>
                    <a:pt x="11581" y="11612"/>
                  </a:lnTo>
                  <a:cubicBezTo>
                    <a:pt x="11399" y="11399"/>
                    <a:pt x="11247" y="11125"/>
                    <a:pt x="11004" y="10913"/>
                  </a:cubicBezTo>
                  <a:lnTo>
                    <a:pt x="730" y="609"/>
                  </a:lnTo>
                  <a:cubicBezTo>
                    <a:pt x="487" y="365"/>
                    <a:pt x="213" y="183"/>
                    <a:pt x="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 rot="-5400000">
              <a:off x="619442" y="1343745"/>
              <a:ext cx="261213" cy="246900"/>
            </a:xfrm>
            <a:custGeom>
              <a:avLst/>
              <a:gdLst/>
              <a:ahLst/>
              <a:cxnLst/>
              <a:rect l="l" t="t" r="r" b="b"/>
              <a:pathLst>
                <a:path w="11673" h="11612" extrusionOk="0">
                  <a:moveTo>
                    <a:pt x="31" y="1"/>
                  </a:moveTo>
                  <a:lnTo>
                    <a:pt x="31" y="1247"/>
                  </a:lnTo>
                  <a:cubicBezTo>
                    <a:pt x="31" y="4165"/>
                    <a:pt x="0" y="7052"/>
                    <a:pt x="0" y="10001"/>
                  </a:cubicBezTo>
                  <a:cubicBezTo>
                    <a:pt x="31" y="10548"/>
                    <a:pt x="31" y="11095"/>
                    <a:pt x="91" y="11612"/>
                  </a:cubicBezTo>
                  <a:cubicBezTo>
                    <a:pt x="3952" y="11612"/>
                    <a:pt x="7781" y="11612"/>
                    <a:pt x="11672" y="11581"/>
                  </a:cubicBezTo>
                  <a:cubicBezTo>
                    <a:pt x="11550" y="11429"/>
                    <a:pt x="11490" y="11247"/>
                    <a:pt x="11368" y="11125"/>
                  </a:cubicBezTo>
                  <a:cubicBezTo>
                    <a:pt x="7781" y="7508"/>
                    <a:pt x="4195" y="3952"/>
                    <a:pt x="578" y="335"/>
                  </a:cubicBezTo>
                  <a:cubicBezTo>
                    <a:pt x="456" y="213"/>
                    <a:pt x="304" y="153"/>
                    <a:pt x="31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 rot="-5400000">
              <a:off x="361139" y="1073141"/>
              <a:ext cx="264614" cy="250770"/>
            </a:xfrm>
            <a:custGeom>
              <a:avLst/>
              <a:gdLst/>
              <a:ahLst/>
              <a:cxnLst/>
              <a:rect l="l" t="t" r="r" b="b"/>
              <a:pathLst>
                <a:path w="11825" h="11794" extrusionOk="0">
                  <a:moveTo>
                    <a:pt x="11824" y="0"/>
                  </a:moveTo>
                  <a:cubicBezTo>
                    <a:pt x="7903" y="31"/>
                    <a:pt x="3982" y="31"/>
                    <a:pt x="92" y="31"/>
                  </a:cubicBezTo>
                  <a:cubicBezTo>
                    <a:pt x="31" y="61"/>
                    <a:pt x="0" y="152"/>
                    <a:pt x="0" y="183"/>
                  </a:cubicBezTo>
                  <a:cubicBezTo>
                    <a:pt x="2706" y="2888"/>
                    <a:pt x="5411" y="5532"/>
                    <a:pt x="8025" y="8146"/>
                  </a:cubicBezTo>
                  <a:cubicBezTo>
                    <a:pt x="9241" y="9393"/>
                    <a:pt x="10396" y="10578"/>
                    <a:pt x="11642" y="11794"/>
                  </a:cubicBezTo>
                  <a:cubicBezTo>
                    <a:pt x="11703" y="11763"/>
                    <a:pt x="11733" y="11763"/>
                    <a:pt x="11794" y="11733"/>
                  </a:cubicBezTo>
                  <a:cubicBezTo>
                    <a:pt x="11824" y="7812"/>
                    <a:pt x="11824" y="3921"/>
                    <a:pt x="11824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 rot="-5400000">
              <a:off x="361537" y="1342408"/>
              <a:ext cx="261884" cy="247559"/>
            </a:xfrm>
            <a:custGeom>
              <a:avLst/>
              <a:gdLst/>
              <a:ahLst/>
              <a:cxnLst/>
              <a:rect l="l" t="t" r="r" b="b"/>
              <a:pathLst>
                <a:path w="11703" h="11643" extrusionOk="0">
                  <a:moveTo>
                    <a:pt x="11642" y="1"/>
                  </a:moveTo>
                  <a:cubicBezTo>
                    <a:pt x="7812" y="1"/>
                    <a:pt x="3922" y="1"/>
                    <a:pt x="61" y="31"/>
                  </a:cubicBezTo>
                  <a:cubicBezTo>
                    <a:pt x="61" y="183"/>
                    <a:pt x="1" y="335"/>
                    <a:pt x="1" y="487"/>
                  </a:cubicBezTo>
                  <a:lnTo>
                    <a:pt x="1" y="11217"/>
                  </a:lnTo>
                  <a:cubicBezTo>
                    <a:pt x="61" y="11308"/>
                    <a:pt x="61" y="11490"/>
                    <a:pt x="92" y="11642"/>
                  </a:cubicBezTo>
                  <a:cubicBezTo>
                    <a:pt x="213" y="11581"/>
                    <a:pt x="274" y="11581"/>
                    <a:pt x="304" y="11551"/>
                  </a:cubicBezTo>
                  <a:lnTo>
                    <a:pt x="11703" y="153"/>
                  </a:lnTo>
                  <a:cubicBezTo>
                    <a:pt x="11672" y="122"/>
                    <a:pt x="11672" y="31"/>
                    <a:pt x="1164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 rot="-5400000">
              <a:off x="359517" y="807561"/>
              <a:ext cx="265285" cy="252067"/>
            </a:xfrm>
            <a:custGeom>
              <a:avLst/>
              <a:gdLst/>
              <a:ahLst/>
              <a:cxnLst/>
              <a:rect l="l" t="t" r="r" b="b"/>
              <a:pathLst>
                <a:path w="11855" h="11855" extrusionOk="0">
                  <a:moveTo>
                    <a:pt x="11611" y="0"/>
                  </a:moveTo>
                  <a:cubicBezTo>
                    <a:pt x="11216" y="61"/>
                    <a:pt x="10821" y="122"/>
                    <a:pt x="10396" y="122"/>
                  </a:cubicBezTo>
                  <a:lnTo>
                    <a:pt x="31" y="122"/>
                  </a:lnTo>
                  <a:cubicBezTo>
                    <a:pt x="0" y="4043"/>
                    <a:pt x="0" y="7964"/>
                    <a:pt x="0" y="11854"/>
                  </a:cubicBezTo>
                  <a:cubicBezTo>
                    <a:pt x="213" y="11642"/>
                    <a:pt x="517" y="11459"/>
                    <a:pt x="791" y="11216"/>
                  </a:cubicBezTo>
                  <a:cubicBezTo>
                    <a:pt x="3921" y="8146"/>
                    <a:pt x="7022" y="5015"/>
                    <a:pt x="10153" y="1915"/>
                  </a:cubicBezTo>
                  <a:cubicBezTo>
                    <a:pt x="10700" y="1307"/>
                    <a:pt x="11277" y="730"/>
                    <a:pt x="11855" y="122"/>
                  </a:cubicBezTo>
                  <a:lnTo>
                    <a:pt x="11611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 rot="-5400000">
              <a:off x="361480" y="542266"/>
              <a:ext cx="264592" cy="251429"/>
            </a:xfrm>
            <a:custGeom>
              <a:avLst/>
              <a:gdLst/>
              <a:ahLst/>
              <a:cxnLst/>
              <a:rect l="l" t="t" r="r" b="b"/>
              <a:pathLst>
                <a:path w="11824" h="11825" extrusionOk="0">
                  <a:moveTo>
                    <a:pt x="11733" y="0"/>
                  </a:moveTo>
                  <a:cubicBezTo>
                    <a:pt x="7873" y="31"/>
                    <a:pt x="3951" y="31"/>
                    <a:pt x="91" y="31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182" y="213"/>
                    <a:pt x="334" y="456"/>
                    <a:pt x="547" y="639"/>
                  </a:cubicBezTo>
                  <a:lnTo>
                    <a:pt x="11125" y="11247"/>
                  </a:lnTo>
                  <a:cubicBezTo>
                    <a:pt x="11338" y="11429"/>
                    <a:pt x="11550" y="11611"/>
                    <a:pt x="11733" y="11824"/>
                  </a:cubicBezTo>
                  <a:cubicBezTo>
                    <a:pt x="11763" y="11581"/>
                    <a:pt x="11824" y="11308"/>
                    <a:pt x="11794" y="11004"/>
                  </a:cubicBezTo>
                  <a:lnTo>
                    <a:pt x="11794" y="639"/>
                  </a:lnTo>
                  <a:cubicBezTo>
                    <a:pt x="11794" y="456"/>
                    <a:pt x="11794" y="213"/>
                    <a:pt x="1173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 rot="-5400000" flipH="1">
              <a:off x="870602" y="548641"/>
              <a:ext cx="531264" cy="507366"/>
            </a:xfrm>
            <a:custGeom>
              <a:avLst/>
              <a:gdLst/>
              <a:ahLst/>
              <a:cxnLst/>
              <a:rect l="l" t="t" r="r" b="b"/>
              <a:pathLst>
                <a:path w="23741" h="23862" extrusionOk="0">
                  <a:moveTo>
                    <a:pt x="1" y="1"/>
                  </a:moveTo>
                  <a:cubicBezTo>
                    <a:pt x="31" y="7478"/>
                    <a:pt x="31" y="14955"/>
                    <a:pt x="31" y="22493"/>
                  </a:cubicBezTo>
                  <a:cubicBezTo>
                    <a:pt x="31" y="22949"/>
                    <a:pt x="1" y="23375"/>
                    <a:pt x="1" y="23831"/>
                  </a:cubicBezTo>
                  <a:lnTo>
                    <a:pt x="1" y="23861"/>
                  </a:lnTo>
                  <a:cubicBezTo>
                    <a:pt x="579" y="23831"/>
                    <a:pt x="1126" y="23831"/>
                    <a:pt x="1703" y="23831"/>
                  </a:cubicBezTo>
                  <a:cubicBezTo>
                    <a:pt x="2220" y="23740"/>
                    <a:pt x="2737" y="23679"/>
                    <a:pt x="3223" y="23588"/>
                  </a:cubicBezTo>
                  <a:cubicBezTo>
                    <a:pt x="5685" y="23284"/>
                    <a:pt x="8025" y="22615"/>
                    <a:pt x="10214" y="21551"/>
                  </a:cubicBezTo>
                  <a:cubicBezTo>
                    <a:pt x="16293" y="18542"/>
                    <a:pt x="20488" y="13831"/>
                    <a:pt x="22615" y="7356"/>
                  </a:cubicBezTo>
                  <a:cubicBezTo>
                    <a:pt x="23102" y="5776"/>
                    <a:pt x="23375" y="4104"/>
                    <a:pt x="23740" y="2463"/>
                  </a:cubicBezTo>
                  <a:lnTo>
                    <a:pt x="23740" y="1"/>
                  </a:ln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23"/>
          <p:cNvGrpSpPr/>
          <p:nvPr/>
        </p:nvGrpSpPr>
        <p:grpSpPr>
          <a:xfrm rot="5400000">
            <a:off x="7298608" y="3631614"/>
            <a:ext cx="1109985" cy="1150587"/>
            <a:chOff x="7407058" y="1207226"/>
            <a:chExt cx="1109985" cy="1150587"/>
          </a:xfrm>
        </p:grpSpPr>
        <p:sp>
          <p:nvSpPr>
            <p:cNvPr id="1792" name="Google Shape;1792;p23"/>
            <p:cNvSpPr/>
            <p:nvPr/>
          </p:nvSpPr>
          <p:spPr>
            <a:xfrm>
              <a:off x="7418850" y="1214975"/>
              <a:ext cx="558300" cy="572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3" name="Google Shape;1793;p23"/>
            <p:cNvGrpSpPr/>
            <p:nvPr/>
          </p:nvGrpSpPr>
          <p:grpSpPr>
            <a:xfrm rot="-5400000">
              <a:off x="7662683" y="1503453"/>
              <a:ext cx="1150587" cy="558132"/>
              <a:chOff x="7278300" y="4051918"/>
              <a:chExt cx="1150587" cy="558132"/>
            </a:xfrm>
          </p:grpSpPr>
          <p:sp>
            <p:nvSpPr>
              <p:cNvPr id="1794" name="Google Shape;1794;p23"/>
              <p:cNvSpPr/>
              <p:nvPr/>
            </p:nvSpPr>
            <p:spPr>
              <a:xfrm rot="-5400000">
                <a:off x="7287415" y="4042802"/>
                <a:ext cx="558132" cy="576362"/>
              </a:xfrm>
              <a:custGeom>
                <a:avLst/>
                <a:gdLst/>
                <a:ahLst/>
                <a:cxnLst/>
                <a:rect l="l" t="t" r="r" b="b"/>
                <a:pathLst>
                  <a:path w="23862" h="23861" extrusionOk="0">
                    <a:moveTo>
                      <a:pt x="12037" y="852"/>
                    </a:moveTo>
                    <a:cubicBezTo>
                      <a:pt x="12189" y="1763"/>
                      <a:pt x="12311" y="2706"/>
                      <a:pt x="12493" y="3618"/>
                    </a:cubicBezTo>
                    <a:cubicBezTo>
                      <a:pt x="12737" y="4651"/>
                      <a:pt x="12949" y="5715"/>
                      <a:pt x="13253" y="6748"/>
                    </a:cubicBezTo>
                    <a:cubicBezTo>
                      <a:pt x="13922" y="8754"/>
                      <a:pt x="15229" y="10031"/>
                      <a:pt x="17266" y="10730"/>
                    </a:cubicBezTo>
                    <a:cubicBezTo>
                      <a:pt x="19028" y="11338"/>
                      <a:pt x="20943" y="11612"/>
                      <a:pt x="22798" y="11855"/>
                    </a:cubicBezTo>
                    <a:cubicBezTo>
                      <a:pt x="22919" y="11916"/>
                      <a:pt x="23041" y="11916"/>
                      <a:pt x="23193" y="12068"/>
                    </a:cubicBezTo>
                    <a:cubicBezTo>
                      <a:pt x="22889" y="12128"/>
                      <a:pt x="22585" y="12159"/>
                      <a:pt x="22281" y="12250"/>
                    </a:cubicBezTo>
                    <a:cubicBezTo>
                      <a:pt x="20791" y="12523"/>
                      <a:pt x="19302" y="12736"/>
                      <a:pt x="17813" y="13131"/>
                    </a:cubicBezTo>
                    <a:cubicBezTo>
                      <a:pt x="15290" y="13770"/>
                      <a:pt x="13679" y="15350"/>
                      <a:pt x="13071" y="17903"/>
                    </a:cubicBezTo>
                    <a:cubicBezTo>
                      <a:pt x="12706" y="19545"/>
                      <a:pt x="12433" y="21217"/>
                      <a:pt x="12129" y="22858"/>
                    </a:cubicBezTo>
                    <a:cubicBezTo>
                      <a:pt x="12098" y="22949"/>
                      <a:pt x="12098" y="23071"/>
                      <a:pt x="12037" y="23192"/>
                    </a:cubicBezTo>
                    <a:lnTo>
                      <a:pt x="11885" y="23192"/>
                    </a:lnTo>
                    <a:cubicBezTo>
                      <a:pt x="11794" y="22463"/>
                      <a:pt x="11673" y="21703"/>
                      <a:pt x="11582" y="20973"/>
                    </a:cubicBezTo>
                    <a:cubicBezTo>
                      <a:pt x="11278" y="19697"/>
                      <a:pt x="11004" y="18359"/>
                      <a:pt x="10639" y="17113"/>
                    </a:cubicBezTo>
                    <a:cubicBezTo>
                      <a:pt x="10062" y="15259"/>
                      <a:pt x="8816" y="13922"/>
                      <a:pt x="6931" y="13375"/>
                    </a:cubicBezTo>
                    <a:cubicBezTo>
                      <a:pt x="5259" y="12888"/>
                      <a:pt x="3527" y="12615"/>
                      <a:pt x="1824" y="12250"/>
                    </a:cubicBezTo>
                    <a:cubicBezTo>
                      <a:pt x="1490" y="12159"/>
                      <a:pt x="1186" y="12128"/>
                      <a:pt x="852" y="11946"/>
                    </a:cubicBezTo>
                    <a:cubicBezTo>
                      <a:pt x="2098" y="11703"/>
                      <a:pt x="3344" y="11551"/>
                      <a:pt x="4591" y="11308"/>
                    </a:cubicBezTo>
                    <a:cubicBezTo>
                      <a:pt x="5411" y="11156"/>
                      <a:pt x="6201" y="10912"/>
                      <a:pt x="6961" y="10639"/>
                    </a:cubicBezTo>
                    <a:cubicBezTo>
                      <a:pt x="8816" y="10001"/>
                      <a:pt x="10123" y="8754"/>
                      <a:pt x="10639" y="6839"/>
                    </a:cubicBezTo>
                    <a:cubicBezTo>
                      <a:pt x="11095" y="5229"/>
                      <a:pt x="11399" y="3557"/>
                      <a:pt x="11733" y="1885"/>
                    </a:cubicBezTo>
                    <a:cubicBezTo>
                      <a:pt x="11825" y="1520"/>
                      <a:pt x="11855" y="1186"/>
                      <a:pt x="12037" y="852"/>
                    </a:cubicBezTo>
                    <a:close/>
                    <a:moveTo>
                      <a:pt x="23831" y="0"/>
                    </a:moveTo>
                    <a:cubicBezTo>
                      <a:pt x="23436" y="61"/>
                      <a:pt x="23071" y="92"/>
                      <a:pt x="22676" y="92"/>
                    </a:cubicBezTo>
                    <a:lnTo>
                      <a:pt x="12949" y="92"/>
                    </a:lnTo>
                    <a:cubicBezTo>
                      <a:pt x="12585" y="92"/>
                      <a:pt x="12189" y="61"/>
                      <a:pt x="11825" y="61"/>
                    </a:cubicBezTo>
                    <a:cubicBezTo>
                      <a:pt x="11095" y="61"/>
                      <a:pt x="10366" y="92"/>
                      <a:pt x="9667" y="92"/>
                    </a:cubicBezTo>
                    <a:lnTo>
                      <a:pt x="92" y="92"/>
                    </a:lnTo>
                    <a:cubicBezTo>
                      <a:pt x="92" y="669"/>
                      <a:pt x="31" y="1216"/>
                      <a:pt x="31" y="1794"/>
                    </a:cubicBezTo>
                    <a:lnTo>
                      <a:pt x="31" y="10912"/>
                    </a:lnTo>
                    <a:cubicBezTo>
                      <a:pt x="31" y="11308"/>
                      <a:pt x="1" y="11672"/>
                      <a:pt x="1" y="12068"/>
                    </a:cubicBezTo>
                    <a:cubicBezTo>
                      <a:pt x="1" y="13830"/>
                      <a:pt x="31" y="15654"/>
                      <a:pt x="31" y="17448"/>
                    </a:cubicBezTo>
                    <a:cubicBezTo>
                      <a:pt x="92" y="19545"/>
                      <a:pt x="92" y="21673"/>
                      <a:pt x="92" y="23800"/>
                    </a:cubicBezTo>
                    <a:cubicBezTo>
                      <a:pt x="457" y="23800"/>
                      <a:pt x="852" y="23831"/>
                      <a:pt x="1217" y="23831"/>
                    </a:cubicBezTo>
                    <a:lnTo>
                      <a:pt x="22068" y="23831"/>
                    </a:lnTo>
                    <a:cubicBezTo>
                      <a:pt x="22463" y="23831"/>
                      <a:pt x="22889" y="23861"/>
                      <a:pt x="23284" y="23861"/>
                    </a:cubicBezTo>
                    <a:lnTo>
                      <a:pt x="23770" y="23861"/>
                    </a:lnTo>
                    <a:cubicBezTo>
                      <a:pt x="23831" y="23466"/>
                      <a:pt x="23861" y="23010"/>
                      <a:pt x="23831" y="22493"/>
                    </a:cubicBezTo>
                    <a:lnTo>
                      <a:pt x="23831" y="0"/>
                    </a:lnTo>
                    <a:close/>
                  </a:path>
                </a:pathLst>
              </a:custGeom>
              <a:solidFill>
                <a:srgbClr val="8386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95" name="Google Shape;1795;p23"/>
              <p:cNvGrpSpPr/>
              <p:nvPr/>
            </p:nvGrpSpPr>
            <p:grpSpPr>
              <a:xfrm>
                <a:off x="7300341" y="4053193"/>
                <a:ext cx="1128545" cy="555956"/>
                <a:chOff x="7300358" y="4005025"/>
                <a:chExt cx="1128545" cy="604234"/>
              </a:xfrm>
            </p:grpSpPr>
            <p:sp>
              <p:nvSpPr>
                <p:cNvPr id="1796" name="Google Shape;1796;p23"/>
                <p:cNvSpPr/>
                <p:nvPr/>
              </p:nvSpPr>
              <p:spPr>
                <a:xfrm rot="-5400000">
                  <a:off x="7841922" y="4021514"/>
                  <a:ext cx="603471" cy="570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40" h="23618" extrusionOk="0">
                      <a:moveTo>
                        <a:pt x="23223" y="0"/>
                      </a:moveTo>
                      <a:cubicBezTo>
                        <a:pt x="22949" y="183"/>
                        <a:pt x="22706" y="456"/>
                        <a:pt x="22402" y="608"/>
                      </a:cubicBezTo>
                      <a:cubicBezTo>
                        <a:pt x="15198" y="4195"/>
                        <a:pt x="8025" y="7781"/>
                        <a:pt x="791" y="11399"/>
                      </a:cubicBezTo>
                      <a:cubicBezTo>
                        <a:pt x="517" y="11490"/>
                        <a:pt x="274" y="11581"/>
                        <a:pt x="0" y="11702"/>
                      </a:cubicBezTo>
                      <a:lnTo>
                        <a:pt x="0" y="12006"/>
                      </a:lnTo>
                      <a:cubicBezTo>
                        <a:pt x="335" y="12128"/>
                        <a:pt x="730" y="12219"/>
                        <a:pt x="1064" y="12371"/>
                      </a:cubicBezTo>
                      <a:cubicBezTo>
                        <a:pt x="8238" y="15958"/>
                        <a:pt x="15381" y="19575"/>
                        <a:pt x="22554" y="23131"/>
                      </a:cubicBezTo>
                      <a:cubicBezTo>
                        <a:pt x="22828" y="23283"/>
                        <a:pt x="23101" y="23466"/>
                        <a:pt x="23375" y="23618"/>
                      </a:cubicBezTo>
                      <a:lnTo>
                        <a:pt x="23709" y="23618"/>
                      </a:lnTo>
                      <a:cubicBezTo>
                        <a:pt x="23709" y="20669"/>
                        <a:pt x="23739" y="17690"/>
                        <a:pt x="23739" y="14833"/>
                      </a:cubicBezTo>
                      <a:lnTo>
                        <a:pt x="23739" y="11915"/>
                      </a:lnTo>
                      <a:cubicBezTo>
                        <a:pt x="23739" y="11551"/>
                        <a:pt x="23709" y="11155"/>
                        <a:pt x="23709" y="10791"/>
                      </a:cubicBezTo>
                      <a:lnTo>
                        <a:pt x="23709" y="31"/>
                      </a:lnTo>
                      <a:lnTo>
                        <a:pt x="23709" y="0"/>
                      </a:lnTo>
                      <a:close/>
                    </a:path>
                  </a:pathLst>
                </a:custGeom>
                <a:solidFill>
                  <a:srgbClr val="C1252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23"/>
                <p:cNvSpPr/>
                <p:nvPr/>
              </p:nvSpPr>
              <p:spPr>
                <a:xfrm rot="-5400000">
                  <a:off x="7703116" y="4170515"/>
                  <a:ext cx="590329" cy="28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23" h="11825" extrusionOk="0">
                      <a:moveTo>
                        <a:pt x="0" y="1"/>
                      </a:moveTo>
                      <a:lnTo>
                        <a:pt x="0" y="11824"/>
                      </a:lnTo>
                      <a:lnTo>
                        <a:pt x="791" y="11490"/>
                      </a:lnTo>
                      <a:cubicBezTo>
                        <a:pt x="8025" y="7903"/>
                        <a:pt x="15229" y="4286"/>
                        <a:pt x="22402" y="700"/>
                      </a:cubicBezTo>
                      <a:cubicBezTo>
                        <a:pt x="22706" y="517"/>
                        <a:pt x="22949" y="274"/>
                        <a:pt x="23223" y="92"/>
                      </a:cubicBezTo>
                      <a:cubicBezTo>
                        <a:pt x="22828" y="31"/>
                        <a:pt x="22402" y="31"/>
                        <a:pt x="22007" y="31"/>
                      </a:cubicBezTo>
                      <a:lnTo>
                        <a:pt x="1125" y="31"/>
                      </a:lnTo>
                      <a:cubicBezTo>
                        <a:pt x="760" y="31"/>
                        <a:pt x="365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28FB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798;p23"/>
                <p:cNvSpPr/>
                <p:nvPr/>
              </p:nvSpPr>
              <p:spPr>
                <a:xfrm rot="-5400000">
                  <a:off x="7286227" y="4038475"/>
                  <a:ext cx="567934" cy="539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2" h="22342" extrusionOk="0">
                      <a:moveTo>
                        <a:pt x="11217" y="1"/>
                      </a:moveTo>
                      <a:cubicBezTo>
                        <a:pt x="11034" y="335"/>
                        <a:pt x="10973" y="669"/>
                        <a:pt x="10913" y="1034"/>
                      </a:cubicBezTo>
                      <a:cubicBezTo>
                        <a:pt x="10578" y="2706"/>
                        <a:pt x="10274" y="4378"/>
                        <a:pt x="9818" y="5988"/>
                      </a:cubicBezTo>
                      <a:cubicBezTo>
                        <a:pt x="9271" y="7873"/>
                        <a:pt x="7995" y="9150"/>
                        <a:pt x="6110" y="9788"/>
                      </a:cubicBezTo>
                      <a:cubicBezTo>
                        <a:pt x="5350" y="10061"/>
                        <a:pt x="4560" y="10305"/>
                        <a:pt x="3770" y="10457"/>
                      </a:cubicBezTo>
                      <a:cubicBezTo>
                        <a:pt x="2523" y="10700"/>
                        <a:pt x="1247" y="10852"/>
                        <a:pt x="1" y="11095"/>
                      </a:cubicBezTo>
                      <a:cubicBezTo>
                        <a:pt x="305" y="11277"/>
                        <a:pt x="639" y="11308"/>
                        <a:pt x="1004" y="11399"/>
                      </a:cubicBezTo>
                      <a:cubicBezTo>
                        <a:pt x="2706" y="11764"/>
                        <a:pt x="4408" y="12037"/>
                        <a:pt x="6080" y="12524"/>
                      </a:cubicBezTo>
                      <a:cubicBezTo>
                        <a:pt x="7934" y="13071"/>
                        <a:pt x="9241" y="14408"/>
                        <a:pt x="9818" y="16262"/>
                      </a:cubicBezTo>
                      <a:cubicBezTo>
                        <a:pt x="10214" y="17539"/>
                        <a:pt x="10487" y="18846"/>
                        <a:pt x="10761" y="20122"/>
                      </a:cubicBezTo>
                      <a:cubicBezTo>
                        <a:pt x="10943" y="20852"/>
                        <a:pt x="11034" y="21612"/>
                        <a:pt x="11125" y="22341"/>
                      </a:cubicBezTo>
                      <a:lnTo>
                        <a:pt x="11217" y="22341"/>
                      </a:lnTo>
                      <a:cubicBezTo>
                        <a:pt x="11247" y="22220"/>
                        <a:pt x="11247" y="22098"/>
                        <a:pt x="11277" y="22007"/>
                      </a:cubicBezTo>
                      <a:cubicBezTo>
                        <a:pt x="11581" y="20335"/>
                        <a:pt x="11855" y="18694"/>
                        <a:pt x="12250" y="17052"/>
                      </a:cubicBezTo>
                      <a:cubicBezTo>
                        <a:pt x="12858" y="14499"/>
                        <a:pt x="14439" y="12888"/>
                        <a:pt x="16992" y="12280"/>
                      </a:cubicBezTo>
                      <a:cubicBezTo>
                        <a:pt x="18420" y="11916"/>
                        <a:pt x="19940" y="11703"/>
                        <a:pt x="21430" y="11399"/>
                      </a:cubicBezTo>
                      <a:cubicBezTo>
                        <a:pt x="21734" y="11308"/>
                        <a:pt x="22038" y="11277"/>
                        <a:pt x="22341" y="11217"/>
                      </a:cubicBezTo>
                      <a:cubicBezTo>
                        <a:pt x="22220" y="11065"/>
                        <a:pt x="22068" y="11004"/>
                        <a:pt x="21977" y="11004"/>
                      </a:cubicBezTo>
                      <a:cubicBezTo>
                        <a:pt x="20092" y="10761"/>
                        <a:pt x="18238" y="10487"/>
                        <a:pt x="16414" y="9879"/>
                      </a:cubicBezTo>
                      <a:cubicBezTo>
                        <a:pt x="14408" y="9241"/>
                        <a:pt x="13040" y="7903"/>
                        <a:pt x="12432" y="5897"/>
                      </a:cubicBezTo>
                      <a:cubicBezTo>
                        <a:pt x="12129" y="4864"/>
                        <a:pt x="11885" y="3830"/>
                        <a:pt x="11673" y="2767"/>
                      </a:cubicBezTo>
                      <a:cubicBezTo>
                        <a:pt x="11490" y="1855"/>
                        <a:pt x="11369" y="912"/>
                        <a:pt x="11217" y="1"/>
                      </a:cubicBezTo>
                      <a:close/>
                    </a:path>
                  </a:pathLst>
                </a:custGeom>
                <a:solidFill>
                  <a:srgbClr val="FFFDF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23"/>
                <p:cNvSpPr/>
                <p:nvPr/>
              </p:nvSpPr>
              <p:spPr>
                <a:xfrm rot="-5400000">
                  <a:off x="7989669" y="4170026"/>
                  <a:ext cx="596506" cy="281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6" h="11673" extrusionOk="0">
                      <a:moveTo>
                        <a:pt x="91" y="0"/>
                      </a:moveTo>
                      <a:cubicBezTo>
                        <a:pt x="91" y="2888"/>
                        <a:pt x="91" y="5806"/>
                        <a:pt x="61" y="8694"/>
                      </a:cubicBezTo>
                      <a:cubicBezTo>
                        <a:pt x="61" y="9605"/>
                        <a:pt x="0" y="10517"/>
                        <a:pt x="0" y="11429"/>
                      </a:cubicBezTo>
                      <a:cubicBezTo>
                        <a:pt x="0" y="11520"/>
                        <a:pt x="61" y="11551"/>
                        <a:pt x="61" y="11612"/>
                      </a:cubicBezTo>
                      <a:lnTo>
                        <a:pt x="21399" y="11612"/>
                      </a:lnTo>
                      <a:cubicBezTo>
                        <a:pt x="21581" y="11612"/>
                        <a:pt x="21794" y="11672"/>
                        <a:pt x="21976" y="11672"/>
                      </a:cubicBezTo>
                      <a:cubicBezTo>
                        <a:pt x="22463" y="11672"/>
                        <a:pt x="22949" y="11612"/>
                        <a:pt x="23466" y="11612"/>
                      </a:cubicBezTo>
                      <a:cubicBezTo>
                        <a:pt x="23192" y="11460"/>
                        <a:pt x="22919" y="11277"/>
                        <a:pt x="22645" y="11125"/>
                      </a:cubicBezTo>
                      <a:cubicBezTo>
                        <a:pt x="15472" y="7508"/>
                        <a:pt x="8329" y="3952"/>
                        <a:pt x="1155" y="365"/>
                      </a:cubicBezTo>
                      <a:cubicBezTo>
                        <a:pt x="821" y="213"/>
                        <a:pt x="426" y="122"/>
                        <a:pt x="91" y="0"/>
                      </a:cubicBezTo>
                      <a:close/>
                    </a:path>
                  </a:pathLst>
                </a:custGeom>
                <a:solidFill>
                  <a:srgbClr val="028FB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00" name="Google Shape;1800;p23"/>
            <p:cNvSpPr/>
            <p:nvPr/>
          </p:nvSpPr>
          <p:spPr>
            <a:xfrm rot="5400000">
              <a:off x="7409579" y="1204717"/>
              <a:ext cx="546800" cy="551841"/>
            </a:xfrm>
            <a:custGeom>
              <a:avLst/>
              <a:gdLst/>
              <a:ahLst/>
              <a:cxnLst/>
              <a:rect l="l" t="t" r="r" b="b"/>
              <a:pathLst>
                <a:path w="23375" h="23588" extrusionOk="0">
                  <a:moveTo>
                    <a:pt x="16566" y="1"/>
                  </a:moveTo>
                  <a:cubicBezTo>
                    <a:pt x="14864" y="1824"/>
                    <a:pt x="13314" y="3466"/>
                    <a:pt x="11703" y="5168"/>
                  </a:cubicBezTo>
                  <a:cubicBezTo>
                    <a:pt x="10062" y="3466"/>
                    <a:pt x="8542" y="1794"/>
                    <a:pt x="6992" y="153"/>
                  </a:cubicBezTo>
                  <a:cubicBezTo>
                    <a:pt x="6931" y="214"/>
                    <a:pt x="6870" y="214"/>
                    <a:pt x="6809" y="244"/>
                  </a:cubicBezTo>
                  <a:cubicBezTo>
                    <a:pt x="6870" y="2493"/>
                    <a:pt x="6931" y="4712"/>
                    <a:pt x="6992" y="7083"/>
                  </a:cubicBezTo>
                  <a:cubicBezTo>
                    <a:pt x="4651" y="6992"/>
                    <a:pt x="2402" y="6961"/>
                    <a:pt x="153" y="6901"/>
                  </a:cubicBezTo>
                  <a:cubicBezTo>
                    <a:pt x="122" y="6961"/>
                    <a:pt x="122" y="6992"/>
                    <a:pt x="92" y="7083"/>
                  </a:cubicBezTo>
                  <a:cubicBezTo>
                    <a:pt x="1764" y="8633"/>
                    <a:pt x="3375" y="10183"/>
                    <a:pt x="5107" y="11794"/>
                  </a:cubicBezTo>
                  <a:cubicBezTo>
                    <a:pt x="4195" y="12615"/>
                    <a:pt x="3344" y="13375"/>
                    <a:pt x="2554" y="14195"/>
                  </a:cubicBezTo>
                  <a:cubicBezTo>
                    <a:pt x="1764" y="14986"/>
                    <a:pt x="852" y="15685"/>
                    <a:pt x="1" y="16688"/>
                  </a:cubicBezTo>
                  <a:cubicBezTo>
                    <a:pt x="1995" y="16688"/>
                    <a:pt x="3813" y="16493"/>
                    <a:pt x="5660" y="16493"/>
                  </a:cubicBezTo>
                  <a:cubicBezTo>
                    <a:pt x="6121" y="16493"/>
                    <a:pt x="6584" y="16506"/>
                    <a:pt x="7052" y="16536"/>
                  </a:cubicBezTo>
                  <a:cubicBezTo>
                    <a:pt x="6961" y="18937"/>
                    <a:pt x="6900" y="21217"/>
                    <a:pt x="6809" y="23527"/>
                  </a:cubicBezTo>
                  <a:lnTo>
                    <a:pt x="6992" y="23527"/>
                  </a:lnTo>
                  <a:cubicBezTo>
                    <a:pt x="7387" y="23071"/>
                    <a:pt x="7812" y="22585"/>
                    <a:pt x="8207" y="22129"/>
                  </a:cubicBezTo>
                  <a:cubicBezTo>
                    <a:pt x="9119" y="21156"/>
                    <a:pt x="10031" y="20153"/>
                    <a:pt x="11004" y="19180"/>
                  </a:cubicBezTo>
                  <a:cubicBezTo>
                    <a:pt x="11186" y="18937"/>
                    <a:pt x="11399" y="18755"/>
                    <a:pt x="11703" y="18451"/>
                  </a:cubicBezTo>
                  <a:cubicBezTo>
                    <a:pt x="13314" y="20183"/>
                    <a:pt x="14864" y="21855"/>
                    <a:pt x="16414" y="23588"/>
                  </a:cubicBezTo>
                  <a:lnTo>
                    <a:pt x="16505" y="23588"/>
                  </a:lnTo>
                  <a:cubicBezTo>
                    <a:pt x="16475" y="22159"/>
                    <a:pt x="16414" y="20731"/>
                    <a:pt x="16475" y="19332"/>
                  </a:cubicBezTo>
                  <a:lnTo>
                    <a:pt x="16475" y="16506"/>
                  </a:lnTo>
                  <a:cubicBezTo>
                    <a:pt x="18785" y="16536"/>
                    <a:pt x="21065" y="16627"/>
                    <a:pt x="23314" y="16688"/>
                  </a:cubicBezTo>
                  <a:cubicBezTo>
                    <a:pt x="23345" y="16627"/>
                    <a:pt x="23345" y="16597"/>
                    <a:pt x="23375" y="16506"/>
                  </a:cubicBezTo>
                  <a:cubicBezTo>
                    <a:pt x="21703" y="14955"/>
                    <a:pt x="20062" y="13436"/>
                    <a:pt x="18360" y="11794"/>
                  </a:cubicBezTo>
                  <a:cubicBezTo>
                    <a:pt x="19271" y="10943"/>
                    <a:pt x="20062" y="10153"/>
                    <a:pt x="20913" y="9393"/>
                  </a:cubicBezTo>
                  <a:cubicBezTo>
                    <a:pt x="21734" y="8633"/>
                    <a:pt x="22615" y="7873"/>
                    <a:pt x="23345" y="6961"/>
                  </a:cubicBezTo>
                  <a:cubicBezTo>
                    <a:pt x="21034" y="6961"/>
                    <a:pt x="18785" y="7083"/>
                    <a:pt x="16475" y="7083"/>
                  </a:cubicBezTo>
                  <a:cubicBezTo>
                    <a:pt x="16353" y="4682"/>
                    <a:pt x="16688" y="2432"/>
                    <a:pt x="16566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26"/>
          <p:cNvSpPr/>
          <p:nvPr/>
        </p:nvSpPr>
        <p:spPr>
          <a:xfrm>
            <a:off x="4366075" y="362550"/>
            <a:ext cx="4278600" cy="4501200"/>
          </a:xfrm>
          <a:prstGeom prst="rect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26"/>
          <p:cNvSpPr txBox="1">
            <a:spLocks noGrp="1"/>
          </p:cNvSpPr>
          <p:nvPr>
            <p:ph type="subTitle" idx="1"/>
          </p:nvPr>
        </p:nvSpPr>
        <p:spPr>
          <a:xfrm>
            <a:off x="1124888" y="11405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42" name="Google Shape;1942;p26"/>
          <p:cNvSpPr txBox="1">
            <a:spLocks noGrp="1"/>
          </p:cNvSpPr>
          <p:nvPr>
            <p:ph type="subTitle" idx="2"/>
          </p:nvPr>
        </p:nvSpPr>
        <p:spPr>
          <a:xfrm>
            <a:off x="5108788" y="11405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43" name="Google Shape;1943;p26"/>
          <p:cNvSpPr txBox="1">
            <a:spLocks noGrp="1"/>
          </p:cNvSpPr>
          <p:nvPr>
            <p:ph type="subTitle" idx="3"/>
          </p:nvPr>
        </p:nvSpPr>
        <p:spPr>
          <a:xfrm>
            <a:off x="1124888" y="1763900"/>
            <a:ext cx="2907600" cy="20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4" name="Google Shape;1944;p26"/>
          <p:cNvSpPr txBox="1">
            <a:spLocks noGrp="1"/>
          </p:cNvSpPr>
          <p:nvPr>
            <p:ph type="subTitle" idx="4"/>
          </p:nvPr>
        </p:nvSpPr>
        <p:spPr>
          <a:xfrm>
            <a:off x="5108788" y="1754575"/>
            <a:ext cx="2907600" cy="20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5" name="Google Shape;1945;p26"/>
          <p:cNvGrpSpPr/>
          <p:nvPr/>
        </p:nvGrpSpPr>
        <p:grpSpPr>
          <a:xfrm>
            <a:off x="435200" y="362550"/>
            <a:ext cx="1680057" cy="1131157"/>
            <a:chOff x="435200" y="362550"/>
            <a:chExt cx="1680057" cy="1131157"/>
          </a:xfrm>
        </p:grpSpPr>
        <p:sp>
          <p:nvSpPr>
            <p:cNvPr id="1946" name="Google Shape;1946;p26"/>
            <p:cNvSpPr/>
            <p:nvPr/>
          </p:nvSpPr>
          <p:spPr>
            <a:xfrm>
              <a:off x="444575" y="918200"/>
              <a:ext cx="554700" cy="573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6"/>
            <p:cNvSpPr/>
            <p:nvPr/>
          </p:nvSpPr>
          <p:spPr>
            <a:xfrm>
              <a:off x="437346" y="362550"/>
              <a:ext cx="841476" cy="574025"/>
            </a:xfrm>
            <a:custGeom>
              <a:avLst/>
              <a:gdLst/>
              <a:ahLst/>
              <a:cxnLst/>
              <a:rect l="l" t="t" r="r" b="b"/>
              <a:pathLst>
                <a:path w="35686" h="23816" extrusionOk="0">
                  <a:moveTo>
                    <a:pt x="21946" y="0"/>
                  </a:moveTo>
                  <a:cubicBezTo>
                    <a:pt x="21004" y="213"/>
                    <a:pt x="20031" y="365"/>
                    <a:pt x="19150" y="547"/>
                  </a:cubicBezTo>
                  <a:cubicBezTo>
                    <a:pt x="9423" y="2554"/>
                    <a:pt x="2007" y="10274"/>
                    <a:pt x="396" y="20031"/>
                  </a:cubicBezTo>
                  <a:cubicBezTo>
                    <a:pt x="305" y="20639"/>
                    <a:pt x="153" y="21247"/>
                    <a:pt x="1" y="21855"/>
                  </a:cubicBezTo>
                  <a:lnTo>
                    <a:pt x="1" y="23739"/>
                  </a:lnTo>
                  <a:cubicBezTo>
                    <a:pt x="153" y="23800"/>
                    <a:pt x="305" y="23800"/>
                    <a:pt x="456" y="23800"/>
                  </a:cubicBezTo>
                  <a:lnTo>
                    <a:pt x="22889" y="23800"/>
                  </a:lnTo>
                  <a:cubicBezTo>
                    <a:pt x="23162" y="23800"/>
                    <a:pt x="23436" y="23739"/>
                    <a:pt x="23861" y="23709"/>
                  </a:cubicBezTo>
                  <a:lnTo>
                    <a:pt x="23861" y="19545"/>
                  </a:lnTo>
                  <a:cubicBezTo>
                    <a:pt x="24104" y="19727"/>
                    <a:pt x="24196" y="19940"/>
                    <a:pt x="24256" y="20153"/>
                  </a:cubicBezTo>
                  <a:cubicBezTo>
                    <a:pt x="24978" y="21943"/>
                    <a:pt x="26853" y="23816"/>
                    <a:pt x="29827" y="23816"/>
                  </a:cubicBezTo>
                  <a:cubicBezTo>
                    <a:pt x="29983" y="23816"/>
                    <a:pt x="30143" y="23811"/>
                    <a:pt x="30305" y="23800"/>
                  </a:cubicBezTo>
                  <a:cubicBezTo>
                    <a:pt x="32676" y="23587"/>
                    <a:pt x="34712" y="21946"/>
                    <a:pt x="35472" y="19545"/>
                  </a:cubicBezTo>
                  <a:cubicBezTo>
                    <a:pt x="35503" y="19302"/>
                    <a:pt x="35594" y="19058"/>
                    <a:pt x="35685" y="18815"/>
                  </a:cubicBezTo>
                  <a:lnTo>
                    <a:pt x="35685" y="16931"/>
                  </a:lnTo>
                  <a:cubicBezTo>
                    <a:pt x="35320" y="15441"/>
                    <a:pt x="34652" y="14134"/>
                    <a:pt x="33436" y="13192"/>
                  </a:cubicBezTo>
                  <a:cubicBezTo>
                    <a:pt x="32646" y="12554"/>
                    <a:pt x="31673" y="12219"/>
                    <a:pt x="30700" y="11946"/>
                  </a:cubicBezTo>
                  <a:lnTo>
                    <a:pt x="28785" y="11946"/>
                  </a:lnTo>
                  <a:cubicBezTo>
                    <a:pt x="27083" y="12311"/>
                    <a:pt x="25685" y="13131"/>
                    <a:pt x="24743" y="14651"/>
                  </a:cubicBezTo>
                  <a:cubicBezTo>
                    <a:pt x="24439" y="15137"/>
                    <a:pt x="24196" y="15715"/>
                    <a:pt x="23861" y="16384"/>
                  </a:cubicBezTo>
                  <a:lnTo>
                    <a:pt x="23861" y="7295"/>
                  </a:lnTo>
                  <a:lnTo>
                    <a:pt x="23861" y="4681"/>
                  </a:lnTo>
                  <a:lnTo>
                    <a:pt x="23861" y="0"/>
                  </a:ln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6"/>
            <p:cNvSpPr/>
            <p:nvPr/>
          </p:nvSpPr>
          <p:spPr>
            <a:xfrm>
              <a:off x="435200" y="362550"/>
              <a:ext cx="519656" cy="526760"/>
            </a:xfrm>
            <a:custGeom>
              <a:avLst/>
              <a:gdLst/>
              <a:ahLst/>
              <a:cxnLst/>
              <a:rect l="l" t="t" r="r" b="b"/>
              <a:pathLst>
                <a:path w="22038" h="21855" extrusionOk="0">
                  <a:moveTo>
                    <a:pt x="0" y="0"/>
                  </a:moveTo>
                  <a:lnTo>
                    <a:pt x="0" y="21855"/>
                  </a:lnTo>
                  <a:cubicBezTo>
                    <a:pt x="152" y="21247"/>
                    <a:pt x="304" y="20639"/>
                    <a:pt x="426" y="20031"/>
                  </a:cubicBezTo>
                  <a:cubicBezTo>
                    <a:pt x="2037" y="10274"/>
                    <a:pt x="9423" y="2523"/>
                    <a:pt x="19150" y="547"/>
                  </a:cubicBezTo>
                  <a:cubicBezTo>
                    <a:pt x="20122" y="365"/>
                    <a:pt x="21095" y="213"/>
                    <a:pt x="22037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6"/>
            <p:cNvSpPr/>
            <p:nvPr/>
          </p:nvSpPr>
          <p:spPr>
            <a:xfrm>
              <a:off x="1279527" y="362550"/>
              <a:ext cx="283125" cy="287928"/>
            </a:xfrm>
            <a:custGeom>
              <a:avLst/>
              <a:gdLst/>
              <a:ahLst/>
              <a:cxnLst/>
              <a:rect l="l" t="t" r="r" b="b"/>
              <a:pathLst>
                <a:path w="12007" h="11946" extrusionOk="0">
                  <a:moveTo>
                    <a:pt x="4894" y="0"/>
                  </a:moveTo>
                  <a:cubicBezTo>
                    <a:pt x="4681" y="92"/>
                    <a:pt x="4469" y="183"/>
                    <a:pt x="4286" y="274"/>
                  </a:cubicBezTo>
                  <a:cubicBezTo>
                    <a:pt x="2037" y="943"/>
                    <a:pt x="669" y="2432"/>
                    <a:pt x="122" y="4712"/>
                  </a:cubicBezTo>
                  <a:lnTo>
                    <a:pt x="1" y="5046"/>
                  </a:lnTo>
                  <a:lnTo>
                    <a:pt x="1" y="6870"/>
                  </a:lnTo>
                  <a:cubicBezTo>
                    <a:pt x="152" y="7386"/>
                    <a:pt x="274" y="7873"/>
                    <a:pt x="456" y="8329"/>
                  </a:cubicBezTo>
                  <a:cubicBezTo>
                    <a:pt x="1186" y="9970"/>
                    <a:pt x="2341" y="11064"/>
                    <a:pt x="4013" y="11642"/>
                  </a:cubicBezTo>
                  <a:cubicBezTo>
                    <a:pt x="4377" y="11763"/>
                    <a:pt x="4681" y="11824"/>
                    <a:pt x="5016" y="11946"/>
                  </a:cubicBezTo>
                  <a:lnTo>
                    <a:pt x="6840" y="11946"/>
                  </a:lnTo>
                  <a:cubicBezTo>
                    <a:pt x="6992" y="11855"/>
                    <a:pt x="7144" y="11824"/>
                    <a:pt x="7295" y="11794"/>
                  </a:cubicBezTo>
                  <a:cubicBezTo>
                    <a:pt x="9940" y="11095"/>
                    <a:pt x="11764" y="8906"/>
                    <a:pt x="11885" y="6292"/>
                  </a:cubicBezTo>
                  <a:cubicBezTo>
                    <a:pt x="12007" y="3587"/>
                    <a:pt x="10365" y="1216"/>
                    <a:pt x="7751" y="304"/>
                  </a:cubicBezTo>
                  <a:cubicBezTo>
                    <a:pt x="7478" y="244"/>
                    <a:pt x="7204" y="122"/>
                    <a:pt x="6961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6"/>
            <p:cNvSpPr/>
            <p:nvPr/>
          </p:nvSpPr>
          <p:spPr>
            <a:xfrm>
              <a:off x="1000003" y="362550"/>
              <a:ext cx="278833" cy="288676"/>
            </a:xfrm>
            <a:custGeom>
              <a:avLst/>
              <a:gdLst/>
              <a:ahLst/>
              <a:cxnLst/>
              <a:rect l="l" t="t" r="r" b="b"/>
              <a:pathLst>
                <a:path w="11825" h="11977" extrusionOk="0">
                  <a:moveTo>
                    <a:pt x="4955" y="0"/>
                  </a:moveTo>
                  <a:cubicBezTo>
                    <a:pt x="4712" y="122"/>
                    <a:pt x="4468" y="183"/>
                    <a:pt x="4256" y="274"/>
                  </a:cubicBezTo>
                  <a:cubicBezTo>
                    <a:pt x="2189" y="912"/>
                    <a:pt x="821" y="2250"/>
                    <a:pt x="183" y="4256"/>
                  </a:cubicBezTo>
                  <a:cubicBezTo>
                    <a:pt x="91" y="4408"/>
                    <a:pt x="61" y="4529"/>
                    <a:pt x="0" y="4681"/>
                  </a:cubicBezTo>
                  <a:lnTo>
                    <a:pt x="0" y="7295"/>
                  </a:lnTo>
                  <a:cubicBezTo>
                    <a:pt x="31" y="7478"/>
                    <a:pt x="91" y="7630"/>
                    <a:pt x="183" y="7842"/>
                  </a:cubicBezTo>
                  <a:cubicBezTo>
                    <a:pt x="912" y="9879"/>
                    <a:pt x="2310" y="11216"/>
                    <a:pt x="4408" y="11794"/>
                  </a:cubicBezTo>
                  <a:cubicBezTo>
                    <a:pt x="4590" y="11855"/>
                    <a:pt x="4742" y="11885"/>
                    <a:pt x="4924" y="11976"/>
                  </a:cubicBezTo>
                  <a:lnTo>
                    <a:pt x="6839" y="11976"/>
                  </a:lnTo>
                  <a:cubicBezTo>
                    <a:pt x="6961" y="11885"/>
                    <a:pt x="7052" y="11855"/>
                    <a:pt x="7174" y="11824"/>
                  </a:cubicBezTo>
                  <a:cubicBezTo>
                    <a:pt x="9453" y="11247"/>
                    <a:pt x="10943" y="9849"/>
                    <a:pt x="11611" y="7569"/>
                  </a:cubicBezTo>
                  <a:cubicBezTo>
                    <a:pt x="11703" y="7356"/>
                    <a:pt x="11733" y="7143"/>
                    <a:pt x="11824" y="6931"/>
                  </a:cubicBezTo>
                  <a:lnTo>
                    <a:pt x="11824" y="5107"/>
                  </a:lnTo>
                  <a:cubicBezTo>
                    <a:pt x="11581" y="4408"/>
                    <a:pt x="11399" y="3678"/>
                    <a:pt x="11125" y="3040"/>
                  </a:cubicBezTo>
                  <a:cubicBezTo>
                    <a:pt x="10396" y="1703"/>
                    <a:pt x="9301" y="851"/>
                    <a:pt x="7842" y="335"/>
                  </a:cubicBezTo>
                  <a:cubicBezTo>
                    <a:pt x="7508" y="244"/>
                    <a:pt x="7204" y="122"/>
                    <a:pt x="6870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6"/>
            <p:cNvSpPr/>
            <p:nvPr/>
          </p:nvSpPr>
          <p:spPr>
            <a:xfrm>
              <a:off x="1564074" y="366937"/>
              <a:ext cx="551182" cy="568530"/>
            </a:xfrm>
            <a:custGeom>
              <a:avLst/>
              <a:gdLst/>
              <a:ahLst/>
              <a:cxnLst/>
              <a:rect l="l" t="t" r="r" b="b"/>
              <a:pathLst>
                <a:path w="23375" h="23588" extrusionOk="0">
                  <a:moveTo>
                    <a:pt x="16566" y="1"/>
                  </a:moveTo>
                  <a:cubicBezTo>
                    <a:pt x="14864" y="1824"/>
                    <a:pt x="13314" y="3466"/>
                    <a:pt x="11703" y="5168"/>
                  </a:cubicBezTo>
                  <a:cubicBezTo>
                    <a:pt x="10062" y="3466"/>
                    <a:pt x="8542" y="1794"/>
                    <a:pt x="6992" y="153"/>
                  </a:cubicBezTo>
                  <a:cubicBezTo>
                    <a:pt x="6931" y="214"/>
                    <a:pt x="6870" y="214"/>
                    <a:pt x="6809" y="244"/>
                  </a:cubicBezTo>
                  <a:cubicBezTo>
                    <a:pt x="6870" y="2493"/>
                    <a:pt x="6931" y="4712"/>
                    <a:pt x="6992" y="7083"/>
                  </a:cubicBezTo>
                  <a:cubicBezTo>
                    <a:pt x="4651" y="6992"/>
                    <a:pt x="2402" y="6961"/>
                    <a:pt x="153" y="6901"/>
                  </a:cubicBezTo>
                  <a:cubicBezTo>
                    <a:pt x="122" y="6961"/>
                    <a:pt x="122" y="6992"/>
                    <a:pt x="92" y="7083"/>
                  </a:cubicBezTo>
                  <a:cubicBezTo>
                    <a:pt x="1764" y="8633"/>
                    <a:pt x="3375" y="10183"/>
                    <a:pt x="5107" y="11794"/>
                  </a:cubicBezTo>
                  <a:cubicBezTo>
                    <a:pt x="4195" y="12615"/>
                    <a:pt x="3344" y="13375"/>
                    <a:pt x="2554" y="14195"/>
                  </a:cubicBezTo>
                  <a:cubicBezTo>
                    <a:pt x="1764" y="14986"/>
                    <a:pt x="852" y="15685"/>
                    <a:pt x="1" y="16688"/>
                  </a:cubicBezTo>
                  <a:cubicBezTo>
                    <a:pt x="1995" y="16688"/>
                    <a:pt x="3813" y="16493"/>
                    <a:pt x="5660" y="16493"/>
                  </a:cubicBezTo>
                  <a:cubicBezTo>
                    <a:pt x="6121" y="16493"/>
                    <a:pt x="6584" y="16506"/>
                    <a:pt x="7052" y="16536"/>
                  </a:cubicBezTo>
                  <a:cubicBezTo>
                    <a:pt x="6961" y="18937"/>
                    <a:pt x="6900" y="21217"/>
                    <a:pt x="6809" y="23527"/>
                  </a:cubicBezTo>
                  <a:lnTo>
                    <a:pt x="6992" y="23527"/>
                  </a:lnTo>
                  <a:cubicBezTo>
                    <a:pt x="7387" y="23071"/>
                    <a:pt x="7812" y="22585"/>
                    <a:pt x="8207" y="22129"/>
                  </a:cubicBezTo>
                  <a:cubicBezTo>
                    <a:pt x="9119" y="21156"/>
                    <a:pt x="10031" y="20153"/>
                    <a:pt x="11004" y="19180"/>
                  </a:cubicBezTo>
                  <a:cubicBezTo>
                    <a:pt x="11186" y="18937"/>
                    <a:pt x="11399" y="18755"/>
                    <a:pt x="11703" y="18451"/>
                  </a:cubicBezTo>
                  <a:cubicBezTo>
                    <a:pt x="13314" y="20183"/>
                    <a:pt x="14864" y="21855"/>
                    <a:pt x="16414" y="23588"/>
                  </a:cubicBezTo>
                  <a:lnTo>
                    <a:pt x="16505" y="23588"/>
                  </a:lnTo>
                  <a:cubicBezTo>
                    <a:pt x="16475" y="22159"/>
                    <a:pt x="16414" y="20731"/>
                    <a:pt x="16475" y="19332"/>
                  </a:cubicBezTo>
                  <a:lnTo>
                    <a:pt x="16475" y="16506"/>
                  </a:lnTo>
                  <a:cubicBezTo>
                    <a:pt x="18785" y="16536"/>
                    <a:pt x="21065" y="16627"/>
                    <a:pt x="23314" y="16688"/>
                  </a:cubicBezTo>
                  <a:cubicBezTo>
                    <a:pt x="23345" y="16627"/>
                    <a:pt x="23345" y="16597"/>
                    <a:pt x="23375" y="16506"/>
                  </a:cubicBezTo>
                  <a:cubicBezTo>
                    <a:pt x="21703" y="14955"/>
                    <a:pt x="20062" y="13436"/>
                    <a:pt x="18360" y="11794"/>
                  </a:cubicBezTo>
                  <a:cubicBezTo>
                    <a:pt x="19271" y="10943"/>
                    <a:pt x="20062" y="10153"/>
                    <a:pt x="20913" y="9393"/>
                  </a:cubicBezTo>
                  <a:cubicBezTo>
                    <a:pt x="21734" y="8633"/>
                    <a:pt x="22615" y="7873"/>
                    <a:pt x="23345" y="6961"/>
                  </a:cubicBezTo>
                  <a:cubicBezTo>
                    <a:pt x="21034" y="6961"/>
                    <a:pt x="18785" y="7083"/>
                    <a:pt x="16475" y="7083"/>
                  </a:cubicBezTo>
                  <a:cubicBezTo>
                    <a:pt x="16353" y="4682"/>
                    <a:pt x="16688" y="2432"/>
                    <a:pt x="16566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6"/>
            <p:cNvSpPr/>
            <p:nvPr/>
          </p:nvSpPr>
          <p:spPr>
            <a:xfrm>
              <a:off x="1277381" y="650451"/>
              <a:ext cx="292439" cy="286482"/>
            </a:xfrm>
            <a:custGeom>
              <a:avLst/>
              <a:gdLst/>
              <a:ahLst/>
              <a:cxnLst/>
              <a:rect l="l" t="t" r="r" b="b"/>
              <a:pathLst>
                <a:path w="12402" h="11886" extrusionOk="0">
                  <a:moveTo>
                    <a:pt x="5076" y="1"/>
                  </a:moveTo>
                  <a:cubicBezTo>
                    <a:pt x="4499" y="183"/>
                    <a:pt x="3861" y="335"/>
                    <a:pt x="3283" y="670"/>
                  </a:cubicBezTo>
                  <a:cubicBezTo>
                    <a:pt x="1824" y="1399"/>
                    <a:pt x="791" y="2584"/>
                    <a:pt x="304" y="4135"/>
                  </a:cubicBezTo>
                  <a:cubicBezTo>
                    <a:pt x="183" y="4408"/>
                    <a:pt x="122" y="4712"/>
                    <a:pt x="0" y="5016"/>
                  </a:cubicBezTo>
                  <a:lnTo>
                    <a:pt x="0" y="6901"/>
                  </a:lnTo>
                  <a:cubicBezTo>
                    <a:pt x="92" y="7083"/>
                    <a:pt x="122" y="7296"/>
                    <a:pt x="183" y="7509"/>
                  </a:cubicBezTo>
                  <a:cubicBezTo>
                    <a:pt x="1064" y="10548"/>
                    <a:pt x="3861" y="11886"/>
                    <a:pt x="5958" y="11886"/>
                  </a:cubicBezTo>
                  <a:cubicBezTo>
                    <a:pt x="8238" y="11886"/>
                    <a:pt x="10882" y="10366"/>
                    <a:pt x="11642" y="7752"/>
                  </a:cubicBezTo>
                  <a:cubicBezTo>
                    <a:pt x="12402" y="5138"/>
                    <a:pt x="11642" y="2554"/>
                    <a:pt x="9332" y="1034"/>
                  </a:cubicBezTo>
                  <a:cubicBezTo>
                    <a:pt x="8602" y="578"/>
                    <a:pt x="7690" y="335"/>
                    <a:pt x="6900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6"/>
            <p:cNvSpPr/>
            <p:nvPr/>
          </p:nvSpPr>
          <p:spPr>
            <a:xfrm>
              <a:off x="1161270" y="528855"/>
              <a:ext cx="235824" cy="241772"/>
            </a:xfrm>
            <a:custGeom>
              <a:avLst/>
              <a:gdLst/>
              <a:ahLst/>
              <a:cxnLst/>
              <a:rect l="l" t="t" r="r" b="b"/>
              <a:pathLst>
                <a:path w="10001" h="10031" extrusionOk="0">
                  <a:moveTo>
                    <a:pt x="4985" y="0"/>
                  </a:moveTo>
                  <a:cubicBezTo>
                    <a:pt x="4894" y="213"/>
                    <a:pt x="4864" y="395"/>
                    <a:pt x="4772" y="638"/>
                  </a:cubicBezTo>
                  <a:cubicBezTo>
                    <a:pt x="4134" y="2918"/>
                    <a:pt x="2645" y="4316"/>
                    <a:pt x="335" y="4894"/>
                  </a:cubicBezTo>
                  <a:cubicBezTo>
                    <a:pt x="213" y="4924"/>
                    <a:pt x="122" y="5015"/>
                    <a:pt x="0" y="5046"/>
                  </a:cubicBezTo>
                  <a:cubicBezTo>
                    <a:pt x="973" y="5319"/>
                    <a:pt x="1946" y="5654"/>
                    <a:pt x="2736" y="6292"/>
                  </a:cubicBezTo>
                  <a:cubicBezTo>
                    <a:pt x="3952" y="7234"/>
                    <a:pt x="4620" y="8541"/>
                    <a:pt x="4985" y="10031"/>
                  </a:cubicBezTo>
                  <a:cubicBezTo>
                    <a:pt x="5076" y="9757"/>
                    <a:pt x="5167" y="9453"/>
                    <a:pt x="5289" y="9149"/>
                  </a:cubicBezTo>
                  <a:cubicBezTo>
                    <a:pt x="5775" y="7599"/>
                    <a:pt x="6748" y="6414"/>
                    <a:pt x="8237" y="5684"/>
                  </a:cubicBezTo>
                  <a:cubicBezTo>
                    <a:pt x="8785" y="5380"/>
                    <a:pt x="9392" y="5228"/>
                    <a:pt x="10000" y="5046"/>
                  </a:cubicBezTo>
                  <a:cubicBezTo>
                    <a:pt x="9696" y="4924"/>
                    <a:pt x="9332" y="4863"/>
                    <a:pt x="8997" y="4742"/>
                  </a:cubicBezTo>
                  <a:cubicBezTo>
                    <a:pt x="7326" y="4134"/>
                    <a:pt x="6110" y="3070"/>
                    <a:pt x="5441" y="1429"/>
                  </a:cubicBezTo>
                  <a:cubicBezTo>
                    <a:pt x="5228" y="973"/>
                    <a:pt x="5137" y="486"/>
                    <a:pt x="4985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6"/>
            <p:cNvSpPr/>
            <p:nvPr/>
          </p:nvSpPr>
          <p:spPr>
            <a:xfrm>
              <a:off x="1000003" y="538376"/>
              <a:ext cx="116132" cy="219791"/>
            </a:xfrm>
            <a:custGeom>
              <a:avLst/>
              <a:gdLst/>
              <a:ahLst/>
              <a:cxnLst/>
              <a:rect l="l" t="t" r="r" b="b"/>
              <a:pathLst>
                <a:path w="4925" h="9119" extrusionOk="0">
                  <a:moveTo>
                    <a:pt x="0" y="0"/>
                  </a:moveTo>
                  <a:lnTo>
                    <a:pt x="0" y="9119"/>
                  </a:lnTo>
                  <a:cubicBezTo>
                    <a:pt x="335" y="8450"/>
                    <a:pt x="578" y="7873"/>
                    <a:pt x="882" y="7386"/>
                  </a:cubicBezTo>
                  <a:cubicBezTo>
                    <a:pt x="1824" y="5867"/>
                    <a:pt x="3222" y="5076"/>
                    <a:pt x="4924" y="4681"/>
                  </a:cubicBezTo>
                  <a:cubicBezTo>
                    <a:pt x="4742" y="4620"/>
                    <a:pt x="4590" y="4529"/>
                    <a:pt x="4408" y="4499"/>
                  </a:cubicBezTo>
                  <a:cubicBezTo>
                    <a:pt x="2310" y="3891"/>
                    <a:pt x="912" y="2584"/>
                    <a:pt x="183" y="547"/>
                  </a:cubicBezTo>
                  <a:cubicBezTo>
                    <a:pt x="152" y="365"/>
                    <a:pt x="61" y="213"/>
                    <a:pt x="0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6"/>
            <p:cNvSpPr/>
            <p:nvPr/>
          </p:nvSpPr>
          <p:spPr>
            <a:xfrm rot="5400000">
              <a:off x="436718" y="937977"/>
              <a:ext cx="556765" cy="554695"/>
            </a:xfrm>
            <a:custGeom>
              <a:avLst/>
              <a:gdLst/>
              <a:ahLst/>
              <a:cxnLst/>
              <a:rect l="l" t="t" r="r" b="b"/>
              <a:pathLst>
                <a:path w="23801" h="23710" extrusionOk="0">
                  <a:moveTo>
                    <a:pt x="11787" y="8480"/>
                  </a:moveTo>
                  <a:cubicBezTo>
                    <a:pt x="13588" y="8480"/>
                    <a:pt x="15168" y="9989"/>
                    <a:pt x="15168" y="11824"/>
                  </a:cubicBezTo>
                  <a:cubicBezTo>
                    <a:pt x="15168" y="13648"/>
                    <a:pt x="13678" y="15138"/>
                    <a:pt x="11855" y="15168"/>
                  </a:cubicBezTo>
                  <a:cubicBezTo>
                    <a:pt x="11835" y="15168"/>
                    <a:pt x="11816" y="15168"/>
                    <a:pt x="11797" y="15168"/>
                  </a:cubicBezTo>
                  <a:cubicBezTo>
                    <a:pt x="10000" y="15168"/>
                    <a:pt x="8541" y="13750"/>
                    <a:pt x="8511" y="11885"/>
                  </a:cubicBezTo>
                  <a:cubicBezTo>
                    <a:pt x="8481" y="10031"/>
                    <a:pt x="9909" y="8511"/>
                    <a:pt x="11733" y="8481"/>
                  </a:cubicBezTo>
                  <a:cubicBezTo>
                    <a:pt x="11751" y="8481"/>
                    <a:pt x="11769" y="8480"/>
                    <a:pt x="11787" y="8480"/>
                  </a:cubicBezTo>
                  <a:close/>
                  <a:moveTo>
                    <a:pt x="10456" y="1"/>
                  </a:moveTo>
                  <a:cubicBezTo>
                    <a:pt x="9848" y="152"/>
                    <a:pt x="9241" y="244"/>
                    <a:pt x="8633" y="426"/>
                  </a:cubicBezTo>
                  <a:cubicBezTo>
                    <a:pt x="4347" y="1763"/>
                    <a:pt x="1550" y="4560"/>
                    <a:pt x="335" y="8846"/>
                  </a:cubicBezTo>
                  <a:cubicBezTo>
                    <a:pt x="243" y="9241"/>
                    <a:pt x="122" y="9666"/>
                    <a:pt x="0" y="10031"/>
                  </a:cubicBezTo>
                  <a:lnTo>
                    <a:pt x="0" y="13648"/>
                  </a:lnTo>
                  <a:cubicBezTo>
                    <a:pt x="31" y="13830"/>
                    <a:pt x="122" y="13982"/>
                    <a:pt x="152" y="14165"/>
                  </a:cubicBezTo>
                  <a:cubicBezTo>
                    <a:pt x="1246" y="18967"/>
                    <a:pt x="4225" y="22007"/>
                    <a:pt x="8937" y="23375"/>
                  </a:cubicBezTo>
                  <a:cubicBezTo>
                    <a:pt x="9301" y="23496"/>
                    <a:pt x="9666" y="23587"/>
                    <a:pt x="10031" y="23679"/>
                  </a:cubicBezTo>
                  <a:cubicBezTo>
                    <a:pt x="11247" y="23679"/>
                    <a:pt x="12462" y="23679"/>
                    <a:pt x="13678" y="23709"/>
                  </a:cubicBezTo>
                  <a:cubicBezTo>
                    <a:pt x="13861" y="23648"/>
                    <a:pt x="14013" y="23557"/>
                    <a:pt x="14225" y="23527"/>
                  </a:cubicBezTo>
                  <a:cubicBezTo>
                    <a:pt x="19180" y="22402"/>
                    <a:pt x="22797" y="18603"/>
                    <a:pt x="23587" y="13587"/>
                  </a:cubicBezTo>
                  <a:cubicBezTo>
                    <a:pt x="23648" y="13405"/>
                    <a:pt x="23709" y="13253"/>
                    <a:pt x="23739" y="13071"/>
                  </a:cubicBezTo>
                  <a:cubicBezTo>
                    <a:pt x="23739" y="12645"/>
                    <a:pt x="23800" y="12280"/>
                    <a:pt x="23800" y="11885"/>
                  </a:cubicBezTo>
                  <a:cubicBezTo>
                    <a:pt x="23800" y="11703"/>
                    <a:pt x="23739" y="11520"/>
                    <a:pt x="23739" y="11308"/>
                  </a:cubicBezTo>
                  <a:cubicBezTo>
                    <a:pt x="23405" y="6262"/>
                    <a:pt x="20305" y="2128"/>
                    <a:pt x="15624" y="578"/>
                  </a:cubicBezTo>
                  <a:cubicBezTo>
                    <a:pt x="14894" y="335"/>
                    <a:pt x="14134" y="183"/>
                    <a:pt x="13405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6"/>
            <p:cNvSpPr/>
            <p:nvPr/>
          </p:nvSpPr>
          <p:spPr>
            <a:xfrm rot="5400000">
              <a:off x="444465" y="1249588"/>
              <a:ext cx="235375" cy="249625"/>
            </a:xfrm>
            <a:custGeom>
              <a:avLst/>
              <a:gdLst/>
              <a:ahLst/>
              <a:cxnLst/>
              <a:rect l="l" t="t" r="r" b="b"/>
              <a:pathLst>
                <a:path w="10062" h="10670" extrusionOk="0">
                  <a:moveTo>
                    <a:pt x="10062" y="0"/>
                  </a:moveTo>
                  <a:cubicBezTo>
                    <a:pt x="10001" y="152"/>
                    <a:pt x="9940" y="335"/>
                    <a:pt x="9910" y="517"/>
                  </a:cubicBezTo>
                  <a:cubicBezTo>
                    <a:pt x="9120" y="5593"/>
                    <a:pt x="5533" y="9392"/>
                    <a:pt x="518" y="10456"/>
                  </a:cubicBezTo>
                  <a:cubicBezTo>
                    <a:pt x="335" y="10517"/>
                    <a:pt x="183" y="10547"/>
                    <a:pt x="1" y="10639"/>
                  </a:cubicBezTo>
                  <a:cubicBezTo>
                    <a:pt x="3314" y="10639"/>
                    <a:pt x="6597" y="10669"/>
                    <a:pt x="9910" y="10669"/>
                  </a:cubicBezTo>
                  <a:cubicBezTo>
                    <a:pt x="9940" y="10639"/>
                    <a:pt x="10031" y="10608"/>
                    <a:pt x="10062" y="10608"/>
                  </a:cubicBezTo>
                  <a:lnTo>
                    <a:pt x="10062" y="0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6"/>
            <p:cNvSpPr/>
            <p:nvPr/>
          </p:nvSpPr>
          <p:spPr>
            <a:xfrm rot="5400000">
              <a:off x="758203" y="941145"/>
              <a:ext cx="247469" cy="236126"/>
            </a:xfrm>
            <a:custGeom>
              <a:avLst/>
              <a:gdLst/>
              <a:ahLst/>
              <a:cxnLst/>
              <a:rect l="l" t="t" r="r" b="b"/>
              <a:pathLst>
                <a:path w="10579" h="10093" extrusionOk="0">
                  <a:moveTo>
                    <a:pt x="7083" y="1"/>
                  </a:moveTo>
                  <a:cubicBezTo>
                    <a:pt x="4803" y="31"/>
                    <a:pt x="2493" y="31"/>
                    <a:pt x="214" y="31"/>
                  </a:cubicBezTo>
                  <a:cubicBezTo>
                    <a:pt x="92" y="639"/>
                    <a:pt x="62" y="1156"/>
                    <a:pt x="1" y="1703"/>
                  </a:cubicBezTo>
                  <a:cubicBezTo>
                    <a:pt x="214" y="2341"/>
                    <a:pt x="183" y="2979"/>
                    <a:pt x="1" y="3618"/>
                  </a:cubicBezTo>
                  <a:cubicBezTo>
                    <a:pt x="31" y="3983"/>
                    <a:pt x="92" y="4317"/>
                    <a:pt x="92" y="4651"/>
                  </a:cubicBezTo>
                  <a:cubicBezTo>
                    <a:pt x="92" y="6475"/>
                    <a:pt x="153" y="8268"/>
                    <a:pt x="153" y="10092"/>
                  </a:cubicBezTo>
                  <a:cubicBezTo>
                    <a:pt x="244" y="9727"/>
                    <a:pt x="366" y="9302"/>
                    <a:pt x="487" y="8907"/>
                  </a:cubicBezTo>
                  <a:cubicBezTo>
                    <a:pt x="1733" y="4621"/>
                    <a:pt x="4499" y="1824"/>
                    <a:pt x="8755" y="487"/>
                  </a:cubicBezTo>
                  <a:cubicBezTo>
                    <a:pt x="9332" y="305"/>
                    <a:pt x="9971" y="213"/>
                    <a:pt x="10579" y="62"/>
                  </a:cubicBezTo>
                  <a:cubicBezTo>
                    <a:pt x="9484" y="31"/>
                    <a:pt x="8390" y="31"/>
                    <a:pt x="7296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6"/>
            <p:cNvSpPr/>
            <p:nvPr/>
          </p:nvSpPr>
          <p:spPr>
            <a:xfrm rot="5400000">
              <a:off x="635795" y="1137078"/>
              <a:ext cx="158601" cy="156489"/>
            </a:xfrm>
            <a:custGeom>
              <a:avLst/>
              <a:gdLst/>
              <a:ahLst/>
              <a:cxnLst/>
              <a:rect l="l" t="t" r="r" b="b"/>
              <a:pathLst>
                <a:path w="6780" h="6689" extrusionOk="0">
                  <a:moveTo>
                    <a:pt x="3337" y="0"/>
                  </a:moveTo>
                  <a:cubicBezTo>
                    <a:pt x="3319" y="0"/>
                    <a:pt x="3302" y="1"/>
                    <a:pt x="3284" y="1"/>
                  </a:cubicBezTo>
                  <a:cubicBezTo>
                    <a:pt x="1460" y="62"/>
                    <a:pt x="1" y="1581"/>
                    <a:pt x="62" y="3405"/>
                  </a:cubicBezTo>
                  <a:cubicBezTo>
                    <a:pt x="92" y="5270"/>
                    <a:pt x="1550" y="6688"/>
                    <a:pt x="3378" y="6688"/>
                  </a:cubicBezTo>
                  <a:cubicBezTo>
                    <a:pt x="3397" y="6688"/>
                    <a:pt x="3416" y="6688"/>
                    <a:pt x="3436" y="6688"/>
                  </a:cubicBezTo>
                  <a:cubicBezTo>
                    <a:pt x="5259" y="6688"/>
                    <a:pt x="6779" y="5168"/>
                    <a:pt x="6718" y="3344"/>
                  </a:cubicBezTo>
                  <a:cubicBezTo>
                    <a:pt x="6718" y="1509"/>
                    <a:pt x="5139" y="0"/>
                    <a:pt x="3337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9" name="Google Shape;1959;p26"/>
          <p:cNvGrpSpPr/>
          <p:nvPr/>
        </p:nvGrpSpPr>
        <p:grpSpPr>
          <a:xfrm>
            <a:off x="458698" y="3769910"/>
            <a:ext cx="1633054" cy="1093827"/>
            <a:chOff x="458698" y="3769910"/>
            <a:chExt cx="1633054" cy="1093827"/>
          </a:xfrm>
        </p:grpSpPr>
        <p:sp>
          <p:nvSpPr>
            <p:cNvPr id="1960" name="Google Shape;1960;p26"/>
            <p:cNvSpPr/>
            <p:nvPr/>
          </p:nvSpPr>
          <p:spPr>
            <a:xfrm rot="5400000">
              <a:off x="471750" y="4306430"/>
              <a:ext cx="546900" cy="552300"/>
            </a:xfrm>
            <a:prstGeom prst="rect">
              <a:avLst/>
            </a:pr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6"/>
            <p:cNvSpPr/>
            <p:nvPr/>
          </p:nvSpPr>
          <p:spPr>
            <a:xfrm rot="5400000">
              <a:off x="471750" y="4306430"/>
              <a:ext cx="546900" cy="552300"/>
            </a:xfrm>
            <a:prstGeom prst="rect">
              <a:avLst/>
            </a:pr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6"/>
            <p:cNvSpPr/>
            <p:nvPr/>
          </p:nvSpPr>
          <p:spPr>
            <a:xfrm rot="5400000">
              <a:off x="467483" y="4589598"/>
              <a:ext cx="275915" cy="272365"/>
            </a:xfrm>
            <a:custGeom>
              <a:avLst/>
              <a:gdLst/>
              <a:ahLst/>
              <a:cxnLst/>
              <a:rect l="l" t="t" r="r" b="b"/>
              <a:pathLst>
                <a:path w="11795" h="11642" extrusionOk="0">
                  <a:moveTo>
                    <a:pt x="11581" y="0"/>
                  </a:moveTo>
                  <a:cubicBezTo>
                    <a:pt x="7751" y="3800"/>
                    <a:pt x="3952" y="7630"/>
                    <a:pt x="153" y="11429"/>
                  </a:cubicBezTo>
                  <a:cubicBezTo>
                    <a:pt x="61" y="11490"/>
                    <a:pt x="31" y="11581"/>
                    <a:pt x="1" y="11642"/>
                  </a:cubicBezTo>
                  <a:lnTo>
                    <a:pt x="11794" y="11642"/>
                  </a:lnTo>
                  <a:cubicBezTo>
                    <a:pt x="11733" y="7812"/>
                    <a:pt x="11733" y="3952"/>
                    <a:pt x="11733" y="61"/>
                  </a:cubicBezTo>
                  <a:cubicBezTo>
                    <a:pt x="11703" y="31"/>
                    <a:pt x="11642" y="31"/>
                    <a:pt x="1158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6"/>
            <p:cNvSpPr/>
            <p:nvPr/>
          </p:nvSpPr>
          <p:spPr>
            <a:xfrm rot="5400000">
              <a:off x="472258" y="4305151"/>
              <a:ext cx="272335" cy="273090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0" y="1"/>
                  </a:moveTo>
                  <a:lnTo>
                    <a:pt x="0" y="8998"/>
                  </a:lnTo>
                  <a:lnTo>
                    <a:pt x="0" y="10123"/>
                  </a:lnTo>
                  <a:cubicBezTo>
                    <a:pt x="31" y="10670"/>
                    <a:pt x="31" y="11156"/>
                    <a:pt x="61" y="11673"/>
                  </a:cubicBezTo>
                  <a:lnTo>
                    <a:pt x="11642" y="11673"/>
                  </a:lnTo>
                  <a:cubicBezTo>
                    <a:pt x="11520" y="11521"/>
                    <a:pt x="11460" y="11338"/>
                    <a:pt x="11338" y="11217"/>
                  </a:cubicBezTo>
                  <a:cubicBezTo>
                    <a:pt x="7782" y="7600"/>
                    <a:pt x="4165" y="4043"/>
                    <a:pt x="548" y="426"/>
                  </a:cubicBezTo>
                  <a:cubicBezTo>
                    <a:pt x="456" y="335"/>
                    <a:pt x="304" y="244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6"/>
            <p:cNvSpPr/>
            <p:nvPr/>
          </p:nvSpPr>
          <p:spPr>
            <a:xfrm rot="5400000">
              <a:off x="748716" y="4587107"/>
              <a:ext cx="277341" cy="275921"/>
            </a:xfrm>
            <a:custGeom>
              <a:avLst/>
              <a:gdLst/>
              <a:ahLst/>
              <a:cxnLst/>
              <a:rect l="l" t="t" r="r" b="b"/>
              <a:pathLst>
                <a:path w="11856" h="11794" extrusionOk="0">
                  <a:moveTo>
                    <a:pt x="11855" y="0"/>
                  </a:moveTo>
                  <a:lnTo>
                    <a:pt x="11855" y="0"/>
                  </a:lnTo>
                  <a:cubicBezTo>
                    <a:pt x="7904" y="31"/>
                    <a:pt x="3983" y="31"/>
                    <a:pt x="62" y="31"/>
                  </a:cubicBezTo>
                  <a:cubicBezTo>
                    <a:pt x="31" y="61"/>
                    <a:pt x="1" y="122"/>
                    <a:pt x="1" y="183"/>
                  </a:cubicBezTo>
                  <a:cubicBezTo>
                    <a:pt x="1673" y="1855"/>
                    <a:pt x="3344" y="3526"/>
                    <a:pt x="5046" y="5168"/>
                  </a:cubicBezTo>
                  <a:cubicBezTo>
                    <a:pt x="7235" y="7356"/>
                    <a:pt x="9454" y="9605"/>
                    <a:pt x="11642" y="11794"/>
                  </a:cubicBezTo>
                  <a:cubicBezTo>
                    <a:pt x="11733" y="11794"/>
                    <a:pt x="11764" y="11763"/>
                    <a:pt x="11794" y="11733"/>
                  </a:cubicBezTo>
                  <a:cubicBezTo>
                    <a:pt x="11855" y="7812"/>
                    <a:pt x="11855" y="3921"/>
                    <a:pt x="11855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6"/>
            <p:cNvSpPr/>
            <p:nvPr/>
          </p:nvSpPr>
          <p:spPr>
            <a:xfrm rot="5400000">
              <a:off x="752053" y="4304799"/>
              <a:ext cx="273786" cy="276646"/>
            </a:xfrm>
            <a:custGeom>
              <a:avLst/>
              <a:gdLst/>
              <a:ahLst/>
              <a:cxnLst/>
              <a:rect l="l" t="t" r="r" b="b"/>
              <a:pathLst>
                <a:path w="11704" h="11825" extrusionOk="0">
                  <a:moveTo>
                    <a:pt x="31" y="1"/>
                  </a:moveTo>
                  <a:cubicBezTo>
                    <a:pt x="31" y="153"/>
                    <a:pt x="1" y="305"/>
                    <a:pt x="1" y="457"/>
                  </a:cubicBezTo>
                  <a:lnTo>
                    <a:pt x="1" y="10974"/>
                  </a:lnTo>
                  <a:cubicBezTo>
                    <a:pt x="1" y="11217"/>
                    <a:pt x="31" y="11399"/>
                    <a:pt x="62" y="11825"/>
                  </a:cubicBezTo>
                  <a:cubicBezTo>
                    <a:pt x="4013" y="7843"/>
                    <a:pt x="7873" y="3983"/>
                    <a:pt x="11703" y="153"/>
                  </a:cubicBezTo>
                  <a:cubicBezTo>
                    <a:pt x="11673" y="122"/>
                    <a:pt x="11673" y="31"/>
                    <a:pt x="1161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6"/>
            <p:cNvSpPr/>
            <p:nvPr/>
          </p:nvSpPr>
          <p:spPr>
            <a:xfrm rot="5400000">
              <a:off x="1025008" y="4303810"/>
              <a:ext cx="558192" cy="557526"/>
            </a:xfrm>
            <a:custGeom>
              <a:avLst/>
              <a:gdLst/>
              <a:ahLst/>
              <a:cxnLst/>
              <a:rect l="l" t="t" r="r" b="b"/>
              <a:pathLst>
                <a:path w="23862" h="23831" extrusionOk="0">
                  <a:moveTo>
                    <a:pt x="4317" y="3526"/>
                  </a:moveTo>
                  <a:cubicBezTo>
                    <a:pt x="4347" y="3556"/>
                    <a:pt x="4347" y="3556"/>
                    <a:pt x="4347" y="3617"/>
                  </a:cubicBezTo>
                  <a:cubicBezTo>
                    <a:pt x="4347" y="3556"/>
                    <a:pt x="4317" y="3556"/>
                    <a:pt x="4286" y="3526"/>
                  </a:cubicBezTo>
                  <a:close/>
                  <a:moveTo>
                    <a:pt x="17478" y="21551"/>
                  </a:moveTo>
                  <a:lnTo>
                    <a:pt x="17508" y="21611"/>
                  </a:lnTo>
                  <a:lnTo>
                    <a:pt x="17417" y="21611"/>
                  </a:lnTo>
                  <a:lnTo>
                    <a:pt x="17478" y="21551"/>
                  </a:lnTo>
                  <a:close/>
                  <a:moveTo>
                    <a:pt x="61" y="0"/>
                  </a:moveTo>
                  <a:cubicBezTo>
                    <a:pt x="31" y="31"/>
                    <a:pt x="31" y="61"/>
                    <a:pt x="0" y="61"/>
                  </a:cubicBezTo>
                  <a:cubicBezTo>
                    <a:pt x="0" y="122"/>
                    <a:pt x="0" y="152"/>
                    <a:pt x="31" y="152"/>
                  </a:cubicBezTo>
                  <a:cubicBezTo>
                    <a:pt x="31" y="608"/>
                    <a:pt x="61" y="1064"/>
                    <a:pt x="152" y="1520"/>
                  </a:cubicBezTo>
                  <a:lnTo>
                    <a:pt x="152" y="23830"/>
                  </a:lnTo>
                  <a:lnTo>
                    <a:pt x="15958" y="23830"/>
                  </a:lnTo>
                  <a:cubicBezTo>
                    <a:pt x="18542" y="23830"/>
                    <a:pt x="21125" y="23770"/>
                    <a:pt x="23709" y="23770"/>
                  </a:cubicBezTo>
                  <a:cubicBezTo>
                    <a:pt x="23739" y="23709"/>
                    <a:pt x="23800" y="23678"/>
                    <a:pt x="23861" y="23587"/>
                  </a:cubicBezTo>
                  <a:lnTo>
                    <a:pt x="23861" y="12189"/>
                  </a:lnTo>
                  <a:lnTo>
                    <a:pt x="23496" y="11976"/>
                  </a:lnTo>
                  <a:cubicBezTo>
                    <a:pt x="22098" y="12189"/>
                    <a:pt x="20670" y="12432"/>
                    <a:pt x="19028" y="12675"/>
                  </a:cubicBezTo>
                  <a:cubicBezTo>
                    <a:pt x="19484" y="12888"/>
                    <a:pt x="19758" y="12979"/>
                    <a:pt x="20001" y="13101"/>
                  </a:cubicBezTo>
                  <a:cubicBezTo>
                    <a:pt x="20973" y="13496"/>
                    <a:pt x="21946" y="13891"/>
                    <a:pt x="22949" y="14286"/>
                  </a:cubicBezTo>
                  <a:cubicBezTo>
                    <a:pt x="21642" y="14256"/>
                    <a:pt x="20305" y="14195"/>
                    <a:pt x="18755" y="14165"/>
                  </a:cubicBezTo>
                  <a:lnTo>
                    <a:pt x="18755" y="14165"/>
                  </a:lnTo>
                  <a:cubicBezTo>
                    <a:pt x="19940" y="15046"/>
                    <a:pt x="21125" y="15654"/>
                    <a:pt x="22189" y="16383"/>
                  </a:cubicBezTo>
                  <a:cubicBezTo>
                    <a:pt x="22129" y="16444"/>
                    <a:pt x="22129" y="16475"/>
                    <a:pt x="22098" y="16566"/>
                  </a:cubicBezTo>
                  <a:cubicBezTo>
                    <a:pt x="20882" y="16231"/>
                    <a:pt x="19697" y="15927"/>
                    <a:pt x="18481" y="15563"/>
                  </a:cubicBezTo>
                  <a:cubicBezTo>
                    <a:pt x="18451" y="15624"/>
                    <a:pt x="18420" y="15684"/>
                    <a:pt x="18390" y="15715"/>
                  </a:cubicBezTo>
                  <a:cubicBezTo>
                    <a:pt x="19059" y="16687"/>
                    <a:pt x="20122" y="17326"/>
                    <a:pt x="20973" y="18450"/>
                  </a:cubicBezTo>
                  <a:cubicBezTo>
                    <a:pt x="20578" y="18298"/>
                    <a:pt x="20396" y="18268"/>
                    <a:pt x="20214" y="18207"/>
                  </a:cubicBezTo>
                  <a:cubicBezTo>
                    <a:pt x="19545" y="17842"/>
                    <a:pt x="18907" y="17478"/>
                    <a:pt x="18268" y="17174"/>
                  </a:cubicBezTo>
                  <a:cubicBezTo>
                    <a:pt x="17995" y="17022"/>
                    <a:pt x="17691" y="16991"/>
                    <a:pt x="17387" y="16900"/>
                  </a:cubicBezTo>
                  <a:lnTo>
                    <a:pt x="17387" y="16900"/>
                  </a:lnTo>
                  <a:cubicBezTo>
                    <a:pt x="17812" y="17599"/>
                    <a:pt x="18268" y="18268"/>
                    <a:pt x="18694" y="18967"/>
                  </a:cubicBezTo>
                  <a:cubicBezTo>
                    <a:pt x="18876" y="19210"/>
                    <a:pt x="19028" y="19514"/>
                    <a:pt x="19211" y="19818"/>
                  </a:cubicBezTo>
                  <a:cubicBezTo>
                    <a:pt x="19302" y="19909"/>
                    <a:pt x="19332" y="19970"/>
                    <a:pt x="19363" y="20061"/>
                  </a:cubicBezTo>
                  <a:lnTo>
                    <a:pt x="19363" y="20244"/>
                  </a:lnTo>
                  <a:lnTo>
                    <a:pt x="19241" y="20122"/>
                  </a:lnTo>
                  <a:cubicBezTo>
                    <a:pt x="19180" y="20092"/>
                    <a:pt x="19089" y="20031"/>
                    <a:pt x="19028" y="19970"/>
                  </a:cubicBezTo>
                  <a:cubicBezTo>
                    <a:pt x="18147" y="19301"/>
                    <a:pt x="17235" y="18572"/>
                    <a:pt x="16353" y="17903"/>
                  </a:cubicBezTo>
                  <a:lnTo>
                    <a:pt x="16353" y="17903"/>
                  </a:lnTo>
                  <a:cubicBezTo>
                    <a:pt x="16475" y="19058"/>
                    <a:pt x="17083" y="20061"/>
                    <a:pt x="17235" y="21277"/>
                  </a:cubicBezTo>
                  <a:cubicBezTo>
                    <a:pt x="17052" y="21156"/>
                    <a:pt x="16900" y="21004"/>
                    <a:pt x="16748" y="20852"/>
                  </a:cubicBezTo>
                  <a:cubicBezTo>
                    <a:pt x="16141" y="20092"/>
                    <a:pt x="15502" y="19362"/>
                    <a:pt x="14894" y="18602"/>
                  </a:cubicBezTo>
                  <a:lnTo>
                    <a:pt x="14894" y="18602"/>
                  </a:lnTo>
                  <a:cubicBezTo>
                    <a:pt x="15046" y="19727"/>
                    <a:pt x="15198" y="20791"/>
                    <a:pt x="15350" y="21885"/>
                  </a:cubicBezTo>
                  <a:cubicBezTo>
                    <a:pt x="15381" y="22098"/>
                    <a:pt x="15411" y="22311"/>
                    <a:pt x="15381" y="22554"/>
                  </a:cubicBezTo>
                  <a:cubicBezTo>
                    <a:pt x="14651" y="21459"/>
                    <a:pt x="14165" y="20274"/>
                    <a:pt x="13435" y="18967"/>
                  </a:cubicBezTo>
                  <a:cubicBezTo>
                    <a:pt x="13162" y="20426"/>
                    <a:pt x="13253" y="21763"/>
                    <a:pt x="13101" y="23070"/>
                  </a:cubicBezTo>
                  <a:cubicBezTo>
                    <a:pt x="12554" y="21794"/>
                    <a:pt x="12402" y="20487"/>
                    <a:pt x="11916" y="19028"/>
                  </a:cubicBezTo>
                  <a:cubicBezTo>
                    <a:pt x="11399" y="20396"/>
                    <a:pt x="11247" y="21733"/>
                    <a:pt x="10821" y="22949"/>
                  </a:cubicBezTo>
                  <a:lnTo>
                    <a:pt x="10639" y="22949"/>
                  </a:lnTo>
                  <a:cubicBezTo>
                    <a:pt x="10548" y="21642"/>
                    <a:pt x="10517" y="20365"/>
                    <a:pt x="10487" y="19058"/>
                  </a:cubicBezTo>
                  <a:cubicBezTo>
                    <a:pt x="10396" y="19058"/>
                    <a:pt x="10365" y="19028"/>
                    <a:pt x="10274" y="19028"/>
                  </a:cubicBezTo>
                  <a:cubicBezTo>
                    <a:pt x="9757" y="20183"/>
                    <a:pt x="9180" y="21308"/>
                    <a:pt x="8602" y="22463"/>
                  </a:cubicBezTo>
                  <a:cubicBezTo>
                    <a:pt x="8450" y="21125"/>
                    <a:pt x="8967" y="19909"/>
                    <a:pt x="8998" y="18420"/>
                  </a:cubicBezTo>
                  <a:lnTo>
                    <a:pt x="8998" y="18420"/>
                  </a:lnTo>
                  <a:cubicBezTo>
                    <a:pt x="8086" y="19575"/>
                    <a:pt x="7295" y="20548"/>
                    <a:pt x="6536" y="21490"/>
                  </a:cubicBezTo>
                  <a:cubicBezTo>
                    <a:pt x="6444" y="21459"/>
                    <a:pt x="6414" y="21429"/>
                    <a:pt x="6323" y="21399"/>
                  </a:cubicBezTo>
                  <a:cubicBezTo>
                    <a:pt x="6687" y="20213"/>
                    <a:pt x="7235" y="19119"/>
                    <a:pt x="7508" y="17812"/>
                  </a:cubicBezTo>
                  <a:lnTo>
                    <a:pt x="7508" y="17812"/>
                  </a:lnTo>
                  <a:cubicBezTo>
                    <a:pt x="6900" y="18298"/>
                    <a:pt x="6323" y="18845"/>
                    <a:pt x="5715" y="19301"/>
                  </a:cubicBezTo>
                  <a:cubicBezTo>
                    <a:pt x="5320" y="19605"/>
                    <a:pt x="4864" y="19879"/>
                    <a:pt x="4438" y="20183"/>
                  </a:cubicBezTo>
                  <a:cubicBezTo>
                    <a:pt x="4347" y="20244"/>
                    <a:pt x="4286" y="20274"/>
                    <a:pt x="4195" y="20365"/>
                  </a:cubicBezTo>
                  <a:cubicBezTo>
                    <a:pt x="4256" y="20274"/>
                    <a:pt x="4317" y="20244"/>
                    <a:pt x="4408" y="20183"/>
                  </a:cubicBezTo>
                  <a:cubicBezTo>
                    <a:pt x="4894" y="19362"/>
                    <a:pt x="5411" y="18572"/>
                    <a:pt x="5928" y="17782"/>
                  </a:cubicBezTo>
                  <a:cubicBezTo>
                    <a:pt x="6080" y="17508"/>
                    <a:pt x="6262" y="17204"/>
                    <a:pt x="6444" y="16931"/>
                  </a:cubicBezTo>
                  <a:cubicBezTo>
                    <a:pt x="6384" y="16900"/>
                    <a:pt x="6323" y="16839"/>
                    <a:pt x="6292" y="16779"/>
                  </a:cubicBezTo>
                  <a:lnTo>
                    <a:pt x="3891" y="18055"/>
                  </a:lnTo>
                  <a:cubicBezTo>
                    <a:pt x="3557" y="18238"/>
                    <a:pt x="3222" y="18359"/>
                    <a:pt x="2888" y="18511"/>
                  </a:cubicBezTo>
                  <a:cubicBezTo>
                    <a:pt x="2827" y="18542"/>
                    <a:pt x="2797" y="18542"/>
                    <a:pt x="2766" y="18572"/>
                  </a:cubicBezTo>
                  <a:cubicBezTo>
                    <a:pt x="2797" y="18542"/>
                    <a:pt x="2797" y="18511"/>
                    <a:pt x="2827" y="18450"/>
                  </a:cubicBezTo>
                  <a:cubicBezTo>
                    <a:pt x="3405" y="17842"/>
                    <a:pt x="3982" y="17234"/>
                    <a:pt x="4560" y="16687"/>
                  </a:cubicBezTo>
                  <a:lnTo>
                    <a:pt x="5472" y="15776"/>
                  </a:lnTo>
                  <a:cubicBezTo>
                    <a:pt x="5411" y="15715"/>
                    <a:pt x="5380" y="15654"/>
                    <a:pt x="5350" y="15563"/>
                  </a:cubicBezTo>
                  <a:lnTo>
                    <a:pt x="1703" y="16596"/>
                  </a:lnTo>
                  <a:cubicBezTo>
                    <a:pt x="1672" y="16535"/>
                    <a:pt x="1672" y="16475"/>
                    <a:pt x="1611" y="16414"/>
                  </a:cubicBezTo>
                  <a:cubicBezTo>
                    <a:pt x="2736" y="15715"/>
                    <a:pt x="3830" y="15016"/>
                    <a:pt x="4925" y="14317"/>
                  </a:cubicBezTo>
                  <a:cubicBezTo>
                    <a:pt x="4894" y="14256"/>
                    <a:pt x="4894" y="14195"/>
                    <a:pt x="4864" y="14134"/>
                  </a:cubicBezTo>
                  <a:cubicBezTo>
                    <a:pt x="3435" y="14195"/>
                    <a:pt x="2067" y="14317"/>
                    <a:pt x="669" y="14408"/>
                  </a:cubicBezTo>
                  <a:cubicBezTo>
                    <a:pt x="669" y="14347"/>
                    <a:pt x="639" y="14317"/>
                    <a:pt x="639" y="14286"/>
                  </a:cubicBezTo>
                  <a:cubicBezTo>
                    <a:pt x="1915" y="13800"/>
                    <a:pt x="3222" y="13344"/>
                    <a:pt x="4499" y="12827"/>
                  </a:cubicBezTo>
                  <a:lnTo>
                    <a:pt x="4499" y="12645"/>
                  </a:lnTo>
                  <a:cubicBezTo>
                    <a:pt x="3131" y="12432"/>
                    <a:pt x="1824" y="12219"/>
                    <a:pt x="456" y="12006"/>
                  </a:cubicBezTo>
                  <a:lnTo>
                    <a:pt x="456" y="11854"/>
                  </a:lnTo>
                  <a:cubicBezTo>
                    <a:pt x="1824" y="11672"/>
                    <a:pt x="3131" y="11459"/>
                    <a:pt x="4469" y="11277"/>
                  </a:cubicBezTo>
                  <a:cubicBezTo>
                    <a:pt x="4469" y="11216"/>
                    <a:pt x="4499" y="11155"/>
                    <a:pt x="4499" y="11095"/>
                  </a:cubicBezTo>
                  <a:cubicBezTo>
                    <a:pt x="3253" y="10608"/>
                    <a:pt x="2037" y="10152"/>
                    <a:pt x="791" y="9696"/>
                  </a:cubicBezTo>
                  <a:cubicBezTo>
                    <a:pt x="791" y="9636"/>
                    <a:pt x="821" y="9575"/>
                    <a:pt x="821" y="9544"/>
                  </a:cubicBezTo>
                  <a:lnTo>
                    <a:pt x="4712" y="9757"/>
                  </a:lnTo>
                  <a:cubicBezTo>
                    <a:pt x="3739" y="8785"/>
                    <a:pt x="2523" y="8207"/>
                    <a:pt x="1551" y="7295"/>
                  </a:cubicBezTo>
                  <a:lnTo>
                    <a:pt x="1551" y="7295"/>
                  </a:lnTo>
                  <a:cubicBezTo>
                    <a:pt x="2827" y="7660"/>
                    <a:pt x="4134" y="8025"/>
                    <a:pt x="5411" y="8389"/>
                  </a:cubicBezTo>
                  <a:cubicBezTo>
                    <a:pt x="5472" y="8359"/>
                    <a:pt x="5502" y="8268"/>
                    <a:pt x="5532" y="8237"/>
                  </a:cubicBezTo>
                  <a:cubicBezTo>
                    <a:pt x="4621" y="7356"/>
                    <a:pt x="3739" y="6444"/>
                    <a:pt x="2827" y="5593"/>
                  </a:cubicBezTo>
                  <a:cubicBezTo>
                    <a:pt x="2888" y="5502"/>
                    <a:pt x="2918" y="5471"/>
                    <a:pt x="2949" y="5380"/>
                  </a:cubicBezTo>
                  <a:cubicBezTo>
                    <a:pt x="4043" y="5927"/>
                    <a:pt x="5107" y="6444"/>
                    <a:pt x="6171" y="6991"/>
                  </a:cubicBezTo>
                  <a:cubicBezTo>
                    <a:pt x="6232" y="6961"/>
                    <a:pt x="6262" y="6870"/>
                    <a:pt x="6292" y="6839"/>
                  </a:cubicBezTo>
                  <a:cubicBezTo>
                    <a:pt x="5654" y="5836"/>
                    <a:pt x="5046" y="4894"/>
                    <a:pt x="4438" y="3921"/>
                  </a:cubicBezTo>
                  <a:cubicBezTo>
                    <a:pt x="4408" y="3800"/>
                    <a:pt x="4408" y="3708"/>
                    <a:pt x="4347" y="3617"/>
                  </a:cubicBezTo>
                  <a:lnTo>
                    <a:pt x="4347" y="3617"/>
                  </a:lnTo>
                  <a:cubicBezTo>
                    <a:pt x="4438" y="3678"/>
                    <a:pt x="4499" y="3708"/>
                    <a:pt x="4590" y="3769"/>
                  </a:cubicBezTo>
                  <a:cubicBezTo>
                    <a:pt x="5259" y="4286"/>
                    <a:pt x="5928" y="4772"/>
                    <a:pt x="6566" y="5319"/>
                  </a:cubicBezTo>
                  <a:cubicBezTo>
                    <a:pt x="6839" y="5532"/>
                    <a:pt x="7143" y="5745"/>
                    <a:pt x="7387" y="5927"/>
                  </a:cubicBezTo>
                  <a:lnTo>
                    <a:pt x="7508" y="5806"/>
                  </a:lnTo>
                  <a:cubicBezTo>
                    <a:pt x="7174" y="4833"/>
                    <a:pt x="6779" y="3860"/>
                    <a:pt x="6444" y="2888"/>
                  </a:cubicBezTo>
                  <a:cubicBezTo>
                    <a:pt x="6323" y="2553"/>
                    <a:pt x="6232" y="2249"/>
                    <a:pt x="6110" y="1885"/>
                  </a:cubicBezTo>
                  <a:lnTo>
                    <a:pt x="6080" y="1854"/>
                  </a:lnTo>
                  <a:lnTo>
                    <a:pt x="6110" y="1854"/>
                  </a:lnTo>
                  <a:cubicBezTo>
                    <a:pt x="6292" y="2128"/>
                    <a:pt x="6475" y="2341"/>
                    <a:pt x="6687" y="2614"/>
                  </a:cubicBezTo>
                  <a:cubicBezTo>
                    <a:pt x="7356" y="3465"/>
                    <a:pt x="8086" y="4316"/>
                    <a:pt x="8754" y="5167"/>
                  </a:cubicBezTo>
                  <a:cubicBezTo>
                    <a:pt x="8906" y="3921"/>
                    <a:pt x="8450" y="2736"/>
                    <a:pt x="8390" y="1368"/>
                  </a:cubicBezTo>
                  <a:lnTo>
                    <a:pt x="8390" y="1368"/>
                  </a:lnTo>
                  <a:cubicBezTo>
                    <a:pt x="9028" y="1854"/>
                    <a:pt x="9119" y="2553"/>
                    <a:pt x="9423" y="3070"/>
                  </a:cubicBezTo>
                  <a:cubicBezTo>
                    <a:pt x="9727" y="3617"/>
                    <a:pt x="9970" y="4164"/>
                    <a:pt x="10244" y="4742"/>
                  </a:cubicBezTo>
                  <a:cubicBezTo>
                    <a:pt x="10335" y="4742"/>
                    <a:pt x="10396" y="4712"/>
                    <a:pt x="10487" y="4712"/>
                  </a:cubicBezTo>
                  <a:cubicBezTo>
                    <a:pt x="10487" y="4104"/>
                    <a:pt x="10517" y="3465"/>
                    <a:pt x="10517" y="2797"/>
                  </a:cubicBezTo>
                  <a:cubicBezTo>
                    <a:pt x="10548" y="2158"/>
                    <a:pt x="10548" y="1490"/>
                    <a:pt x="10548" y="821"/>
                  </a:cubicBezTo>
                  <a:cubicBezTo>
                    <a:pt x="10578" y="730"/>
                    <a:pt x="10639" y="639"/>
                    <a:pt x="10669" y="517"/>
                  </a:cubicBezTo>
                  <a:cubicBezTo>
                    <a:pt x="10730" y="639"/>
                    <a:pt x="10791" y="730"/>
                    <a:pt x="10852" y="790"/>
                  </a:cubicBezTo>
                  <a:cubicBezTo>
                    <a:pt x="11156" y="2037"/>
                    <a:pt x="11460" y="3344"/>
                    <a:pt x="11764" y="4590"/>
                  </a:cubicBezTo>
                  <a:lnTo>
                    <a:pt x="12007" y="4590"/>
                  </a:lnTo>
                  <a:cubicBezTo>
                    <a:pt x="12341" y="3222"/>
                    <a:pt x="12675" y="1824"/>
                    <a:pt x="13010" y="456"/>
                  </a:cubicBezTo>
                  <a:cubicBezTo>
                    <a:pt x="12979" y="335"/>
                    <a:pt x="12979" y="183"/>
                    <a:pt x="12949" y="61"/>
                  </a:cubicBezTo>
                  <a:cubicBezTo>
                    <a:pt x="12645" y="31"/>
                    <a:pt x="12311" y="31"/>
                    <a:pt x="12007" y="0"/>
                  </a:cubicBezTo>
                  <a:cubicBezTo>
                    <a:pt x="9940" y="0"/>
                    <a:pt x="7903" y="31"/>
                    <a:pt x="5836" y="31"/>
                  </a:cubicBezTo>
                  <a:cubicBezTo>
                    <a:pt x="3891" y="31"/>
                    <a:pt x="2007" y="0"/>
                    <a:pt x="61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6"/>
            <p:cNvSpPr/>
            <p:nvPr/>
          </p:nvSpPr>
          <p:spPr>
            <a:xfrm rot="5400000">
              <a:off x="1317122" y="4597141"/>
              <a:ext cx="249598" cy="276646"/>
            </a:xfrm>
            <a:custGeom>
              <a:avLst/>
              <a:gdLst/>
              <a:ahLst/>
              <a:cxnLst/>
              <a:rect l="l" t="t" r="r" b="b"/>
              <a:pathLst>
                <a:path w="10670" h="11825" extrusionOk="0">
                  <a:moveTo>
                    <a:pt x="8998" y="7326"/>
                  </a:moveTo>
                  <a:lnTo>
                    <a:pt x="9089" y="7417"/>
                  </a:lnTo>
                  <a:cubicBezTo>
                    <a:pt x="9058" y="7417"/>
                    <a:pt x="8967" y="7447"/>
                    <a:pt x="8937" y="7447"/>
                  </a:cubicBezTo>
                  <a:cubicBezTo>
                    <a:pt x="8967" y="7417"/>
                    <a:pt x="8967" y="7356"/>
                    <a:pt x="8998" y="7326"/>
                  </a:cubicBezTo>
                  <a:close/>
                  <a:moveTo>
                    <a:pt x="10669" y="0"/>
                  </a:moveTo>
                  <a:cubicBezTo>
                    <a:pt x="10153" y="0"/>
                    <a:pt x="9605" y="31"/>
                    <a:pt x="9089" y="31"/>
                  </a:cubicBezTo>
                  <a:cubicBezTo>
                    <a:pt x="6080" y="31"/>
                    <a:pt x="3040" y="61"/>
                    <a:pt x="31" y="61"/>
                  </a:cubicBezTo>
                  <a:cubicBezTo>
                    <a:pt x="31" y="213"/>
                    <a:pt x="0" y="335"/>
                    <a:pt x="0" y="456"/>
                  </a:cubicBezTo>
                  <a:cubicBezTo>
                    <a:pt x="122" y="1885"/>
                    <a:pt x="0" y="3344"/>
                    <a:pt x="274" y="4712"/>
                  </a:cubicBezTo>
                  <a:cubicBezTo>
                    <a:pt x="851" y="3526"/>
                    <a:pt x="1459" y="2341"/>
                    <a:pt x="2007" y="1186"/>
                  </a:cubicBezTo>
                  <a:lnTo>
                    <a:pt x="2007" y="1186"/>
                  </a:lnTo>
                  <a:cubicBezTo>
                    <a:pt x="2067" y="2493"/>
                    <a:pt x="1642" y="3769"/>
                    <a:pt x="1611" y="5015"/>
                  </a:cubicBezTo>
                  <a:lnTo>
                    <a:pt x="1824" y="5137"/>
                  </a:lnTo>
                  <a:cubicBezTo>
                    <a:pt x="2614" y="4134"/>
                    <a:pt x="3374" y="3192"/>
                    <a:pt x="4134" y="2189"/>
                  </a:cubicBezTo>
                  <a:cubicBezTo>
                    <a:pt x="4195" y="2189"/>
                    <a:pt x="4256" y="2249"/>
                    <a:pt x="4286" y="2280"/>
                  </a:cubicBezTo>
                  <a:cubicBezTo>
                    <a:pt x="3921" y="3465"/>
                    <a:pt x="3283" y="4590"/>
                    <a:pt x="2918" y="5806"/>
                  </a:cubicBezTo>
                  <a:cubicBezTo>
                    <a:pt x="2979" y="5836"/>
                    <a:pt x="3040" y="5897"/>
                    <a:pt x="3070" y="5927"/>
                  </a:cubicBezTo>
                  <a:cubicBezTo>
                    <a:pt x="4043" y="5198"/>
                    <a:pt x="4955" y="4438"/>
                    <a:pt x="5897" y="3708"/>
                  </a:cubicBezTo>
                  <a:cubicBezTo>
                    <a:pt x="6019" y="3708"/>
                    <a:pt x="6080" y="3678"/>
                    <a:pt x="6201" y="3648"/>
                  </a:cubicBezTo>
                  <a:lnTo>
                    <a:pt x="6201" y="3648"/>
                  </a:lnTo>
                  <a:cubicBezTo>
                    <a:pt x="6171" y="3708"/>
                    <a:pt x="6080" y="3800"/>
                    <a:pt x="6049" y="3860"/>
                  </a:cubicBezTo>
                  <a:lnTo>
                    <a:pt x="4438" y="6383"/>
                  </a:lnTo>
                  <a:cubicBezTo>
                    <a:pt x="4347" y="6566"/>
                    <a:pt x="4256" y="6748"/>
                    <a:pt x="4104" y="7143"/>
                  </a:cubicBezTo>
                  <a:cubicBezTo>
                    <a:pt x="5350" y="6505"/>
                    <a:pt x="6414" y="5958"/>
                    <a:pt x="7478" y="5441"/>
                  </a:cubicBezTo>
                  <a:lnTo>
                    <a:pt x="7721" y="5441"/>
                  </a:lnTo>
                  <a:lnTo>
                    <a:pt x="7599" y="5532"/>
                  </a:lnTo>
                  <a:cubicBezTo>
                    <a:pt x="6779" y="6414"/>
                    <a:pt x="5897" y="7326"/>
                    <a:pt x="5016" y="8207"/>
                  </a:cubicBezTo>
                  <a:cubicBezTo>
                    <a:pt x="6019" y="8085"/>
                    <a:pt x="6931" y="7812"/>
                    <a:pt x="7842" y="7599"/>
                  </a:cubicBezTo>
                  <a:cubicBezTo>
                    <a:pt x="8177" y="7508"/>
                    <a:pt x="8542" y="7478"/>
                    <a:pt x="8937" y="7447"/>
                  </a:cubicBezTo>
                  <a:lnTo>
                    <a:pt x="8937" y="7447"/>
                  </a:lnTo>
                  <a:cubicBezTo>
                    <a:pt x="8055" y="8025"/>
                    <a:pt x="7235" y="8572"/>
                    <a:pt x="6353" y="9149"/>
                  </a:cubicBezTo>
                  <a:cubicBezTo>
                    <a:pt x="6171" y="9271"/>
                    <a:pt x="6019" y="9423"/>
                    <a:pt x="5806" y="9575"/>
                  </a:cubicBezTo>
                  <a:cubicBezTo>
                    <a:pt x="5867" y="9605"/>
                    <a:pt x="5867" y="9696"/>
                    <a:pt x="5897" y="9727"/>
                  </a:cubicBezTo>
                  <a:lnTo>
                    <a:pt x="9757" y="9484"/>
                  </a:lnTo>
                  <a:cubicBezTo>
                    <a:pt x="9757" y="9544"/>
                    <a:pt x="9818" y="9605"/>
                    <a:pt x="9818" y="9636"/>
                  </a:cubicBezTo>
                  <a:cubicBezTo>
                    <a:pt x="8542" y="10152"/>
                    <a:pt x="7295" y="10608"/>
                    <a:pt x="6049" y="11064"/>
                  </a:cubicBezTo>
                  <a:lnTo>
                    <a:pt x="6049" y="11277"/>
                  </a:lnTo>
                  <a:cubicBezTo>
                    <a:pt x="7447" y="11429"/>
                    <a:pt x="8815" y="11611"/>
                    <a:pt x="10213" y="11824"/>
                  </a:cubicBezTo>
                  <a:cubicBezTo>
                    <a:pt x="10365" y="11824"/>
                    <a:pt x="10487" y="11763"/>
                    <a:pt x="10608" y="11763"/>
                  </a:cubicBezTo>
                  <a:cubicBezTo>
                    <a:pt x="10608" y="11368"/>
                    <a:pt x="10639" y="10973"/>
                    <a:pt x="10639" y="10547"/>
                  </a:cubicBezTo>
                  <a:cubicBezTo>
                    <a:pt x="10669" y="7022"/>
                    <a:pt x="10669" y="3526"/>
                    <a:pt x="10669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6"/>
            <p:cNvSpPr/>
            <p:nvPr/>
          </p:nvSpPr>
          <p:spPr>
            <a:xfrm rot="5400000" flipH="1">
              <a:off x="1567652" y="4332025"/>
              <a:ext cx="536700" cy="511500"/>
            </a:xfrm>
            <a:prstGeom prst="rect">
              <a:avLst/>
            </a:pr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6"/>
            <p:cNvSpPr/>
            <p:nvPr/>
          </p:nvSpPr>
          <p:spPr>
            <a:xfrm rot="5400000" flipH="1">
              <a:off x="1573832" y="4324551"/>
              <a:ext cx="533362" cy="502478"/>
            </a:xfrm>
            <a:custGeom>
              <a:avLst/>
              <a:gdLst/>
              <a:ahLst/>
              <a:cxnLst/>
              <a:rect l="l" t="t" r="r" b="b"/>
              <a:pathLst>
                <a:path w="23771" h="23800" extrusionOk="0">
                  <a:moveTo>
                    <a:pt x="23679" y="0"/>
                  </a:moveTo>
                  <a:cubicBezTo>
                    <a:pt x="23648" y="31"/>
                    <a:pt x="23557" y="31"/>
                    <a:pt x="23527" y="61"/>
                  </a:cubicBezTo>
                  <a:cubicBezTo>
                    <a:pt x="23345" y="335"/>
                    <a:pt x="23101" y="639"/>
                    <a:pt x="22889" y="851"/>
                  </a:cubicBezTo>
                  <a:lnTo>
                    <a:pt x="1976" y="21763"/>
                  </a:lnTo>
                  <a:cubicBezTo>
                    <a:pt x="1338" y="22402"/>
                    <a:pt x="669" y="23010"/>
                    <a:pt x="1" y="23648"/>
                  </a:cubicBezTo>
                  <a:cubicBezTo>
                    <a:pt x="61" y="23709"/>
                    <a:pt x="61" y="23739"/>
                    <a:pt x="1" y="23770"/>
                  </a:cubicBezTo>
                  <a:cubicBezTo>
                    <a:pt x="1946" y="23770"/>
                    <a:pt x="3861" y="23800"/>
                    <a:pt x="5776" y="23800"/>
                  </a:cubicBezTo>
                  <a:cubicBezTo>
                    <a:pt x="7843" y="23800"/>
                    <a:pt x="9879" y="23770"/>
                    <a:pt x="11946" y="23770"/>
                  </a:cubicBezTo>
                  <a:cubicBezTo>
                    <a:pt x="12098" y="23587"/>
                    <a:pt x="12250" y="23344"/>
                    <a:pt x="12432" y="23192"/>
                  </a:cubicBezTo>
                  <a:lnTo>
                    <a:pt x="23101" y="12523"/>
                  </a:lnTo>
                  <a:cubicBezTo>
                    <a:pt x="23314" y="12371"/>
                    <a:pt x="23497" y="12189"/>
                    <a:pt x="23679" y="12037"/>
                  </a:cubicBezTo>
                  <a:cubicBezTo>
                    <a:pt x="23679" y="11642"/>
                    <a:pt x="23709" y="11277"/>
                    <a:pt x="23709" y="10882"/>
                  </a:cubicBezTo>
                  <a:lnTo>
                    <a:pt x="23709" y="1398"/>
                  </a:lnTo>
                  <a:cubicBezTo>
                    <a:pt x="23709" y="943"/>
                    <a:pt x="23770" y="517"/>
                    <a:pt x="23770" y="61"/>
                  </a:cubicBezTo>
                  <a:lnTo>
                    <a:pt x="23679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6"/>
            <p:cNvSpPr/>
            <p:nvPr/>
          </p:nvSpPr>
          <p:spPr>
            <a:xfrm rot="5400000" flipH="1">
              <a:off x="1584134" y="4307929"/>
              <a:ext cx="275189" cy="277371"/>
            </a:xfrm>
            <a:custGeom>
              <a:avLst/>
              <a:gdLst/>
              <a:ahLst/>
              <a:cxnLst/>
              <a:rect l="l" t="t" r="r" b="b"/>
              <a:pathLst>
                <a:path w="11764" h="11856" extrusionOk="0">
                  <a:moveTo>
                    <a:pt x="11733" y="1"/>
                  </a:moveTo>
                  <a:cubicBezTo>
                    <a:pt x="11551" y="153"/>
                    <a:pt x="11368" y="305"/>
                    <a:pt x="11155" y="487"/>
                  </a:cubicBezTo>
                  <a:lnTo>
                    <a:pt x="486" y="11156"/>
                  </a:lnTo>
                  <a:cubicBezTo>
                    <a:pt x="304" y="11369"/>
                    <a:pt x="152" y="11551"/>
                    <a:pt x="0" y="11734"/>
                  </a:cubicBezTo>
                  <a:cubicBezTo>
                    <a:pt x="304" y="11734"/>
                    <a:pt x="608" y="11764"/>
                    <a:pt x="912" y="11855"/>
                  </a:cubicBezTo>
                  <a:lnTo>
                    <a:pt x="1125" y="11855"/>
                  </a:lnTo>
                  <a:cubicBezTo>
                    <a:pt x="4134" y="11855"/>
                    <a:pt x="7174" y="11825"/>
                    <a:pt x="10183" y="11825"/>
                  </a:cubicBezTo>
                  <a:cubicBezTo>
                    <a:pt x="10699" y="11825"/>
                    <a:pt x="11247" y="11764"/>
                    <a:pt x="11763" y="11764"/>
                  </a:cubicBezTo>
                  <a:lnTo>
                    <a:pt x="11763" y="5837"/>
                  </a:lnTo>
                  <a:cubicBezTo>
                    <a:pt x="11763" y="3861"/>
                    <a:pt x="11733" y="1916"/>
                    <a:pt x="11733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6"/>
            <p:cNvSpPr/>
            <p:nvPr/>
          </p:nvSpPr>
          <p:spPr>
            <a:xfrm rot="-5400376">
              <a:off x="473391" y="3755248"/>
              <a:ext cx="543615" cy="572941"/>
            </a:xfrm>
            <a:custGeom>
              <a:avLst/>
              <a:gdLst/>
              <a:ahLst/>
              <a:cxnLst/>
              <a:rect l="l" t="t" r="r" b="b"/>
              <a:pathLst>
                <a:path w="23801" h="23771" extrusionOk="0">
                  <a:moveTo>
                    <a:pt x="62" y="0"/>
                  </a:moveTo>
                  <a:cubicBezTo>
                    <a:pt x="62" y="152"/>
                    <a:pt x="1" y="304"/>
                    <a:pt x="1" y="456"/>
                  </a:cubicBezTo>
                  <a:lnTo>
                    <a:pt x="1" y="23010"/>
                  </a:lnTo>
                  <a:cubicBezTo>
                    <a:pt x="1" y="23253"/>
                    <a:pt x="62" y="23496"/>
                    <a:pt x="62" y="23770"/>
                  </a:cubicBezTo>
                  <a:cubicBezTo>
                    <a:pt x="110" y="23770"/>
                    <a:pt x="158" y="23770"/>
                    <a:pt x="206" y="23770"/>
                  </a:cubicBezTo>
                  <a:cubicBezTo>
                    <a:pt x="5346" y="23770"/>
                    <a:pt x="9979" y="22161"/>
                    <a:pt x="14074" y="19150"/>
                  </a:cubicBezTo>
                  <a:cubicBezTo>
                    <a:pt x="17053" y="16992"/>
                    <a:pt x="19363" y="14256"/>
                    <a:pt x="21065" y="11034"/>
                  </a:cubicBezTo>
                  <a:cubicBezTo>
                    <a:pt x="22555" y="8298"/>
                    <a:pt x="23466" y="5320"/>
                    <a:pt x="23618" y="2189"/>
                  </a:cubicBezTo>
                  <a:cubicBezTo>
                    <a:pt x="23649" y="1459"/>
                    <a:pt x="23740" y="730"/>
                    <a:pt x="238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6"/>
            <p:cNvSpPr/>
            <p:nvPr/>
          </p:nvSpPr>
          <p:spPr>
            <a:xfrm rot="5400000">
              <a:off x="508487" y="3772375"/>
              <a:ext cx="519656" cy="526760"/>
            </a:xfrm>
            <a:custGeom>
              <a:avLst/>
              <a:gdLst/>
              <a:ahLst/>
              <a:cxnLst/>
              <a:rect l="l" t="t" r="r" b="b"/>
              <a:pathLst>
                <a:path w="22038" h="21855" extrusionOk="0">
                  <a:moveTo>
                    <a:pt x="0" y="0"/>
                  </a:moveTo>
                  <a:lnTo>
                    <a:pt x="0" y="21855"/>
                  </a:lnTo>
                  <a:cubicBezTo>
                    <a:pt x="152" y="21247"/>
                    <a:pt x="304" y="20639"/>
                    <a:pt x="426" y="20031"/>
                  </a:cubicBezTo>
                  <a:cubicBezTo>
                    <a:pt x="2037" y="10274"/>
                    <a:pt x="9423" y="2523"/>
                    <a:pt x="19150" y="547"/>
                  </a:cubicBezTo>
                  <a:cubicBezTo>
                    <a:pt x="20122" y="365"/>
                    <a:pt x="21095" y="213"/>
                    <a:pt x="22037" y="0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29"/>
          <p:cNvSpPr txBox="1">
            <a:spLocks noGrp="1"/>
          </p:cNvSpPr>
          <p:nvPr>
            <p:ph type="subTitle" idx="1"/>
          </p:nvPr>
        </p:nvSpPr>
        <p:spPr>
          <a:xfrm>
            <a:off x="4966913" y="1372213"/>
            <a:ext cx="24138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54" name="Google Shape;2254;p29"/>
          <p:cNvSpPr txBox="1">
            <a:spLocks noGrp="1"/>
          </p:cNvSpPr>
          <p:nvPr>
            <p:ph type="subTitle" idx="2"/>
          </p:nvPr>
        </p:nvSpPr>
        <p:spPr>
          <a:xfrm>
            <a:off x="4966913" y="1772813"/>
            <a:ext cx="2413800" cy="9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5" name="Google Shape;2255;p29"/>
          <p:cNvSpPr txBox="1">
            <a:spLocks noGrp="1"/>
          </p:cNvSpPr>
          <p:nvPr>
            <p:ph type="subTitle" idx="3"/>
          </p:nvPr>
        </p:nvSpPr>
        <p:spPr>
          <a:xfrm>
            <a:off x="2055850" y="3467000"/>
            <a:ext cx="2413800" cy="9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6" name="Google Shape;2256;p29"/>
          <p:cNvSpPr txBox="1">
            <a:spLocks noGrp="1"/>
          </p:cNvSpPr>
          <p:nvPr>
            <p:ph type="subTitle" idx="4"/>
          </p:nvPr>
        </p:nvSpPr>
        <p:spPr>
          <a:xfrm>
            <a:off x="4966913" y="3467000"/>
            <a:ext cx="2413800" cy="9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7" name="Google Shape;2257;p29"/>
          <p:cNvSpPr txBox="1">
            <a:spLocks noGrp="1"/>
          </p:cNvSpPr>
          <p:nvPr>
            <p:ph type="title"/>
          </p:nvPr>
        </p:nvSpPr>
        <p:spPr>
          <a:xfrm>
            <a:off x="720000" y="542826"/>
            <a:ext cx="7704000" cy="5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58" name="Google Shape;2258;p29"/>
          <p:cNvSpPr txBox="1">
            <a:spLocks noGrp="1"/>
          </p:cNvSpPr>
          <p:nvPr>
            <p:ph type="subTitle" idx="5"/>
          </p:nvPr>
        </p:nvSpPr>
        <p:spPr>
          <a:xfrm>
            <a:off x="2055850" y="3073400"/>
            <a:ext cx="24138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59" name="Google Shape;2259;p29"/>
          <p:cNvSpPr txBox="1">
            <a:spLocks noGrp="1"/>
          </p:cNvSpPr>
          <p:nvPr>
            <p:ph type="subTitle" idx="6"/>
          </p:nvPr>
        </p:nvSpPr>
        <p:spPr>
          <a:xfrm>
            <a:off x="4966913" y="3073400"/>
            <a:ext cx="24138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Google Shape;2816;p35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7" name="Google Shape;2817;p35"/>
          <p:cNvSpPr txBox="1">
            <a:spLocks noGrp="1"/>
          </p:cNvSpPr>
          <p:nvPr>
            <p:ph type="sldNum" idx="2"/>
          </p:nvPr>
        </p:nvSpPr>
        <p:spPr>
          <a:xfrm>
            <a:off x="8275196" y="4488884"/>
            <a:ext cx="517500" cy="3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8" name="Google Shape;2818;p35"/>
          <p:cNvSpPr/>
          <p:nvPr/>
        </p:nvSpPr>
        <p:spPr>
          <a:xfrm>
            <a:off x="3168405" y="3823253"/>
            <a:ext cx="3359348" cy="1147303"/>
          </a:xfrm>
          <a:custGeom>
            <a:avLst/>
            <a:gdLst/>
            <a:ahLst/>
            <a:cxnLst/>
            <a:rect l="l" t="t" r="r" b="b"/>
            <a:pathLst>
              <a:path w="142466" h="47601" extrusionOk="0">
                <a:moveTo>
                  <a:pt x="43315" y="27144"/>
                </a:moveTo>
                <a:lnTo>
                  <a:pt x="43345" y="27175"/>
                </a:lnTo>
                <a:cubicBezTo>
                  <a:pt x="43315" y="27175"/>
                  <a:pt x="43315" y="27205"/>
                  <a:pt x="43254" y="27205"/>
                </a:cubicBezTo>
                <a:cubicBezTo>
                  <a:pt x="43254" y="27175"/>
                  <a:pt x="43315" y="27175"/>
                  <a:pt x="43315" y="27144"/>
                </a:cubicBezTo>
                <a:close/>
                <a:moveTo>
                  <a:pt x="44895" y="28998"/>
                </a:moveTo>
                <a:lnTo>
                  <a:pt x="44895" y="29029"/>
                </a:lnTo>
                <a:lnTo>
                  <a:pt x="44865" y="28998"/>
                </a:lnTo>
                <a:close/>
                <a:moveTo>
                  <a:pt x="46050" y="31096"/>
                </a:moveTo>
                <a:lnTo>
                  <a:pt x="46081" y="31126"/>
                </a:lnTo>
                <a:lnTo>
                  <a:pt x="46050" y="31126"/>
                </a:lnTo>
                <a:lnTo>
                  <a:pt x="46050" y="31096"/>
                </a:lnTo>
                <a:close/>
                <a:moveTo>
                  <a:pt x="25138" y="40366"/>
                </a:moveTo>
                <a:cubicBezTo>
                  <a:pt x="25168" y="40397"/>
                  <a:pt x="25168" y="40397"/>
                  <a:pt x="25229" y="40397"/>
                </a:cubicBezTo>
                <a:cubicBezTo>
                  <a:pt x="25229" y="40397"/>
                  <a:pt x="25229" y="40427"/>
                  <a:pt x="25168" y="40457"/>
                </a:cubicBezTo>
                <a:lnTo>
                  <a:pt x="25108" y="40457"/>
                </a:lnTo>
                <a:cubicBezTo>
                  <a:pt x="25138" y="40427"/>
                  <a:pt x="25138" y="40397"/>
                  <a:pt x="25138" y="40366"/>
                </a:cubicBezTo>
                <a:close/>
                <a:moveTo>
                  <a:pt x="45746" y="40397"/>
                </a:moveTo>
                <a:cubicBezTo>
                  <a:pt x="45807" y="40427"/>
                  <a:pt x="45898" y="40427"/>
                  <a:pt x="45959" y="40457"/>
                </a:cubicBezTo>
                <a:lnTo>
                  <a:pt x="45898" y="40549"/>
                </a:lnTo>
                <a:lnTo>
                  <a:pt x="45746" y="40397"/>
                </a:lnTo>
                <a:close/>
                <a:moveTo>
                  <a:pt x="39971" y="41643"/>
                </a:moveTo>
                <a:cubicBezTo>
                  <a:pt x="39982" y="41653"/>
                  <a:pt x="39993" y="41663"/>
                  <a:pt x="40005" y="41673"/>
                </a:cubicBezTo>
                <a:lnTo>
                  <a:pt x="40005" y="41673"/>
                </a:lnTo>
                <a:cubicBezTo>
                  <a:pt x="40004" y="41663"/>
                  <a:pt x="40003" y="41653"/>
                  <a:pt x="40002" y="41643"/>
                </a:cubicBezTo>
                <a:close/>
                <a:moveTo>
                  <a:pt x="26506" y="42251"/>
                </a:moveTo>
                <a:lnTo>
                  <a:pt x="26506" y="42372"/>
                </a:lnTo>
                <a:lnTo>
                  <a:pt x="26354" y="42372"/>
                </a:lnTo>
                <a:lnTo>
                  <a:pt x="26354" y="42494"/>
                </a:lnTo>
                <a:cubicBezTo>
                  <a:pt x="26323" y="42494"/>
                  <a:pt x="26323" y="42433"/>
                  <a:pt x="26323" y="42433"/>
                </a:cubicBezTo>
                <a:cubicBezTo>
                  <a:pt x="26323" y="42403"/>
                  <a:pt x="26354" y="42403"/>
                  <a:pt x="26354" y="42372"/>
                </a:cubicBezTo>
                <a:cubicBezTo>
                  <a:pt x="26445" y="42342"/>
                  <a:pt x="26475" y="42281"/>
                  <a:pt x="26506" y="42251"/>
                </a:cubicBezTo>
                <a:close/>
                <a:moveTo>
                  <a:pt x="41339" y="45716"/>
                </a:moveTo>
                <a:lnTo>
                  <a:pt x="41309" y="45746"/>
                </a:lnTo>
                <a:lnTo>
                  <a:pt x="41309" y="45716"/>
                </a:lnTo>
                <a:close/>
                <a:moveTo>
                  <a:pt x="66263" y="1"/>
                </a:moveTo>
                <a:cubicBezTo>
                  <a:pt x="66476" y="123"/>
                  <a:pt x="66750" y="244"/>
                  <a:pt x="67023" y="305"/>
                </a:cubicBezTo>
                <a:cubicBezTo>
                  <a:pt x="69607" y="1186"/>
                  <a:pt x="71218" y="3466"/>
                  <a:pt x="71157" y="6110"/>
                </a:cubicBezTo>
                <a:cubicBezTo>
                  <a:pt x="71127" y="8694"/>
                  <a:pt x="69425" y="10913"/>
                  <a:pt x="66841" y="11703"/>
                </a:cubicBezTo>
                <a:cubicBezTo>
                  <a:pt x="66628" y="11734"/>
                  <a:pt x="66415" y="11825"/>
                  <a:pt x="66203" y="11886"/>
                </a:cubicBezTo>
                <a:cubicBezTo>
                  <a:pt x="67327" y="12190"/>
                  <a:pt x="68361" y="12585"/>
                  <a:pt x="69181" y="13345"/>
                </a:cubicBezTo>
                <a:cubicBezTo>
                  <a:pt x="71005" y="15016"/>
                  <a:pt x="71613" y="17114"/>
                  <a:pt x="70975" y="19454"/>
                </a:cubicBezTo>
                <a:cubicBezTo>
                  <a:pt x="70367" y="21734"/>
                  <a:pt x="68756" y="23193"/>
                  <a:pt x="66476" y="23649"/>
                </a:cubicBezTo>
                <a:cubicBezTo>
                  <a:pt x="66025" y="23735"/>
                  <a:pt x="65592" y="23776"/>
                  <a:pt x="65178" y="23776"/>
                </a:cubicBezTo>
                <a:cubicBezTo>
                  <a:pt x="62239" y="23776"/>
                  <a:pt x="60242" y="21741"/>
                  <a:pt x="59576" y="19637"/>
                </a:cubicBezTo>
                <a:cubicBezTo>
                  <a:pt x="59455" y="19333"/>
                  <a:pt x="59364" y="19029"/>
                  <a:pt x="59272" y="18725"/>
                </a:cubicBezTo>
                <a:cubicBezTo>
                  <a:pt x="58908" y="20244"/>
                  <a:pt x="58239" y="21582"/>
                  <a:pt x="56932" y="22524"/>
                </a:cubicBezTo>
                <a:cubicBezTo>
                  <a:pt x="55840" y="23357"/>
                  <a:pt x="54579" y="23747"/>
                  <a:pt x="53337" y="23747"/>
                </a:cubicBezTo>
                <a:cubicBezTo>
                  <a:pt x="51088" y="23747"/>
                  <a:pt x="48903" y="22466"/>
                  <a:pt x="47904" y="20214"/>
                </a:cubicBezTo>
                <a:cubicBezTo>
                  <a:pt x="47813" y="20001"/>
                  <a:pt x="47722" y="19728"/>
                  <a:pt x="47448" y="19485"/>
                </a:cubicBezTo>
                <a:lnTo>
                  <a:pt x="47448" y="23710"/>
                </a:lnTo>
                <a:cubicBezTo>
                  <a:pt x="39454" y="23740"/>
                  <a:pt x="31612" y="23740"/>
                  <a:pt x="23740" y="23740"/>
                </a:cubicBezTo>
                <a:cubicBezTo>
                  <a:pt x="23740" y="26476"/>
                  <a:pt x="23740" y="29272"/>
                  <a:pt x="23709" y="32008"/>
                </a:cubicBezTo>
                <a:cubicBezTo>
                  <a:pt x="23709" y="32342"/>
                  <a:pt x="23861" y="32707"/>
                  <a:pt x="23436" y="33071"/>
                </a:cubicBezTo>
                <a:cubicBezTo>
                  <a:pt x="23314" y="32707"/>
                  <a:pt x="23193" y="32463"/>
                  <a:pt x="23132" y="32159"/>
                </a:cubicBezTo>
                <a:cubicBezTo>
                  <a:pt x="21529" y="27148"/>
                  <a:pt x="16910" y="23812"/>
                  <a:pt x="11845" y="23812"/>
                </a:cubicBezTo>
                <a:cubicBezTo>
                  <a:pt x="11626" y="23812"/>
                  <a:pt x="11407" y="23819"/>
                  <a:pt x="11186" y="23831"/>
                </a:cubicBezTo>
                <a:cubicBezTo>
                  <a:pt x="5624" y="24165"/>
                  <a:pt x="1217" y="28086"/>
                  <a:pt x="153" y="33588"/>
                </a:cubicBezTo>
                <a:cubicBezTo>
                  <a:pt x="92" y="33740"/>
                  <a:pt x="31" y="33892"/>
                  <a:pt x="1" y="34044"/>
                </a:cubicBezTo>
                <a:lnTo>
                  <a:pt x="1" y="37327"/>
                </a:lnTo>
                <a:lnTo>
                  <a:pt x="335" y="38573"/>
                </a:lnTo>
                <a:cubicBezTo>
                  <a:pt x="1673" y="43649"/>
                  <a:pt x="6110" y="47236"/>
                  <a:pt x="11399" y="47448"/>
                </a:cubicBezTo>
                <a:cubicBezTo>
                  <a:pt x="11490" y="47448"/>
                  <a:pt x="11642" y="47509"/>
                  <a:pt x="11764" y="47509"/>
                </a:cubicBezTo>
                <a:cubicBezTo>
                  <a:pt x="11779" y="47479"/>
                  <a:pt x="11809" y="47464"/>
                  <a:pt x="11840" y="47464"/>
                </a:cubicBezTo>
                <a:cubicBezTo>
                  <a:pt x="11870" y="47464"/>
                  <a:pt x="11901" y="47479"/>
                  <a:pt x="11916" y="47509"/>
                </a:cubicBezTo>
                <a:cubicBezTo>
                  <a:pt x="16566" y="47296"/>
                  <a:pt x="20001" y="45230"/>
                  <a:pt x="22250" y="41187"/>
                </a:cubicBezTo>
                <a:cubicBezTo>
                  <a:pt x="22737" y="40275"/>
                  <a:pt x="22980" y="39242"/>
                  <a:pt x="23345" y="38269"/>
                </a:cubicBezTo>
                <a:cubicBezTo>
                  <a:pt x="23588" y="36719"/>
                  <a:pt x="23770" y="35138"/>
                  <a:pt x="23436" y="33588"/>
                </a:cubicBezTo>
                <a:lnTo>
                  <a:pt x="23436" y="33132"/>
                </a:lnTo>
                <a:cubicBezTo>
                  <a:pt x="23436" y="33102"/>
                  <a:pt x="23497" y="33071"/>
                  <a:pt x="23588" y="32950"/>
                </a:cubicBezTo>
                <a:lnTo>
                  <a:pt x="23588" y="32950"/>
                </a:lnTo>
                <a:cubicBezTo>
                  <a:pt x="24044" y="33740"/>
                  <a:pt x="23497" y="34622"/>
                  <a:pt x="23801" y="35442"/>
                </a:cubicBezTo>
                <a:lnTo>
                  <a:pt x="24621" y="35564"/>
                </a:lnTo>
                <a:cubicBezTo>
                  <a:pt x="25837" y="35412"/>
                  <a:pt x="26992" y="35229"/>
                  <a:pt x="28208" y="35077"/>
                </a:cubicBezTo>
                <a:cubicBezTo>
                  <a:pt x="28269" y="35047"/>
                  <a:pt x="28269" y="34956"/>
                  <a:pt x="28269" y="34895"/>
                </a:cubicBezTo>
                <a:cubicBezTo>
                  <a:pt x="26962" y="34378"/>
                  <a:pt x="25716" y="33922"/>
                  <a:pt x="24409" y="33436"/>
                </a:cubicBezTo>
                <a:cubicBezTo>
                  <a:pt x="24469" y="33406"/>
                  <a:pt x="24469" y="33315"/>
                  <a:pt x="24469" y="33284"/>
                </a:cubicBezTo>
                <a:cubicBezTo>
                  <a:pt x="25868" y="33375"/>
                  <a:pt x="27235" y="33436"/>
                  <a:pt x="28725" y="33558"/>
                </a:cubicBezTo>
                <a:cubicBezTo>
                  <a:pt x="28269" y="32950"/>
                  <a:pt x="27570" y="32767"/>
                  <a:pt x="27053" y="32372"/>
                </a:cubicBezTo>
                <a:cubicBezTo>
                  <a:pt x="26506" y="32008"/>
                  <a:pt x="25898" y="31643"/>
                  <a:pt x="25320" y="31308"/>
                </a:cubicBezTo>
                <a:cubicBezTo>
                  <a:pt x="25381" y="31248"/>
                  <a:pt x="25381" y="31187"/>
                  <a:pt x="25412" y="31126"/>
                </a:cubicBezTo>
                <a:cubicBezTo>
                  <a:pt x="26658" y="31460"/>
                  <a:pt x="27904" y="31764"/>
                  <a:pt x="29181" y="32099"/>
                </a:cubicBezTo>
                <a:cubicBezTo>
                  <a:pt x="29211" y="32068"/>
                  <a:pt x="29211" y="32038"/>
                  <a:pt x="29241" y="32008"/>
                </a:cubicBezTo>
                <a:cubicBezTo>
                  <a:pt x="28330" y="31096"/>
                  <a:pt x="27448" y="30184"/>
                  <a:pt x="26597" y="29272"/>
                </a:cubicBezTo>
                <a:cubicBezTo>
                  <a:pt x="26536" y="29211"/>
                  <a:pt x="26506" y="29150"/>
                  <a:pt x="26475" y="29120"/>
                </a:cubicBezTo>
                <a:cubicBezTo>
                  <a:pt x="26536" y="29120"/>
                  <a:pt x="26627" y="29150"/>
                  <a:pt x="26688" y="29150"/>
                </a:cubicBezTo>
                <a:cubicBezTo>
                  <a:pt x="27539" y="29606"/>
                  <a:pt x="28360" y="30062"/>
                  <a:pt x="29241" y="30488"/>
                </a:cubicBezTo>
                <a:cubicBezTo>
                  <a:pt x="29485" y="30579"/>
                  <a:pt x="29728" y="30670"/>
                  <a:pt x="30001" y="30792"/>
                </a:cubicBezTo>
                <a:cubicBezTo>
                  <a:pt x="30032" y="30792"/>
                  <a:pt x="30032" y="30731"/>
                  <a:pt x="30093" y="30701"/>
                </a:cubicBezTo>
                <a:cubicBezTo>
                  <a:pt x="29424" y="29728"/>
                  <a:pt x="28785" y="28694"/>
                  <a:pt x="28056" y="27600"/>
                </a:cubicBezTo>
                <a:lnTo>
                  <a:pt x="28056" y="27600"/>
                </a:lnTo>
                <a:cubicBezTo>
                  <a:pt x="28299" y="27631"/>
                  <a:pt x="28482" y="27631"/>
                  <a:pt x="28603" y="27691"/>
                </a:cubicBezTo>
                <a:cubicBezTo>
                  <a:pt x="29272" y="28238"/>
                  <a:pt x="29941" y="28816"/>
                  <a:pt x="30579" y="29333"/>
                </a:cubicBezTo>
                <a:cubicBezTo>
                  <a:pt x="30761" y="29515"/>
                  <a:pt x="31004" y="29667"/>
                  <a:pt x="31339" y="29758"/>
                </a:cubicBezTo>
                <a:cubicBezTo>
                  <a:pt x="30883" y="28664"/>
                  <a:pt x="30427" y="27509"/>
                  <a:pt x="29971" y="26384"/>
                </a:cubicBezTo>
                <a:cubicBezTo>
                  <a:pt x="29941" y="26232"/>
                  <a:pt x="29849" y="26080"/>
                  <a:pt x="29819" y="25928"/>
                </a:cubicBezTo>
                <a:cubicBezTo>
                  <a:pt x="29849" y="25928"/>
                  <a:pt x="29880" y="25868"/>
                  <a:pt x="29941" y="25868"/>
                </a:cubicBezTo>
                <a:cubicBezTo>
                  <a:pt x="30032" y="26020"/>
                  <a:pt x="30184" y="26232"/>
                  <a:pt x="30305" y="26384"/>
                </a:cubicBezTo>
                <a:lnTo>
                  <a:pt x="32463" y="29120"/>
                </a:lnTo>
                <a:cubicBezTo>
                  <a:pt x="32555" y="29059"/>
                  <a:pt x="32585" y="29059"/>
                  <a:pt x="32676" y="29029"/>
                </a:cubicBezTo>
                <a:lnTo>
                  <a:pt x="31977" y="24925"/>
                </a:lnTo>
                <a:cubicBezTo>
                  <a:pt x="32007" y="24895"/>
                  <a:pt x="32068" y="24895"/>
                  <a:pt x="32099" y="24865"/>
                </a:cubicBezTo>
                <a:cubicBezTo>
                  <a:pt x="32737" y="26111"/>
                  <a:pt x="33345" y="27327"/>
                  <a:pt x="33953" y="28573"/>
                </a:cubicBezTo>
                <a:cubicBezTo>
                  <a:pt x="34044" y="28542"/>
                  <a:pt x="34074" y="28542"/>
                  <a:pt x="34135" y="28542"/>
                </a:cubicBezTo>
                <a:cubicBezTo>
                  <a:pt x="34196" y="27205"/>
                  <a:pt x="34257" y="25928"/>
                  <a:pt x="34287" y="24591"/>
                </a:cubicBezTo>
                <a:lnTo>
                  <a:pt x="34530" y="24591"/>
                </a:lnTo>
                <a:cubicBezTo>
                  <a:pt x="34834" y="25868"/>
                  <a:pt x="35169" y="27175"/>
                  <a:pt x="35503" y="28451"/>
                </a:cubicBezTo>
                <a:lnTo>
                  <a:pt x="35655" y="28451"/>
                </a:lnTo>
                <a:cubicBezTo>
                  <a:pt x="36020" y="27083"/>
                  <a:pt x="36354" y="25776"/>
                  <a:pt x="36688" y="24409"/>
                </a:cubicBezTo>
                <a:cubicBezTo>
                  <a:pt x="36719" y="24439"/>
                  <a:pt x="36780" y="24439"/>
                  <a:pt x="36810" y="24439"/>
                </a:cubicBezTo>
                <a:cubicBezTo>
                  <a:pt x="36840" y="25776"/>
                  <a:pt x="36932" y="27144"/>
                  <a:pt x="36992" y="28512"/>
                </a:cubicBezTo>
                <a:cubicBezTo>
                  <a:pt x="37084" y="28512"/>
                  <a:pt x="37114" y="28542"/>
                  <a:pt x="37175" y="28542"/>
                </a:cubicBezTo>
                <a:cubicBezTo>
                  <a:pt x="37722" y="27479"/>
                  <a:pt x="38208" y="26415"/>
                  <a:pt x="38755" y="25351"/>
                </a:cubicBezTo>
                <a:cubicBezTo>
                  <a:pt x="38846" y="25108"/>
                  <a:pt x="38938" y="24895"/>
                  <a:pt x="39059" y="24652"/>
                </a:cubicBezTo>
                <a:cubicBezTo>
                  <a:pt x="39090" y="24713"/>
                  <a:pt x="39150" y="24713"/>
                  <a:pt x="39211" y="24743"/>
                </a:cubicBezTo>
                <a:cubicBezTo>
                  <a:pt x="39150" y="24956"/>
                  <a:pt x="39090" y="25199"/>
                  <a:pt x="39059" y="25412"/>
                </a:cubicBezTo>
                <a:cubicBezTo>
                  <a:pt x="38907" y="26324"/>
                  <a:pt x="38694" y="27296"/>
                  <a:pt x="38543" y="28208"/>
                </a:cubicBezTo>
                <a:cubicBezTo>
                  <a:pt x="38482" y="28512"/>
                  <a:pt x="38543" y="28846"/>
                  <a:pt x="38603" y="29181"/>
                </a:cubicBezTo>
                <a:cubicBezTo>
                  <a:pt x="39302" y="28269"/>
                  <a:pt x="40002" y="27327"/>
                  <a:pt x="40731" y="26415"/>
                </a:cubicBezTo>
                <a:cubicBezTo>
                  <a:pt x="40783" y="26389"/>
                  <a:pt x="40878" y="26341"/>
                  <a:pt x="41036" y="26290"/>
                </a:cubicBezTo>
                <a:lnTo>
                  <a:pt x="41036" y="26290"/>
                </a:lnTo>
                <a:cubicBezTo>
                  <a:pt x="41036" y="26291"/>
                  <a:pt x="41035" y="26292"/>
                  <a:pt x="41035" y="26293"/>
                </a:cubicBezTo>
                <a:cubicBezTo>
                  <a:pt x="41054" y="26312"/>
                  <a:pt x="41072" y="26319"/>
                  <a:pt x="41098" y="26336"/>
                </a:cubicBezTo>
                <a:lnTo>
                  <a:pt x="41098" y="26336"/>
                </a:lnTo>
                <a:cubicBezTo>
                  <a:pt x="41107" y="26311"/>
                  <a:pt x="41117" y="26287"/>
                  <a:pt x="41126" y="26263"/>
                </a:cubicBezTo>
                <a:lnTo>
                  <a:pt x="41126" y="26263"/>
                </a:lnTo>
                <a:cubicBezTo>
                  <a:pt x="41094" y="26272"/>
                  <a:pt x="41064" y="26281"/>
                  <a:pt x="41036" y="26290"/>
                </a:cubicBezTo>
                <a:lnTo>
                  <a:pt x="41036" y="26290"/>
                </a:lnTo>
                <a:cubicBezTo>
                  <a:pt x="41097" y="26139"/>
                  <a:pt x="41187" y="25958"/>
                  <a:pt x="41248" y="25807"/>
                </a:cubicBezTo>
                <a:cubicBezTo>
                  <a:pt x="41309" y="25837"/>
                  <a:pt x="41369" y="25868"/>
                  <a:pt x="41400" y="25898"/>
                </a:cubicBezTo>
                <a:cubicBezTo>
                  <a:pt x="41309" y="26020"/>
                  <a:pt x="41217" y="26172"/>
                  <a:pt x="41157" y="26384"/>
                </a:cubicBezTo>
                <a:cubicBezTo>
                  <a:pt x="41133" y="26361"/>
                  <a:pt x="41114" y="26346"/>
                  <a:pt x="41098" y="26336"/>
                </a:cubicBezTo>
                <a:lnTo>
                  <a:pt x="41098" y="26336"/>
                </a:lnTo>
                <a:cubicBezTo>
                  <a:pt x="40623" y="27552"/>
                  <a:pt x="40207" y="28626"/>
                  <a:pt x="39819" y="29758"/>
                </a:cubicBezTo>
                <a:cubicBezTo>
                  <a:pt x="39850" y="29789"/>
                  <a:pt x="39910" y="29819"/>
                  <a:pt x="39971" y="29880"/>
                </a:cubicBezTo>
                <a:cubicBezTo>
                  <a:pt x="40913" y="29120"/>
                  <a:pt x="41825" y="28299"/>
                  <a:pt x="42768" y="27539"/>
                </a:cubicBezTo>
                <a:cubicBezTo>
                  <a:pt x="42919" y="27448"/>
                  <a:pt x="43102" y="27327"/>
                  <a:pt x="43254" y="27205"/>
                </a:cubicBezTo>
                <a:lnTo>
                  <a:pt x="43254" y="27205"/>
                </a:lnTo>
                <a:cubicBezTo>
                  <a:pt x="43163" y="27387"/>
                  <a:pt x="43071" y="27539"/>
                  <a:pt x="42950" y="27752"/>
                </a:cubicBezTo>
                <a:cubicBezTo>
                  <a:pt x="42342" y="28694"/>
                  <a:pt x="41704" y="29637"/>
                  <a:pt x="41096" y="30579"/>
                </a:cubicBezTo>
                <a:cubicBezTo>
                  <a:pt x="41126" y="30670"/>
                  <a:pt x="41217" y="30731"/>
                  <a:pt x="41248" y="30822"/>
                </a:cubicBezTo>
                <a:cubicBezTo>
                  <a:pt x="42342" y="30275"/>
                  <a:pt x="43406" y="29728"/>
                  <a:pt x="44530" y="29150"/>
                </a:cubicBezTo>
                <a:lnTo>
                  <a:pt x="44530" y="29150"/>
                </a:lnTo>
                <a:cubicBezTo>
                  <a:pt x="44743" y="29272"/>
                  <a:pt x="44743" y="29272"/>
                  <a:pt x="44470" y="29485"/>
                </a:cubicBezTo>
                <a:cubicBezTo>
                  <a:pt x="43649" y="30366"/>
                  <a:pt x="42798" y="31278"/>
                  <a:pt x="41977" y="32190"/>
                </a:cubicBezTo>
                <a:cubicBezTo>
                  <a:pt x="43193" y="31886"/>
                  <a:pt x="44409" y="31552"/>
                  <a:pt x="45655" y="31187"/>
                </a:cubicBezTo>
                <a:cubicBezTo>
                  <a:pt x="45655" y="31278"/>
                  <a:pt x="45686" y="31308"/>
                  <a:pt x="45746" y="31400"/>
                </a:cubicBezTo>
                <a:cubicBezTo>
                  <a:pt x="44622" y="32068"/>
                  <a:pt x="43527" y="32798"/>
                  <a:pt x="42433" y="33467"/>
                </a:cubicBezTo>
                <a:cubicBezTo>
                  <a:pt x="42433" y="33527"/>
                  <a:pt x="42464" y="33588"/>
                  <a:pt x="42464" y="33618"/>
                </a:cubicBezTo>
                <a:cubicBezTo>
                  <a:pt x="43862" y="33558"/>
                  <a:pt x="45230" y="33436"/>
                  <a:pt x="46597" y="33375"/>
                </a:cubicBezTo>
                <a:cubicBezTo>
                  <a:pt x="46597" y="33406"/>
                  <a:pt x="46658" y="33467"/>
                  <a:pt x="46658" y="33527"/>
                </a:cubicBezTo>
                <a:cubicBezTo>
                  <a:pt x="45382" y="33983"/>
                  <a:pt x="44105" y="34470"/>
                  <a:pt x="42859" y="34925"/>
                </a:cubicBezTo>
                <a:cubicBezTo>
                  <a:pt x="42889" y="34986"/>
                  <a:pt x="42889" y="35077"/>
                  <a:pt x="42889" y="35138"/>
                </a:cubicBezTo>
                <a:lnTo>
                  <a:pt x="46202" y="35594"/>
                </a:lnTo>
                <a:cubicBezTo>
                  <a:pt x="46506" y="35655"/>
                  <a:pt x="46749" y="35655"/>
                  <a:pt x="47053" y="35685"/>
                </a:cubicBezTo>
                <a:lnTo>
                  <a:pt x="47053" y="35898"/>
                </a:lnTo>
                <a:cubicBezTo>
                  <a:pt x="46841" y="35959"/>
                  <a:pt x="46597" y="35959"/>
                  <a:pt x="46385" y="35989"/>
                </a:cubicBezTo>
                <a:cubicBezTo>
                  <a:pt x="45199" y="36141"/>
                  <a:pt x="44014" y="36324"/>
                  <a:pt x="42859" y="36476"/>
                </a:cubicBezTo>
                <a:cubicBezTo>
                  <a:pt x="42798" y="36567"/>
                  <a:pt x="42798" y="36597"/>
                  <a:pt x="42798" y="36658"/>
                </a:cubicBezTo>
                <a:cubicBezTo>
                  <a:pt x="44075" y="37114"/>
                  <a:pt x="45351" y="37631"/>
                  <a:pt x="46597" y="38087"/>
                </a:cubicBezTo>
                <a:cubicBezTo>
                  <a:pt x="46567" y="38117"/>
                  <a:pt x="46567" y="38178"/>
                  <a:pt x="46567" y="38239"/>
                </a:cubicBezTo>
                <a:cubicBezTo>
                  <a:pt x="45230" y="38147"/>
                  <a:pt x="43953" y="38087"/>
                  <a:pt x="42616" y="37995"/>
                </a:cubicBezTo>
                <a:cubicBezTo>
                  <a:pt x="42616" y="38087"/>
                  <a:pt x="42585" y="38117"/>
                  <a:pt x="42555" y="38178"/>
                </a:cubicBezTo>
                <a:cubicBezTo>
                  <a:pt x="42859" y="38421"/>
                  <a:pt x="43102" y="38603"/>
                  <a:pt x="43406" y="38786"/>
                </a:cubicBezTo>
                <a:cubicBezTo>
                  <a:pt x="44227" y="39333"/>
                  <a:pt x="44986" y="39850"/>
                  <a:pt x="45746" y="40397"/>
                </a:cubicBezTo>
                <a:cubicBezTo>
                  <a:pt x="45351" y="40366"/>
                  <a:pt x="44926" y="40306"/>
                  <a:pt x="44561" y="40214"/>
                </a:cubicBezTo>
                <a:cubicBezTo>
                  <a:pt x="43679" y="39971"/>
                  <a:pt x="42828" y="39698"/>
                  <a:pt x="41825" y="39606"/>
                </a:cubicBezTo>
                <a:lnTo>
                  <a:pt x="41825" y="39606"/>
                </a:lnTo>
                <a:cubicBezTo>
                  <a:pt x="42707" y="40457"/>
                  <a:pt x="43558" y="41309"/>
                  <a:pt x="44439" y="42190"/>
                </a:cubicBezTo>
                <a:cubicBezTo>
                  <a:pt x="44614" y="42336"/>
                  <a:pt x="44761" y="42509"/>
                  <a:pt x="44960" y="42657"/>
                </a:cubicBezTo>
                <a:lnTo>
                  <a:pt x="44960" y="42657"/>
                </a:lnTo>
                <a:cubicBezTo>
                  <a:pt x="44713" y="42572"/>
                  <a:pt x="44513" y="42488"/>
                  <a:pt x="44287" y="42403"/>
                </a:cubicBezTo>
                <a:cubicBezTo>
                  <a:pt x="43254" y="41825"/>
                  <a:pt x="42220" y="41309"/>
                  <a:pt x="41035" y="40670"/>
                </a:cubicBezTo>
                <a:lnTo>
                  <a:pt x="41035" y="40670"/>
                </a:lnTo>
                <a:cubicBezTo>
                  <a:pt x="41187" y="41369"/>
                  <a:pt x="41582" y="41795"/>
                  <a:pt x="41886" y="42251"/>
                </a:cubicBezTo>
                <a:cubicBezTo>
                  <a:pt x="42220" y="42737"/>
                  <a:pt x="42555" y="43193"/>
                  <a:pt x="42859" y="43649"/>
                </a:cubicBezTo>
                <a:cubicBezTo>
                  <a:pt x="43011" y="43892"/>
                  <a:pt x="43163" y="44166"/>
                  <a:pt x="43315" y="44379"/>
                </a:cubicBezTo>
                <a:lnTo>
                  <a:pt x="43375" y="44470"/>
                </a:lnTo>
                <a:lnTo>
                  <a:pt x="43254" y="44470"/>
                </a:lnTo>
                <a:cubicBezTo>
                  <a:pt x="43041" y="44318"/>
                  <a:pt x="42798" y="44105"/>
                  <a:pt x="42585" y="43953"/>
                </a:cubicBezTo>
                <a:cubicBezTo>
                  <a:pt x="41715" y="43173"/>
                  <a:pt x="40845" y="42423"/>
                  <a:pt x="40005" y="41673"/>
                </a:cubicBezTo>
                <a:lnTo>
                  <a:pt x="40005" y="41673"/>
                </a:lnTo>
                <a:cubicBezTo>
                  <a:pt x="40030" y="41938"/>
                  <a:pt x="40004" y="42228"/>
                  <a:pt x="40062" y="42433"/>
                </a:cubicBezTo>
                <a:cubicBezTo>
                  <a:pt x="40336" y="43193"/>
                  <a:pt x="40670" y="43953"/>
                  <a:pt x="40974" y="44713"/>
                </a:cubicBezTo>
                <a:cubicBezTo>
                  <a:pt x="41096" y="44986"/>
                  <a:pt x="41126" y="45260"/>
                  <a:pt x="41096" y="45594"/>
                </a:cubicBezTo>
                <a:cubicBezTo>
                  <a:pt x="40305" y="44622"/>
                  <a:pt x="39546" y="43649"/>
                  <a:pt x="38755" y="42676"/>
                </a:cubicBezTo>
                <a:lnTo>
                  <a:pt x="38755" y="42676"/>
                </a:lnTo>
                <a:cubicBezTo>
                  <a:pt x="38603" y="44044"/>
                  <a:pt x="39059" y="45290"/>
                  <a:pt x="38998" y="46658"/>
                </a:cubicBezTo>
                <a:cubicBezTo>
                  <a:pt x="38391" y="45442"/>
                  <a:pt x="37843" y="44227"/>
                  <a:pt x="37114" y="42828"/>
                </a:cubicBezTo>
                <a:cubicBezTo>
                  <a:pt x="36871" y="44379"/>
                  <a:pt x="36932" y="45746"/>
                  <a:pt x="36810" y="47114"/>
                </a:cubicBezTo>
                <a:cubicBezTo>
                  <a:pt x="36263" y="45868"/>
                  <a:pt x="36141" y="44470"/>
                  <a:pt x="35503" y="43163"/>
                </a:cubicBezTo>
                <a:cubicBezTo>
                  <a:pt x="35199" y="44470"/>
                  <a:pt x="34865" y="45746"/>
                  <a:pt x="34530" y="47053"/>
                </a:cubicBezTo>
                <a:lnTo>
                  <a:pt x="34348" y="47053"/>
                </a:lnTo>
                <a:cubicBezTo>
                  <a:pt x="34257" y="45716"/>
                  <a:pt x="34226" y="44379"/>
                  <a:pt x="34196" y="43041"/>
                </a:cubicBezTo>
                <a:cubicBezTo>
                  <a:pt x="33284" y="44227"/>
                  <a:pt x="32828" y="45594"/>
                  <a:pt x="31947" y="46962"/>
                </a:cubicBezTo>
                <a:cubicBezTo>
                  <a:pt x="32220" y="45382"/>
                  <a:pt x="32463" y="43953"/>
                  <a:pt x="32707" y="42585"/>
                </a:cubicBezTo>
                <a:cubicBezTo>
                  <a:pt x="32646" y="42585"/>
                  <a:pt x="32585" y="42555"/>
                  <a:pt x="32524" y="42524"/>
                </a:cubicBezTo>
                <a:cubicBezTo>
                  <a:pt x="31795" y="43436"/>
                  <a:pt x="31096" y="44348"/>
                  <a:pt x="30396" y="45260"/>
                </a:cubicBezTo>
                <a:cubicBezTo>
                  <a:pt x="30275" y="45412"/>
                  <a:pt x="30123" y="45564"/>
                  <a:pt x="30001" y="45716"/>
                </a:cubicBezTo>
                <a:cubicBezTo>
                  <a:pt x="29941" y="45686"/>
                  <a:pt x="29880" y="45686"/>
                  <a:pt x="29819" y="45625"/>
                </a:cubicBezTo>
                <a:cubicBezTo>
                  <a:pt x="29880" y="45442"/>
                  <a:pt x="30001" y="45230"/>
                  <a:pt x="30093" y="44986"/>
                </a:cubicBezTo>
                <a:cubicBezTo>
                  <a:pt x="30457" y="44014"/>
                  <a:pt x="30883" y="42980"/>
                  <a:pt x="31248" y="41977"/>
                </a:cubicBezTo>
                <a:lnTo>
                  <a:pt x="31126" y="41825"/>
                </a:lnTo>
                <a:cubicBezTo>
                  <a:pt x="30123" y="42585"/>
                  <a:pt x="29150" y="43406"/>
                  <a:pt x="28086" y="44227"/>
                </a:cubicBezTo>
                <a:cubicBezTo>
                  <a:pt x="27995" y="43619"/>
                  <a:pt x="28451" y="43436"/>
                  <a:pt x="28634" y="43102"/>
                </a:cubicBezTo>
                <a:cubicBezTo>
                  <a:pt x="28846" y="42707"/>
                  <a:pt x="29120" y="42372"/>
                  <a:pt x="29363" y="41977"/>
                </a:cubicBezTo>
                <a:cubicBezTo>
                  <a:pt x="29637" y="41643"/>
                  <a:pt x="29849" y="41278"/>
                  <a:pt x="30184" y="40731"/>
                </a:cubicBezTo>
                <a:lnTo>
                  <a:pt x="30184" y="40731"/>
                </a:lnTo>
                <a:cubicBezTo>
                  <a:pt x="28846" y="41065"/>
                  <a:pt x="27904" y="41977"/>
                  <a:pt x="26627" y="42190"/>
                </a:cubicBezTo>
                <a:cubicBezTo>
                  <a:pt x="27448" y="41309"/>
                  <a:pt x="28269" y="40457"/>
                  <a:pt x="29089" y="39637"/>
                </a:cubicBezTo>
                <a:cubicBezTo>
                  <a:pt x="29029" y="39606"/>
                  <a:pt x="28998" y="39515"/>
                  <a:pt x="28937" y="39485"/>
                </a:cubicBezTo>
                <a:cubicBezTo>
                  <a:pt x="27813" y="39819"/>
                  <a:pt x="26627" y="40123"/>
                  <a:pt x="25503" y="40427"/>
                </a:cubicBezTo>
                <a:cubicBezTo>
                  <a:pt x="25442" y="40366"/>
                  <a:pt x="25412" y="40306"/>
                  <a:pt x="25381" y="40245"/>
                </a:cubicBezTo>
                <a:cubicBezTo>
                  <a:pt x="26415" y="39546"/>
                  <a:pt x="27418" y="38907"/>
                  <a:pt x="28451" y="38239"/>
                </a:cubicBezTo>
                <a:cubicBezTo>
                  <a:pt x="28421" y="38147"/>
                  <a:pt x="28421" y="38087"/>
                  <a:pt x="28390" y="37995"/>
                </a:cubicBezTo>
                <a:lnTo>
                  <a:pt x="24378" y="38239"/>
                </a:lnTo>
                <a:cubicBezTo>
                  <a:pt x="24378" y="38147"/>
                  <a:pt x="24348" y="38117"/>
                  <a:pt x="24348" y="38087"/>
                </a:cubicBezTo>
                <a:cubicBezTo>
                  <a:pt x="25594" y="37570"/>
                  <a:pt x="26901" y="37114"/>
                  <a:pt x="28178" y="36628"/>
                </a:cubicBezTo>
                <a:lnTo>
                  <a:pt x="28178" y="36445"/>
                </a:lnTo>
                <a:cubicBezTo>
                  <a:pt x="26931" y="36263"/>
                  <a:pt x="25655" y="36111"/>
                  <a:pt x="24378" y="35898"/>
                </a:cubicBezTo>
                <a:cubicBezTo>
                  <a:pt x="23679" y="36050"/>
                  <a:pt x="23679" y="36050"/>
                  <a:pt x="23679" y="36719"/>
                </a:cubicBezTo>
                <a:lnTo>
                  <a:pt x="23679" y="38482"/>
                </a:lnTo>
                <a:lnTo>
                  <a:pt x="23679" y="47540"/>
                </a:lnTo>
                <a:cubicBezTo>
                  <a:pt x="27083" y="47570"/>
                  <a:pt x="30518" y="47570"/>
                  <a:pt x="33922" y="47570"/>
                </a:cubicBezTo>
                <a:cubicBezTo>
                  <a:pt x="34409" y="47570"/>
                  <a:pt x="34956" y="47600"/>
                  <a:pt x="35442" y="47600"/>
                </a:cubicBezTo>
                <a:lnTo>
                  <a:pt x="47418" y="47600"/>
                </a:lnTo>
                <a:cubicBezTo>
                  <a:pt x="47935" y="47570"/>
                  <a:pt x="48482" y="47570"/>
                  <a:pt x="48999" y="47540"/>
                </a:cubicBezTo>
                <a:cubicBezTo>
                  <a:pt x="47479" y="46749"/>
                  <a:pt x="47114" y="45777"/>
                  <a:pt x="47570" y="43771"/>
                </a:cubicBezTo>
                <a:cubicBezTo>
                  <a:pt x="47844" y="42707"/>
                  <a:pt x="48391" y="41673"/>
                  <a:pt x="48968" y="40761"/>
                </a:cubicBezTo>
                <a:cubicBezTo>
                  <a:pt x="50032" y="39029"/>
                  <a:pt x="51521" y="37661"/>
                  <a:pt x="53072" y="36324"/>
                </a:cubicBezTo>
                <a:cubicBezTo>
                  <a:pt x="53254" y="36141"/>
                  <a:pt x="53497" y="35959"/>
                  <a:pt x="53771" y="35716"/>
                </a:cubicBezTo>
                <a:cubicBezTo>
                  <a:pt x="53528" y="35533"/>
                  <a:pt x="53345" y="35351"/>
                  <a:pt x="53163" y="35138"/>
                </a:cubicBezTo>
                <a:cubicBezTo>
                  <a:pt x="51977" y="33983"/>
                  <a:pt x="50762" y="32828"/>
                  <a:pt x="49667" y="31582"/>
                </a:cubicBezTo>
                <a:cubicBezTo>
                  <a:pt x="48938" y="30792"/>
                  <a:pt x="48452" y="29789"/>
                  <a:pt x="47935" y="28846"/>
                </a:cubicBezTo>
                <a:cubicBezTo>
                  <a:pt x="47540" y="28056"/>
                  <a:pt x="47388" y="27175"/>
                  <a:pt x="47418" y="26263"/>
                </a:cubicBezTo>
                <a:cubicBezTo>
                  <a:pt x="47448" y="24865"/>
                  <a:pt x="48330" y="23862"/>
                  <a:pt x="49759" y="23862"/>
                </a:cubicBezTo>
                <a:cubicBezTo>
                  <a:pt x="50579" y="23862"/>
                  <a:pt x="51400" y="24044"/>
                  <a:pt x="52160" y="24317"/>
                </a:cubicBezTo>
                <a:cubicBezTo>
                  <a:pt x="53710" y="24895"/>
                  <a:pt x="55017" y="25868"/>
                  <a:pt x="56202" y="26992"/>
                </a:cubicBezTo>
                <a:cubicBezTo>
                  <a:pt x="57023" y="27783"/>
                  <a:pt x="57813" y="28664"/>
                  <a:pt x="58634" y="29485"/>
                </a:cubicBezTo>
                <a:cubicBezTo>
                  <a:pt x="58816" y="29728"/>
                  <a:pt x="59029" y="29971"/>
                  <a:pt x="59272" y="30245"/>
                </a:cubicBezTo>
                <a:cubicBezTo>
                  <a:pt x="59637" y="29819"/>
                  <a:pt x="59941" y="29454"/>
                  <a:pt x="60306" y="29059"/>
                </a:cubicBezTo>
                <a:cubicBezTo>
                  <a:pt x="61522" y="27661"/>
                  <a:pt x="62798" y="26415"/>
                  <a:pt x="64348" y="25381"/>
                </a:cubicBezTo>
                <a:cubicBezTo>
                  <a:pt x="65412" y="24713"/>
                  <a:pt x="66537" y="24135"/>
                  <a:pt x="67814" y="23892"/>
                </a:cubicBezTo>
                <a:cubicBezTo>
                  <a:pt x="68077" y="23852"/>
                  <a:pt x="68324" y="23832"/>
                  <a:pt x="68555" y="23832"/>
                </a:cubicBezTo>
                <a:cubicBezTo>
                  <a:pt x="69741" y="23832"/>
                  <a:pt x="70522" y="24363"/>
                  <a:pt x="71005" y="25533"/>
                </a:cubicBezTo>
                <a:cubicBezTo>
                  <a:pt x="71096" y="25017"/>
                  <a:pt x="71157" y="24500"/>
                  <a:pt x="71248" y="23862"/>
                </a:cubicBezTo>
                <a:cubicBezTo>
                  <a:pt x="73528" y="23862"/>
                  <a:pt x="75838" y="23831"/>
                  <a:pt x="78118" y="23831"/>
                </a:cubicBezTo>
                <a:cubicBezTo>
                  <a:pt x="78179" y="21551"/>
                  <a:pt x="78270" y="19241"/>
                  <a:pt x="78330" y="16840"/>
                </a:cubicBezTo>
                <a:cubicBezTo>
                  <a:pt x="77864" y="16809"/>
                  <a:pt x="77399" y="16797"/>
                  <a:pt x="76935" y="16797"/>
                </a:cubicBezTo>
                <a:cubicBezTo>
                  <a:pt x="75214" y="16797"/>
                  <a:pt x="73495" y="16964"/>
                  <a:pt x="71664" y="16964"/>
                </a:cubicBezTo>
                <a:cubicBezTo>
                  <a:pt x="71546" y="16964"/>
                  <a:pt x="71428" y="16963"/>
                  <a:pt x="71309" y="16962"/>
                </a:cubicBezTo>
                <a:cubicBezTo>
                  <a:pt x="72160" y="15959"/>
                  <a:pt x="73042" y="15229"/>
                  <a:pt x="73862" y="14439"/>
                </a:cubicBezTo>
                <a:cubicBezTo>
                  <a:pt x="74653" y="13649"/>
                  <a:pt x="75504" y="12889"/>
                  <a:pt x="76355" y="12038"/>
                </a:cubicBezTo>
                <a:cubicBezTo>
                  <a:pt x="74653" y="10457"/>
                  <a:pt x="72981" y="8907"/>
                  <a:pt x="71339" y="7326"/>
                </a:cubicBezTo>
                <a:cubicBezTo>
                  <a:pt x="71400" y="7266"/>
                  <a:pt x="71400" y="7235"/>
                  <a:pt x="71431" y="7144"/>
                </a:cubicBezTo>
                <a:cubicBezTo>
                  <a:pt x="73710" y="7235"/>
                  <a:pt x="75960" y="7266"/>
                  <a:pt x="78300" y="7326"/>
                </a:cubicBezTo>
                <a:cubicBezTo>
                  <a:pt x="78239" y="5016"/>
                  <a:pt x="78148" y="2737"/>
                  <a:pt x="78118" y="487"/>
                </a:cubicBezTo>
                <a:cubicBezTo>
                  <a:pt x="78179" y="487"/>
                  <a:pt x="78239" y="457"/>
                  <a:pt x="78300" y="427"/>
                </a:cubicBezTo>
                <a:cubicBezTo>
                  <a:pt x="79850" y="2098"/>
                  <a:pt x="81400" y="3740"/>
                  <a:pt x="83011" y="5442"/>
                </a:cubicBezTo>
                <a:cubicBezTo>
                  <a:pt x="84653" y="3740"/>
                  <a:pt x="86173" y="2068"/>
                  <a:pt x="87875" y="275"/>
                </a:cubicBezTo>
                <a:lnTo>
                  <a:pt x="87875" y="275"/>
                </a:lnTo>
                <a:cubicBezTo>
                  <a:pt x="87996" y="2737"/>
                  <a:pt x="87692" y="4986"/>
                  <a:pt x="87753" y="7326"/>
                </a:cubicBezTo>
                <a:cubicBezTo>
                  <a:pt x="90094" y="7326"/>
                  <a:pt x="92313" y="7266"/>
                  <a:pt x="94653" y="7235"/>
                </a:cubicBezTo>
                <a:lnTo>
                  <a:pt x="94653" y="7235"/>
                </a:lnTo>
                <a:cubicBezTo>
                  <a:pt x="93923" y="8086"/>
                  <a:pt x="93042" y="8846"/>
                  <a:pt x="92221" y="9667"/>
                </a:cubicBezTo>
                <a:cubicBezTo>
                  <a:pt x="91370" y="10427"/>
                  <a:pt x="90519" y="11217"/>
                  <a:pt x="89668" y="12038"/>
                </a:cubicBezTo>
                <a:cubicBezTo>
                  <a:pt x="91370" y="13649"/>
                  <a:pt x="93042" y="15199"/>
                  <a:pt x="94683" y="16749"/>
                </a:cubicBezTo>
                <a:cubicBezTo>
                  <a:pt x="94653" y="16840"/>
                  <a:pt x="94653" y="16871"/>
                  <a:pt x="94592" y="16962"/>
                </a:cubicBezTo>
                <a:cubicBezTo>
                  <a:pt x="92313" y="16871"/>
                  <a:pt x="90094" y="16810"/>
                  <a:pt x="87753" y="16719"/>
                </a:cubicBezTo>
                <a:lnTo>
                  <a:pt x="87753" y="19545"/>
                </a:lnTo>
                <a:cubicBezTo>
                  <a:pt x="87784" y="20944"/>
                  <a:pt x="87844" y="22372"/>
                  <a:pt x="87875" y="23801"/>
                </a:cubicBezTo>
                <a:cubicBezTo>
                  <a:pt x="90306" y="23801"/>
                  <a:pt x="92738" y="23831"/>
                  <a:pt x="95170" y="23831"/>
                </a:cubicBezTo>
                <a:cubicBezTo>
                  <a:pt x="106568" y="23831"/>
                  <a:pt x="116599" y="32463"/>
                  <a:pt x="118362" y="43710"/>
                </a:cubicBezTo>
                <a:cubicBezTo>
                  <a:pt x="118422" y="44348"/>
                  <a:pt x="118544" y="44986"/>
                  <a:pt x="118635" y="45625"/>
                </a:cubicBezTo>
                <a:cubicBezTo>
                  <a:pt x="119152" y="41278"/>
                  <a:pt x="120520" y="37205"/>
                  <a:pt x="123164" y="33618"/>
                </a:cubicBezTo>
                <a:cubicBezTo>
                  <a:pt x="127420" y="27935"/>
                  <a:pt x="133043" y="24652"/>
                  <a:pt x="140125" y="23953"/>
                </a:cubicBezTo>
                <a:cubicBezTo>
                  <a:pt x="140885" y="23862"/>
                  <a:pt x="141645" y="23831"/>
                  <a:pt x="142405" y="23801"/>
                </a:cubicBezTo>
                <a:lnTo>
                  <a:pt x="142465" y="23801"/>
                </a:lnTo>
                <a:cubicBezTo>
                  <a:pt x="142435" y="23527"/>
                  <a:pt x="142435" y="23284"/>
                  <a:pt x="142435" y="23041"/>
                </a:cubicBezTo>
                <a:lnTo>
                  <a:pt x="142435" y="487"/>
                </a:lnTo>
                <a:cubicBezTo>
                  <a:pt x="142435" y="335"/>
                  <a:pt x="142465" y="183"/>
                  <a:pt x="142465" y="31"/>
                </a:cubicBezTo>
                <a:lnTo>
                  <a:pt x="142101" y="31"/>
                </a:lnTo>
                <a:cubicBezTo>
                  <a:pt x="141402" y="123"/>
                  <a:pt x="140733" y="153"/>
                  <a:pt x="140095" y="244"/>
                </a:cubicBezTo>
                <a:cubicBezTo>
                  <a:pt x="132496" y="1095"/>
                  <a:pt x="126599" y="4743"/>
                  <a:pt x="122404" y="11095"/>
                </a:cubicBezTo>
                <a:cubicBezTo>
                  <a:pt x="122222" y="11369"/>
                  <a:pt x="122131" y="11673"/>
                  <a:pt x="121979" y="11946"/>
                </a:cubicBezTo>
                <a:cubicBezTo>
                  <a:pt x="127815" y="11946"/>
                  <a:pt x="133651" y="11977"/>
                  <a:pt x="139456" y="11977"/>
                </a:cubicBezTo>
                <a:cubicBezTo>
                  <a:pt x="139547" y="11977"/>
                  <a:pt x="139608" y="12007"/>
                  <a:pt x="139851" y="12098"/>
                </a:cubicBezTo>
                <a:cubicBezTo>
                  <a:pt x="134076" y="12798"/>
                  <a:pt x="129243" y="15168"/>
                  <a:pt x="125292" y="19272"/>
                </a:cubicBezTo>
                <a:cubicBezTo>
                  <a:pt x="121371" y="23345"/>
                  <a:pt x="119243" y="28238"/>
                  <a:pt x="118726" y="33862"/>
                </a:cubicBezTo>
                <a:cubicBezTo>
                  <a:pt x="118331" y="32068"/>
                  <a:pt x="117997" y="30336"/>
                  <a:pt x="117541" y="28573"/>
                </a:cubicBezTo>
                <a:cubicBezTo>
                  <a:pt x="117055" y="26779"/>
                  <a:pt x="116264" y="25169"/>
                  <a:pt x="115292" y="23558"/>
                </a:cubicBezTo>
                <a:cubicBezTo>
                  <a:pt x="114349" y="21977"/>
                  <a:pt x="113255" y="20518"/>
                  <a:pt x="111948" y="19181"/>
                </a:cubicBezTo>
                <a:cubicBezTo>
                  <a:pt x="110702" y="17904"/>
                  <a:pt x="109304" y="16749"/>
                  <a:pt x="107784" y="15776"/>
                </a:cubicBezTo>
                <a:cubicBezTo>
                  <a:pt x="106234" y="14773"/>
                  <a:pt x="104592" y="13953"/>
                  <a:pt x="102829" y="13345"/>
                </a:cubicBezTo>
                <a:cubicBezTo>
                  <a:pt x="101127" y="12737"/>
                  <a:pt x="99334" y="12311"/>
                  <a:pt x="97510" y="11977"/>
                </a:cubicBezTo>
                <a:lnTo>
                  <a:pt x="115261" y="11977"/>
                </a:lnTo>
                <a:cubicBezTo>
                  <a:pt x="115170" y="11703"/>
                  <a:pt x="115049" y="11399"/>
                  <a:pt x="114897" y="11126"/>
                </a:cubicBezTo>
                <a:cubicBezTo>
                  <a:pt x="110672" y="4712"/>
                  <a:pt x="104775" y="1065"/>
                  <a:pt x="97145" y="183"/>
                </a:cubicBezTo>
                <a:cubicBezTo>
                  <a:pt x="96416" y="123"/>
                  <a:pt x="95656" y="92"/>
                  <a:pt x="94957" y="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9" name="Google Shape;2819;p35"/>
          <p:cNvSpPr/>
          <p:nvPr/>
        </p:nvSpPr>
        <p:spPr>
          <a:xfrm>
            <a:off x="365213" y="3818866"/>
            <a:ext cx="2803143" cy="1147303"/>
          </a:xfrm>
          <a:custGeom>
            <a:avLst/>
            <a:gdLst/>
            <a:ahLst/>
            <a:cxnLst/>
            <a:rect l="l" t="t" r="r" b="b"/>
            <a:pathLst>
              <a:path w="118878" h="47601" extrusionOk="0">
                <a:moveTo>
                  <a:pt x="17569" y="25989"/>
                </a:moveTo>
                <a:cubicBezTo>
                  <a:pt x="17630" y="26019"/>
                  <a:pt x="17690" y="26019"/>
                  <a:pt x="17782" y="26050"/>
                </a:cubicBezTo>
                <a:cubicBezTo>
                  <a:pt x="17721" y="26202"/>
                  <a:pt x="17660" y="26354"/>
                  <a:pt x="17569" y="26475"/>
                </a:cubicBezTo>
                <a:cubicBezTo>
                  <a:pt x="17538" y="26475"/>
                  <a:pt x="17478" y="26445"/>
                  <a:pt x="17417" y="26445"/>
                </a:cubicBezTo>
                <a:cubicBezTo>
                  <a:pt x="17478" y="26293"/>
                  <a:pt x="17538" y="26141"/>
                  <a:pt x="17569" y="25989"/>
                </a:cubicBezTo>
                <a:close/>
                <a:moveTo>
                  <a:pt x="21308" y="29180"/>
                </a:moveTo>
                <a:lnTo>
                  <a:pt x="21308" y="29211"/>
                </a:lnTo>
                <a:lnTo>
                  <a:pt x="21277" y="29180"/>
                </a:lnTo>
                <a:close/>
                <a:moveTo>
                  <a:pt x="22493" y="31278"/>
                </a:moveTo>
                <a:lnTo>
                  <a:pt x="22432" y="31308"/>
                </a:lnTo>
                <a:lnTo>
                  <a:pt x="22432" y="31278"/>
                </a:lnTo>
                <a:close/>
                <a:moveTo>
                  <a:pt x="18906" y="38208"/>
                </a:moveTo>
                <a:cubicBezTo>
                  <a:pt x="18917" y="38209"/>
                  <a:pt x="18929" y="38209"/>
                  <a:pt x="18940" y="38210"/>
                </a:cubicBezTo>
                <a:lnTo>
                  <a:pt x="18940" y="38210"/>
                </a:lnTo>
                <a:cubicBezTo>
                  <a:pt x="18939" y="38209"/>
                  <a:pt x="18938" y="38209"/>
                  <a:pt x="18937" y="38208"/>
                </a:cubicBezTo>
                <a:close/>
                <a:moveTo>
                  <a:pt x="17721" y="45898"/>
                </a:moveTo>
                <a:lnTo>
                  <a:pt x="17721" y="45928"/>
                </a:lnTo>
                <a:lnTo>
                  <a:pt x="17690" y="45898"/>
                </a:lnTo>
                <a:close/>
                <a:moveTo>
                  <a:pt x="13070" y="24469"/>
                </a:moveTo>
                <a:cubicBezTo>
                  <a:pt x="13101" y="24499"/>
                  <a:pt x="13131" y="24499"/>
                  <a:pt x="13162" y="24499"/>
                </a:cubicBezTo>
                <a:cubicBezTo>
                  <a:pt x="13253" y="25867"/>
                  <a:pt x="13283" y="27235"/>
                  <a:pt x="13344" y="28603"/>
                </a:cubicBezTo>
                <a:cubicBezTo>
                  <a:pt x="13435" y="28603"/>
                  <a:pt x="13465" y="28633"/>
                  <a:pt x="13557" y="28633"/>
                </a:cubicBezTo>
                <a:cubicBezTo>
                  <a:pt x="14043" y="27569"/>
                  <a:pt x="14590" y="26506"/>
                  <a:pt x="15107" y="25442"/>
                </a:cubicBezTo>
                <a:cubicBezTo>
                  <a:pt x="15228" y="25229"/>
                  <a:pt x="15289" y="24986"/>
                  <a:pt x="15411" y="24773"/>
                </a:cubicBezTo>
                <a:cubicBezTo>
                  <a:pt x="15441" y="24803"/>
                  <a:pt x="15532" y="24803"/>
                  <a:pt x="15563" y="24834"/>
                </a:cubicBezTo>
                <a:cubicBezTo>
                  <a:pt x="15532" y="25077"/>
                  <a:pt x="15441" y="25290"/>
                  <a:pt x="15411" y="25533"/>
                </a:cubicBezTo>
                <a:cubicBezTo>
                  <a:pt x="15228" y="26718"/>
                  <a:pt x="14985" y="27873"/>
                  <a:pt x="14803" y="29059"/>
                </a:cubicBezTo>
                <a:cubicBezTo>
                  <a:pt x="14864" y="29059"/>
                  <a:pt x="14924" y="29089"/>
                  <a:pt x="14985" y="29150"/>
                </a:cubicBezTo>
                <a:cubicBezTo>
                  <a:pt x="15745" y="28238"/>
                  <a:pt x="16505" y="27265"/>
                  <a:pt x="17265" y="26354"/>
                </a:cubicBezTo>
                <a:cubicBezTo>
                  <a:pt x="17356" y="26414"/>
                  <a:pt x="17387" y="26445"/>
                  <a:pt x="17447" y="26475"/>
                </a:cubicBezTo>
                <a:cubicBezTo>
                  <a:pt x="17052" y="27630"/>
                  <a:pt x="16627" y="28724"/>
                  <a:pt x="16201" y="29849"/>
                </a:cubicBezTo>
                <a:cubicBezTo>
                  <a:pt x="16262" y="29910"/>
                  <a:pt x="16323" y="29940"/>
                  <a:pt x="16353" y="29971"/>
                </a:cubicBezTo>
                <a:cubicBezTo>
                  <a:pt x="17326" y="29211"/>
                  <a:pt x="18207" y="28420"/>
                  <a:pt x="19180" y="27661"/>
                </a:cubicBezTo>
                <a:cubicBezTo>
                  <a:pt x="19332" y="27539"/>
                  <a:pt x="19453" y="27417"/>
                  <a:pt x="19545" y="27326"/>
                </a:cubicBezTo>
                <a:cubicBezTo>
                  <a:pt x="19575" y="27326"/>
                  <a:pt x="19636" y="27357"/>
                  <a:pt x="19666" y="27387"/>
                </a:cubicBezTo>
                <a:cubicBezTo>
                  <a:pt x="19575" y="27539"/>
                  <a:pt x="19484" y="27691"/>
                  <a:pt x="19393" y="27843"/>
                </a:cubicBezTo>
                <a:cubicBezTo>
                  <a:pt x="18754" y="28785"/>
                  <a:pt x="18146" y="29758"/>
                  <a:pt x="17538" y="30700"/>
                </a:cubicBezTo>
                <a:cubicBezTo>
                  <a:pt x="17569" y="30761"/>
                  <a:pt x="17660" y="30852"/>
                  <a:pt x="17690" y="30913"/>
                </a:cubicBezTo>
                <a:cubicBezTo>
                  <a:pt x="18785" y="30396"/>
                  <a:pt x="19849" y="29819"/>
                  <a:pt x="20943" y="29241"/>
                </a:cubicBezTo>
                <a:lnTo>
                  <a:pt x="20943" y="29241"/>
                </a:lnTo>
                <a:cubicBezTo>
                  <a:pt x="21186" y="29363"/>
                  <a:pt x="21186" y="29363"/>
                  <a:pt x="20912" y="29606"/>
                </a:cubicBezTo>
                <a:cubicBezTo>
                  <a:pt x="20031" y="30427"/>
                  <a:pt x="19119" y="31308"/>
                  <a:pt x="18268" y="32129"/>
                </a:cubicBezTo>
                <a:cubicBezTo>
                  <a:pt x="18298" y="32220"/>
                  <a:pt x="18298" y="32250"/>
                  <a:pt x="18329" y="32341"/>
                </a:cubicBezTo>
                <a:cubicBezTo>
                  <a:pt x="19575" y="31977"/>
                  <a:pt x="20791" y="31642"/>
                  <a:pt x="22067" y="31308"/>
                </a:cubicBezTo>
                <a:cubicBezTo>
                  <a:pt x="22098" y="31369"/>
                  <a:pt x="22098" y="31430"/>
                  <a:pt x="22128" y="31490"/>
                </a:cubicBezTo>
                <a:cubicBezTo>
                  <a:pt x="21034" y="32190"/>
                  <a:pt x="19940" y="32889"/>
                  <a:pt x="18846" y="33588"/>
                </a:cubicBezTo>
                <a:cubicBezTo>
                  <a:pt x="18846" y="33618"/>
                  <a:pt x="18876" y="33709"/>
                  <a:pt x="18876" y="33740"/>
                </a:cubicBezTo>
                <a:cubicBezTo>
                  <a:pt x="20244" y="33649"/>
                  <a:pt x="21612" y="33557"/>
                  <a:pt x="22979" y="33466"/>
                </a:cubicBezTo>
                <a:cubicBezTo>
                  <a:pt x="22979" y="33497"/>
                  <a:pt x="23010" y="33588"/>
                  <a:pt x="23010" y="33618"/>
                </a:cubicBezTo>
                <a:cubicBezTo>
                  <a:pt x="21763" y="34074"/>
                  <a:pt x="20487" y="34560"/>
                  <a:pt x="19241" y="35016"/>
                </a:cubicBezTo>
                <a:cubicBezTo>
                  <a:pt x="20548" y="35533"/>
                  <a:pt x="21915" y="35533"/>
                  <a:pt x="23192" y="35989"/>
                </a:cubicBezTo>
                <a:cubicBezTo>
                  <a:pt x="21885" y="36171"/>
                  <a:pt x="20548" y="36384"/>
                  <a:pt x="19210" y="36597"/>
                </a:cubicBezTo>
                <a:lnTo>
                  <a:pt x="19210" y="36779"/>
                </a:lnTo>
                <a:cubicBezTo>
                  <a:pt x="20456" y="37235"/>
                  <a:pt x="21763" y="37722"/>
                  <a:pt x="23010" y="38177"/>
                </a:cubicBezTo>
                <a:cubicBezTo>
                  <a:pt x="22745" y="38291"/>
                  <a:pt x="22469" y="38322"/>
                  <a:pt x="22202" y="38322"/>
                </a:cubicBezTo>
                <a:cubicBezTo>
                  <a:pt x="22040" y="38322"/>
                  <a:pt x="21882" y="38311"/>
                  <a:pt x="21733" y="38299"/>
                </a:cubicBezTo>
                <a:cubicBezTo>
                  <a:pt x="20832" y="38269"/>
                  <a:pt x="19872" y="38269"/>
                  <a:pt x="18940" y="38210"/>
                </a:cubicBezTo>
                <a:lnTo>
                  <a:pt x="18940" y="38210"/>
                </a:lnTo>
                <a:cubicBezTo>
                  <a:pt x="19668" y="38726"/>
                  <a:pt x="20427" y="39242"/>
                  <a:pt x="21186" y="39728"/>
                </a:cubicBezTo>
                <a:cubicBezTo>
                  <a:pt x="21520" y="39940"/>
                  <a:pt x="21824" y="40153"/>
                  <a:pt x="22128" y="40336"/>
                </a:cubicBezTo>
                <a:cubicBezTo>
                  <a:pt x="22098" y="40427"/>
                  <a:pt x="22098" y="40457"/>
                  <a:pt x="22067" y="40548"/>
                </a:cubicBezTo>
                <a:lnTo>
                  <a:pt x="20244" y="40092"/>
                </a:lnTo>
                <a:cubicBezTo>
                  <a:pt x="19605" y="39940"/>
                  <a:pt x="18997" y="39728"/>
                  <a:pt x="18238" y="39697"/>
                </a:cubicBezTo>
                <a:lnTo>
                  <a:pt x="18238" y="39697"/>
                </a:lnTo>
                <a:cubicBezTo>
                  <a:pt x="19089" y="40579"/>
                  <a:pt x="19970" y="41399"/>
                  <a:pt x="20852" y="42281"/>
                </a:cubicBezTo>
                <a:cubicBezTo>
                  <a:pt x="21004" y="42402"/>
                  <a:pt x="21156" y="42554"/>
                  <a:pt x="21308" y="42676"/>
                </a:cubicBezTo>
                <a:cubicBezTo>
                  <a:pt x="21308" y="42706"/>
                  <a:pt x="21277" y="42767"/>
                  <a:pt x="21216" y="42828"/>
                </a:cubicBezTo>
                <a:cubicBezTo>
                  <a:pt x="21034" y="42706"/>
                  <a:pt x="20852" y="42615"/>
                  <a:pt x="20669" y="42524"/>
                </a:cubicBezTo>
                <a:cubicBezTo>
                  <a:pt x="19636" y="41946"/>
                  <a:pt x="18572" y="41399"/>
                  <a:pt x="17538" y="40852"/>
                </a:cubicBezTo>
                <a:cubicBezTo>
                  <a:pt x="17508" y="40883"/>
                  <a:pt x="17417" y="40913"/>
                  <a:pt x="17387" y="40943"/>
                </a:cubicBezTo>
                <a:cubicBezTo>
                  <a:pt x="17934" y="41946"/>
                  <a:pt x="18633" y="42828"/>
                  <a:pt x="19241" y="43770"/>
                </a:cubicBezTo>
                <a:cubicBezTo>
                  <a:pt x="19362" y="43953"/>
                  <a:pt x="19453" y="44105"/>
                  <a:pt x="19545" y="44257"/>
                </a:cubicBezTo>
                <a:cubicBezTo>
                  <a:pt x="19605" y="44348"/>
                  <a:pt x="19666" y="44409"/>
                  <a:pt x="19697" y="44500"/>
                </a:cubicBezTo>
                <a:cubicBezTo>
                  <a:pt x="19757" y="44500"/>
                  <a:pt x="19757" y="44530"/>
                  <a:pt x="19818" y="44561"/>
                </a:cubicBezTo>
                <a:lnTo>
                  <a:pt x="19697" y="44561"/>
                </a:lnTo>
                <a:cubicBezTo>
                  <a:pt x="19666" y="44500"/>
                  <a:pt x="19605" y="44439"/>
                  <a:pt x="19514" y="44378"/>
                </a:cubicBezTo>
                <a:lnTo>
                  <a:pt x="19058" y="44044"/>
                </a:lnTo>
                <a:cubicBezTo>
                  <a:pt x="18177" y="43223"/>
                  <a:pt x="17326" y="42463"/>
                  <a:pt x="16444" y="41703"/>
                </a:cubicBezTo>
                <a:lnTo>
                  <a:pt x="16444" y="41703"/>
                </a:lnTo>
                <a:cubicBezTo>
                  <a:pt x="16475" y="42007"/>
                  <a:pt x="16444" y="42311"/>
                  <a:pt x="16566" y="42585"/>
                </a:cubicBezTo>
                <a:cubicBezTo>
                  <a:pt x="16809" y="43345"/>
                  <a:pt x="17113" y="44074"/>
                  <a:pt x="17417" y="44804"/>
                </a:cubicBezTo>
                <a:cubicBezTo>
                  <a:pt x="17508" y="45047"/>
                  <a:pt x="17569" y="45320"/>
                  <a:pt x="17538" y="45655"/>
                </a:cubicBezTo>
                <a:lnTo>
                  <a:pt x="15137" y="42706"/>
                </a:lnTo>
                <a:cubicBezTo>
                  <a:pt x="15107" y="42706"/>
                  <a:pt x="15046" y="42737"/>
                  <a:pt x="14955" y="42767"/>
                </a:cubicBezTo>
                <a:cubicBezTo>
                  <a:pt x="15198" y="44044"/>
                  <a:pt x="15380" y="45320"/>
                  <a:pt x="15593" y="46627"/>
                </a:cubicBezTo>
                <a:cubicBezTo>
                  <a:pt x="15563" y="46658"/>
                  <a:pt x="15502" y="46658"/>
                  <a:pt x="15441" y="46688"/>
                </a:cubicBezTo>
                <a:cubicBezTo>
                  <a:pt x="14833" y="45503"/>
                  <a:pt x="14286" y="44287"/>
                  <a:pt x="13678" y="43071"/>
                </a:cubicBezTo>
                <a:cubicBezTo>
                  <a:pt x="13587" y="43071"/>
                  <a:pt x="13557" y="43132"/>
                  <a:pt x="13465" y="43132"/>
                </a:cubicBezTo>
                <a:cubicBezTo>
                  <a:pt x="13405" y="44500"/>
                  <a:pt x="13374" y="45807"/>
                  <a:pt x="13283" y="47175"/>
                </a:cubicBezTo>
                <a:cubicBezTo>
                  <a:pt x="13222" y="47235"/>
                  <a:pt x="13162" y="47235"/>
                  <a:pt x="13131" y="47235"/>
                </a:cubicBezTo>
                <a:lnTo>
                  <a:pt x="12098" y="43223"/>
                </a:lnTo>
                <a:cubicBezTo>
                  <a:pt x="12037" y="43193"/>
                  <a:pt x="12006" y="43193"/>
                  <a:pt x="11915" y="43193"/>
                </a:cubicBezTo>
                <a:cubicBezTo>
                  <a:pt x="11581" y="44530"/>
                  <a:pt x="11277" y="45807"/>
                  <a:pt x="10943" y="47114"/>
                </a:cubicBezTo>
                <a:cubicBezTo>
                  <a:pt x="10639" y="45776"/>
                  <a:pt x="10669" y="44439"/>
                  <a:pt x="10578" y="43010"/>
                </a:cubicBezTo>
                <a:cubicBezTo>
                  <a:pt x="9970" y="43588"/>
                  <a:pt x="9818" y="44287"/>
                  <a:pt x="9484" y="44895"/>
                </a:cubicBezTo>
                <a:cubicBezTo>
                  <a:pt x="9180" y="45472"/>
                  <a:pt x="8876" y="46111"/>
                  <a:pt x="8420" y="46688"/>
                </a:cubicBezTo>
                <a:cubicBezTo>
                  <a:pt x="8663" y="45351"/>
                  <a:pt x="8876" y="43983"/>
                  <a:pt x="9119" y="42676"/>
                </a:cubicBezTo>
                <a:cubicBezTo>
                  <a:pt x="9028" y="42676"/>
                  <a:pt x="8997" y="42615"/>
                  <a:pt x="8906" y="42585"/>
                </a:cubicBezTo>
                <a:cubicBezTo>
                  <a:pt x="8207" y="43497"/>
                  <a:pt x="7508" y="44409"/>
                  <a:pt x="6778" y="45320"/>
                </a:cubicBezTo>
                <a:cubicBezTo>
                  <a:pt x="6687" y="45503"/>
                  <a:pt x="6535" y="45655"/>
                  <a:pt x="6414" y="45807"/>
                </a:cubicBezTo>
                <a:cubicBezTo>
                  <a:pt x="6322" y="45776"/>
                  <a:pt x="6292" y="45776"/>
                  <a:pt x="6231" y="45746"/>
                </a:cubicBezTo>
                <a:cubicBezTo>
                  <a:pt x="6292" y="45503"/>
                  <a:pt x="6414" y="45290"/>
                  <a:pt x="6474" y="45047"/>
                </a:cubicBezTo>
                <a:cubicBezTo>
                  <a:pt x="6870" y="44044"/>
                  <a:pt x="7295" y="43041"/>
                  <a:pt x="7660" y="42068"/>
                </a:cubicBezTo>
                <a:lnTo>
                  <a:pt x="7538" y="41946"/>
                </a:lnTo>
                <a:cubicBezTo>
                  <a:pt x="6870" y="42463"/>
                  <a:pt x="6170" y="43041"/>
                  <a:pt x="5502" y="43588"/>
                </a:cubicBezTo>
                <a:cubicBezTo>
                  <a:pt x="5167" y="43831"/>
                  <a:pt x="4863" y="44074"/>
                  <a:pt x="4560" y="44287"/>
                </a:cubicBezTo>
                <a:cubicBezTo>
                  <a:pt x="4468" y="44257"/>
                  <a:pt x="4438" y="44226"/>
                  <a:pt x="4408" y="44196"/>
                </a:cubicBezTo>
                <a:cubicBezTo>
                  <a:pt x="5107" y="43071"/>
                  <a:pt x="5867" y="42007"/>
                  <a:pt x="6596" y="40913"/>
                </a:cubicBezTo>
                <a:cubicBezTo>
                  <a:pt x="6566" y="40883"/>
                  <a:pt x="6535" y="40791"/>
                  <a:pt x="6474" y="40761"/>
                </a:cubicBezTo>
                <a:cubicBezTo>
                  <a:pt x="5563" y="41247"/>
                  <a:pt x="4712" y="41764"/>
                  <a:pt x="3800" y="42220"/>
                </a:cubicBezTo>
                <a:cubicBezTo>
                  <a:pt x="3523" y="42358"/>
                  <a:pt x="3172" y="42421"/>
                  <a:pt x="2859" y="42523"/>
                </a:cubicBezTo>
                <a:lnTo>
                  <a:pt x="2859" y="42523"/>
                </a:lnTo>
                <a:cubicBezTo>
                  <a:pt x="3750" y="41630"/>
                  <a:pt x="4641" y="40710"/>
                  <a:pt x="5532" y="39819"/>
                </a:cubicBezTo>
                <a:cubicBezTo>
                  <a:pt x="5471" y="39788"/>
                  <a:pt x="5411" y="39697"/>
                  <a:pt x="5380" y="39667"/>
                </a:cubicBezTo>
                <a:cubicBezTo>
                  <a:pt x="4225" y="39874"/>
                  <a:pt x="3128" y="40428"/>
                  <a:pt x="1863" y="40428"/>
                </a:cubicBezTo>
                <a:cubicBezTo>
                  <a:pt x="1830" y="40428"/>
                  <a:pt x="1796" y="40427"/>
                  <a:pt x="1763" y="40427"/>
                </a:cubicBezTo>
                <a:cubicBezTo>
                  <a:pt x="2827" y="39728"/>
                  <a:pt x="3860" y="39089"/>
                  <a:pt x="4924" y="38451"/>
                </a:cubicBezTo>
                <a:cubicBezTo>
                  <a:pt x="4425" y="38329"/>
                  <a:pt x="3929" y="38296"/>
                  <a:pt x="3435" y="38296"/>
                </a:cubicBezTo>
                <a:cubicBezTo>
                  <a:pt x="2856" y="38296"/>
                  <a:pt x="2279" y="38341"/>
                  <a:pt x="1698" y="38341"/>
                </a:cubicBezTo>
                <a:cubicBezTo>
                  <a:pt x="1417" y="38341"/>
                  <a:pt x="1135" y="38331"/>
                  <a:pt x="851" y="38299"/>
                </a:cubicBezTo>
                <a:cubicBezTo>
                  <a:pt x="2128" y="37843"/>
                  <a:pt x="3404" y="37357"/>
                  <a:pt x="4651" y="36901"/>
                </a:cubicBezTo>
                <a:cubicBezTo>
                  <a:pt x="3374" y="36384"/>
                  <a:pt x="2037" y="36354"/>
                  <a:pt x="760" y="36019"/>
                </a:cubicBezTo>
                <a:cubicBezTo>
                  <a:pt x="2006" y="35624"/>
                  <a:pt x="3344" y="35594"/>
                  <a:pt x="4651" y="35259"/>
                </a:cubicBezTo>
                <a:cubicBezTo>
                  <a:pt x="3435" y="34560"/>
                  <a:pt x="2067" y="34256"/>
                  <a:pt x="851" y="33557"/>
                </a:cubicBezTo>
                <a:lnTo>
                  <a:pt x="851" y="33557"/>
                </a:lnTo>
                <a:cubicBezTo>
                  <a:pt x="2280" y="33649"/>
                  <a:pt x="3678" y="33740"/>
                  <a:pt x="5076" y="33861"/>
                </a:cubicBezTo>
                <a:cubicBezTo>
                  <a:pt x="5107" y="33770"/>
                  <a:pt x="5107" y="33740"/>
                  <a:pt x="5167" y="33709"/>
                </a:cubicBezTo>
                <a:cubicBezTo>
                  <a:pt x="4104" y="33010"/>
                  <a:pt x="2979" y="32341"/>
                  <a:pt x="1915" y="31642"/>
                </a:cubicBezTo>
                <a:cubicBezTo>
                  <a:pt x="1763" y="31521"/>
                  <a:pt x="1611" y="31460"/>
                  <a:pt x="1459" y="31369"/>
                </a:cubicBezTo>
                <a:cubicBezTo>
                  <a:pt x="1459" y="31338"/>
                  <a:pt x="1520" y="31278"/>
                  <a:pt x="1520" y="31217"/>
                </a:cubicBezTo>
                <a:cubicBezTo>
                  <a:pt x="1702" y="31278"/>
                  <a:pt x="1854" y="31338"/>
                  <a:pt x="2037" y="31369"/>
                </a:cubicBezTo>
                <a:cubicBezTo>
                  <a:pt x="3222" y="31673"/>
                  <a:pt x="4438" y="32038"/>
                  <a:pt x="5623" y="32372"/>
                </a:cubicBezTo>
                <a:cubicBezTo>
                  <a:pt x="5654" y="32281"/>
                  <a:pt x="5654" y="32250"/>
                  <a:pt x="5684" y="32220"/>
                </a:cubicBezTo>
                <a:cubicBezTo>
                  <a:pt x="4803" y="31308"/>
                  <a:pt x="3891" y="30396"/>
                  <a:pt x="3040" y="29484"/>
                </a:cubicBezTo>
                <a:cubicBezTo>
                  <a:pt x="2979" y="29454"/>
                  <a:pt x="2949" y="29363"/>
                  <a:pt x="2918" y="29332"/>
                </a:cubicBezTo>
                <a:cubicBezTo>
                  <a:pt x="2979" y="29332"/>
                  <a:pt x="3070" y="29363"/>
                  <a:pt x="3131" y="29363"/>
                </a:cubicBezTo>
                <a:cubicBezTo>
                  <a:pt x="3982" y="29819"/>
                  <a:pt x="4803" y="30275"/>
                  <a:pt x="5684" y="30700"/>
                </a:cubicBezTo>
                <a:cubicBezTo>
                  <a:pt x="5927" y="30822"/>
                  <a:pt x="6170" y="30883"/>
                  <a:pt x="6444" y="31004"/>
                </a:cubicBezTo>
                <a:cubicBezTo>
                  <a:pt x="6474" y="31004"/>
                  <a:pt x="6474" y="30943"/>
                  <a:pt x="6535" y="30913"/>
                </a:cubicBezTo>
                <a:cubicBezTo>
                  <a:pt x="5836" y="29879"/>
                  <a:pt x="5198" y="28907"/>
                  <a:pt x="4560" y="27873"/>
                </a:cubicBezTo>
                <a:cubicBezTo>
                  <a:pt x="4590" y="27843"/>
                  <a:pt x="4620" y="27752"/>
                  <a:pt x="4651" y="27721"/>
                </a:cubicBezTo>
                <a:cubicBezTo>
                  <a:pt x="5715" y="28360"/>
                  <a:pt x="6566" y="29363"/>
                  <a:pt x="7751" y="29971"/>
                </a:cubicBezTo>
                <a:cubicBezTo>
                  <a:pt x="7326" y="28907"/>
                  <a:pt x="6870" y="27843"/>
                  <a:pt x="6444" y="26779"/>
                </a:cubicBezTo>
                <a:cubicBezTo>
                  <a:pt x="6322" y="26597"/>
                  <a:pt x="6262" y="26354"/>
                  <a:pt x="6170" y="26171"/>
                </a:cubicBezTo>
                <a:cubicBezTo>
                  <a:pt x="6231" y="26141"/>
                  <a:pt x="6292" y="26080"/>
                  <a:pt x="6322" y="26050"/>
                </a:cubicBezTo>
                <a:cubicBezTo>
                  <a:pt x="6444" y="26202"/>
                  <a:pt x="6596" y="26384"/>
                  <a:pt x="6718" y="26566"/>
                </a:cubicBezTo>
                <a:lnTo>
                  <a:pt x="8876" y="29302"/>
                </a:lnTo>
                <a:cubicBezTo>
                  <a:pt x="8967" y="29302"/>
                  <a:pt x="8997" y="29241"/>
                  <a:pt x="9028" y="29150"/>
                </a:cubicBezTo>
                <a:lnTo>
                  <a:pt x="8359" y="25047"/>
                </a:lnTo>
                <a:cubicBezTo>
                  <a:pt x="8420" y="24986"/>
                  <a:pt x="8450" y="24986"/>
                  <a:pt x="8511" y="24955"/>
                </a:cubicBezTo>
                <a:cubicBezTo>
                  <a:pt x="9119" y="26171"/>
                  <a:pt x="9727" y="27417"/>
                  <a:pt x="10426" y="28876"/>
                </a:cubicBezTo>
                <a:cubicBezTo>
                  <a:pt x="10730" y="27357"/>
                  <a:pt x="10456" y="25989"/>
                  <a:pt x="10882" y="24682"/>
                </a:cubicBezTo>
                <a:cubicBezTo>
                  <a:pt x="11186" y="25989"/>
                  <a:pt x="11551" y="27265"/>
                  <a:pt x="11885" y="28572"/>
                </a:cubicBezTo>
                <a:cubicBezTo>
                  <a:pt x="11946" y="28542"/>
                  <a:pt x="11976" y="28542"/>
                  <a:pt x="12037" y="28542"/>
                </a:cubicBezTo>
                <a:cubicBezTo>
                  <a:pt x="12371" y="27174"/>
                  <a:pt x="12706" y="25837"/>
                  <a:pt x="13070" y="24469"/>
                </a:cubicBezTo>
                <a:close/>
                <a:moveTo>
                  <a:pt x="42645" y="1"/>
                </a:moveTo>
                <a:cubicBezTo>
                  <a:pt x="42919" y="122"/>
                  <a:pt x="43192" y="213"/>
                  <a:pt x="43466" y="305"/>
                </a:cubicBezTo>
                <a:cubicBezTo>
                  <a:pt x="46080" y="1216"/>
                  <a:pt x="47721" y="3557"/>
                  <a:pt x="47600" y="6262"/>
                </a:cubicBezTo>
                <a:cubicBezTo>
                  <a:pt x="47478" y="8876"/>
                  <a:pt x="45624" y="11095"/>
                  <a:pt x="43010" y="11764"/>
                </a:cubicBezTo>
                <a:cubicBezTo>
                  <a:pt x="42858" y="11855"/>
                  <a:pt x="42706" y="11885"/>
                  <a:pt x="42554" y="11916"/>
                </a:cubicBezTo>
                <a:cubicBezTo>
                  <a:pt x="43375" y="12280"/>
                  <a:pt x="44256" y="12463"/>
                  <a:pt x="44986" y="12949"/>
                </a:cubicBezTo>
                <a:cubicBezTo>
                  <a:pt x="47296" y="14469"/>
                  <a:pt x="48056" y="17053"/>
                  <a:pt x="47296" y="19667"/>
                </a:cubicBezTo>
                <a:cubicBezTo>
                  <a:pt x="46536" y="22341"/>
                  <a:pt x="43922" y="23831"/>
                  <a:pt x="41642" y="23831"/>
                </a:cubicBezTo>
                <a:cubicBezTo>
                  <a:pt x="39454" y="23831"/>
                  <a:pt x="36718" y="22493"/>
                  <a:pt x="35867" y="19454"/>
                </a:cubicBezTo>
                <a:cubicBezTo>
                  <a:pt x="35806" y="19271"/>
                  <a:pt x="35746" y="19028"/>
                  <a:pt x="35654" y="18846"/>
                </a:cubicBezTo>
                <a:cubicBezTo>
                  <a:pt x="35624" y="19059"/>
                  <a:pt x="35563" y="19332"/>
                  <a:pt x="35472" y="19575"/>
                </a:cubicBezTo>
                <a:cubicBezTo>
                  <a:pt x="34712" y="22007"/>
                  <a:pt x="32676" y="23679"/>
                  <a:pt x="30305" y="23831"/>
                </a:cubicBezTo>
                <a:cubicBezTo>
                  <a:pt x="30144" y="23841"/>
                  <a:pt x="29986" y="23847"/>
                  <a:pt x="29831" y="23847"/>
                </a:cubicBezTo>
                <a:cubicBezTo>
                  <a:pt x="26880" y="23847"/>
                  <a:pt x="24978" y="21974"/>
                  <a:pt x="24256" y="20183"/>
                </a:cubicBezTo>
                <a:cubicBezTo>
                  <a:pt x="24165" y="19970"/>
                  <a:pt x="24074" y="19758"/>
                  <a:pt x="23861" y="19575"/>
                </a:cubicBezTo>
                <a:lnTo>
                  <a:pt x="23861" y="23740"/>
                </a:lnTo>
                <a:cubicBezTo>
                  <a:pt x="23466" y="23770"/>
                  <a:pt x="23162" y="23831"/>
                  <a:pt x="22888" y="23831"/>
                </a:cubicBezTo>
                <a:lnTo>
                  <a:pt x="456" y="23831"/>
                </a:lnTo>
                <a:cubicBezTo>
                  <a:pt x="304" y="23831"/>
                  <a:pt x="152" y="23770"/>
                  <a:pt x="0" y="23770"/>
                </a:cubicBezTo>
                <a:lnTo>
                  <a:pt x="0" y="47539"/>
                </a:lnTo>
                <a:cubicBezTo>
                  <a:pt x="3496" y="47539"/>
                  <a:pt x="6930" y="47570"/>
                  <a:pt x="10426" y="47570"/>
                </a:cubicBezTo>
                <a:cubicBezTo>
                  <a:pt x="10943" y="47570"/>
                  <a:pt x="11459" y="47600"/>
                  <a:pt x="11946" y="47600"/>
                </a:cubicBezTo>
                <a:lnTo>
                  <a:pt x="12310" y="47600"/>
                </a:lnTo>
                <a:cubicBezTo>
                  <a:pt x="13101" y="47600"/>
                  <a:pt x="13921" y="47570"/>
                  <a:pt x="14742" y="47570"/>
                </a:cubicBezTo>
                <a:cubicBezTo>
                  <a:pt x="17812" y="47570"/>
                  <a:pt x="20852" y="47600"/>
                  <a:pt x="23891" y="47600"/>
                </a:cubicBezTo>
                <a:cubicBezTo>
                  <a:pt x="24408" y="47600"/>
                  <a:pt x="24955" y="47570"/>
                  <a:pt x="25472" y="47539"/>
                </a:cubicBezTo>
                <a:cubicBezTo>
                  <a:pt x="23891" y="46688"/>
                  <a:pt x="23709" y="45624"/>
                  <a:pt x="24013" y="43831"/>
                </a:cubicBezTo>
                <a:cubicBezTo>
                  <a:pt x="24195" y="42676"/>
                  <a:pt x="24833" y="41612"/>
                  <a:pt x="25533" y="40609"/>
                </a:cubicBezTo>
                <a:cubicBezTo>
                  <a:pt x="26627" y="39029"/>
                  <a:pt x="27995" y="37661"/>
                  <a:pt x="29484" y="36384"/>
                </a:cubicBezTo>
                <a:cubicBezTo>
                  <a:pt x="29697" y="36171"/>
                  <a:pt x="29940" y="35989"/>
                  <a:pt x="30244" y="35715"/>
                </a:cubicBezTo>
                <a:cubicBezTo>
                  <a:pt x="30001" y="35533"/>
                  <a:pt x="29818" y="35320"/>
                  <a:pt x="29636" y="35138"/>
                </a:cubicBezTo>
                <a:cubicBezTo>
                  <a:pt x="28116" y="33892"/>
                  <a:pt x="26688" y="32524"/>
                  <a:pt x="25593" y="30883"/>
                </a:cubicBezTo>
                <a:cubicBezTo>
                  <a:pt x="25137" y="30214"/>
                  <a:pt x="24712" y="29484"/>
                  <a:pt x="24378" y="28755"/>
                </a:cubicBezTo>
                <a:cubicBezTo>
                  <a:pt x="24013" y="27995"/>
                  <a:pt x="23861" y="27174"/>
                  <a:pt x="23891" y="26293"/>
                </a:cubicBezTo>
                <a:cubicBezTo>
                  <a:pt x="23922" y="24895"/>
                  <a:pt x="24803" y="23892"/>
                  <a:pt x="26232" y="23892"/>
                </a:cubicBezTo>
                <a:cubicBezTo>
                  <a:pt x="27052" y="23892"/>
                  <a:pt x="27873" y="24074"/>
                  <a:pt x="28633" y="24347"/>
                </a:cubicBezTo>
                <a:cubicBezTo>
                  <a:pt x="30183" y="24925"/>
                  <a:pt x="31490" y="25898"/>
                  <a:pt x="32676" y="27022"/>
                </a:cubicBezTo>
                <a:cubicBezTo>
                  <a:pt x="33496" y="27843"/>
                  <a:pt x="34287" y="28724"/>
                  <a:pt x="35107" y="29545"/>
                </a:cubicBezTo>
                <a:cubicBezTo>
                  <a:pt x="35290" y="29788"/>
                  <a:pt x="35502" y="30001"/>
                  <a:pt x="35746" y="30275"/>
                </a:cubicBezTo>
                <a:cubicBezTo>
                  <a:pt x="36171" y="29819"/>
                  <a:pt x="36505" y="29454"/>
                  <a:pt x="36840" y="29028"/>
                </a:cubicBezTo>
                <a:cubicBezTo>
                  <a:pt x="38025" y="27661"/>
                  <a:pt x="39271" y="26445"/>
                  <a:pt x="40761" y="25442"/>
                </a:cubicBezTo>
                <a:cubicBezTo>
                  <a:pt x="41825" y="24743"/>
                  <a:pt x="43010" y="24165"/>
                  <a:pt x="44287" y="23922"/>
                </a:cubicBezTo>
                <a:cubicBezTo>
                  <a:pt x="44541" y="23884"/>
                  <a:pt x="44781" y="23864"/>
                  <a:pt x="45006" y="23864"/>
                </a:cubicBezTo>
                <a:cubicBezTo>
                  <a:pt x="46204" y="23864"/>
                  <a:pt x="46992" y="24416"/>
                  <a:pt x="47478" y="25594"/>
                </a:cubicBezTo>
                <a:cubicBezTo>
                  <a:pt x="47569" y="25107"/>
                  <a:pt x="47630" y="24591"/>
                  <a:pt x="47721" y="23922"/>
                </a:cubicBezTo>
                <a:cubicBezTo>
                  <a:pt x="50001" y="23922"/>
                  <a:pt x="52311" y="23892"/>
                  <a:pt x="54591" y="23892"/>
                </a:cubicBezTo>
                <a:cubicBezTo>
                  <a:pt x="54652" y="21612"/>
                  <a:pt x="54743" y="19302"/>
                  <a:pt x="54804" y="16901"/>
                </a:cubicBezTo>
                <a:cubicBezTo>
                  <a:pt x="54384" y="16878"/>
                  <a:pt x="53966" y="16869"/>
                  <a:pt x="53548" y="16869"/>
                </a:cubicBezTo>
                <a:cubicBezTo>
                  <a:pt x="51669" y="16869"/>
                  <a:pt x="49797" y="17053"/>
                  <a:pt x="47782" y="17053"/>
                </a:cubicBezTo>
                <a:cubicBezTo>
                  <a:pt x="48633" y="16080"/>
                  <a:pt x="49545" y="15350"/>
                  <a:pt x="50335" y="14560"/>
                </a:cubicBezTo>
                <a:cubicBezTo>
                  <a:pt x="51156" y="13739"/>
                  <a:pt x="52007" y="12980"/>
                  <a:pt x="52889" y="12159"/>
                </a:cubicBezTo>
                <a:cubicBezTo>
                  <a:pt x="51156" y="10548"/>
                  <a:pt x="49484" y="8998"/>
                  <a:pt x="47873" y="7448"/>
                </a:cubicBezTo>
                <a:cubicBezTo>
                  <a:pt x="47904" y="7356"/>
                  <a:pt x="47904" y="7326"/>
                  <a:pt x="47934" y="7265"/>
                </a:cubicBezTo>
                <a:cubicBezTo>
                  <a:pt x="50183" y="7326"/>
                  <a:pt x="52433" y="7356"/>
                  <a:pt x="54773" y="7448"/>
                </a:cubicBezTo>
                <a:cubicBezTo>
                  <a:pt x="54712" y="5137"/>
                  <a:pt x="54621" y="2858"/>
                  <a:pt x="54591" y="609"/>
                </a:cubicBezTo>
                <a:cubicBezTo>
                  <a:pt x="54652" y="578"/>
                  <a:pt x="54712" y="578"/>
                  <a:pt x="54773" y="517"/>
                </a:cubicBezTo>
                <a:cubicBezTo>
                  <a:pt x="56323" y="2189"/>
                  <a:pt x="57904" y="3830"/>
                  <a:pt x="59485" y="5533"/>
                </a:cubicBezTo>
                <a:cubicBezTo>
                  <a:pt x="61126" y="3830"/>
                  <a:pt x="62676" y="2159"/>
                  <a:pt x="64348" y="365"/>
                </a:cubicBezTo>
                <a:lnTo>
                  <a:pt x="64348" y="365"/>
                </a:lnTo>
                <a:cubicBezTo>
                  <a:pt x="64469" y="2858"/>
                  <a:pt x="64135" y="5077"/>
                  <a:pt x="64226" y="7448"/>
                </a:cubicBezTo>
                <a:cubicBezTo>
                  <a:pt x="66567" y="7448"/>
                  <a:pt x="68786" y="7326"/>
                  <a:pt x="71126" y="7326"/>
                </a:cubicBezTo>
                <a:cubicBezTo>
                  <a:pt x="70397" y="8207"/>
                  <a:pt x="69515" y="8967"/>
                  <a:pt x="68694" y="9758"/>
                </a:cubicBezTo>
                <a:cubicBezTo>
                  <a:pt x="67843" y="10548"/>
                  <a:pt x="67023" y="11308"/>
                  <a:pt x="66141" y="12159"/>
                </a:cubicBezTo>
                <a:cubicBezTo>
                  <a:pt x="67843" y="13739"/>
                  <a:pt x="69515" y="15320"/>
                  <a:pt x="71157" y="16870"/>
                </a:cubicBezTo>
                <a:cubicBezTo>
                  <a:pt x="71126" y="16931"/>
                  <a:pt x="71126" y="16992"/>
                  <a:pt x="71065" y="17053"/>
                </a:cubicBezTo>
                <a:cubicBezTo>
                  <a:pt x="68786" y="17022"/>
                  <a:pt x="66567" y="16931"/>
                  <a:pt x="64226" y="16870"/>
                </a:cubicBezTo>
                <a:lnTo>
                  <a:pt x="64226" y="19667"/>
                </a:lnTo>
                <a:cubicBezTo>
                  <a:pt x="64226" y="21095"/>
                  <a:pt x="64287" y="22524"/>
                  <a:pt x="64317" y="23922"/>
                </a:cubicBezTo>
                <a:cubicBezTo>
                  <a:pt x="66719" y="23983"/>
                  <a:pt x="69150" y="23983"/>
                  <a:pt x="71521" y="23983"/>
                </a:cubicBezTo>
                <a:cubicBezTo>
                  <a:pt x="83011" y="24013"/>
                  <a:pt x="93011" y="32554"/>
                  <a:pt x="94774" y="43831"/>
                </a:cubicBezTo>
                <a:cubicBezTo>
                  <a:pt x="94865" y="44500"/>
                  <a:pt x="94987" y="45138"/>
                  <a:pt x="95078" y="45776"/>
                </a:cubicBezTo>
                <a:cubicBezTo>
                  <a:pt x="95534" y="41460"/>
                  <a:pt x="96902" y="37387"/>
                  <a:pt x="99546" y="33861"/>
                </a:cubicBezTo>
                <a:cubicBezTo>
                  <a:pt x="103741" y="28177"/>
                  <a:pt x="109364" y="24895"/>
                  <a:pt x="116446" y="24135"/>
                </a:cubicBezTo>
                <a:cubicBezTo>
                  <a:pt x="117206" y="24044"/>
                  <a:pt x="117996" y="24013"/>
                  <a:pt x="118787" y="23983"/>
                </a:cubicBezTo>
                <a:lnTo>
                  <a:pt x="118878" y="23983"/>
                </a:lnTo>
                <a:cubicBezTo>
                  <a:pt x="118817" y="23709"/>
                  <a:pt x="118817" y="23466"/>
                  <a:pt x="118817" y="23223"/>
                </a:cubicBezTo>
                <a:lnTo>
                  <a:pt x="118817" y="669"/>
                </a:lnTo>
                <a:cubicBezTo>
                  <a:pt x="118817" y="517"/>
                  <a:pt x="118878" y="365"/>
                  <a:pt x="118878" y="213"/>
                </a:cubicBezTo>
                <a:lnTo>
                  <a:pt x="117176" y="213"/>
                </a:lnTo>
                <a:cubicBezTo>
                  <a:pt x="116112" y="426"/>
                  <a:pt x="115078" y="578"/>
                  <a:pt x="113923" y="609"/>
                </a:cubicBezTo>
                <a:cubicBezTo>
                  <a:pt x="107358" y="2037"/>
                  <a:pt x="102282" y="5624"/>
                  <a:pt x="98634" y="11277"/>
                </a:cubicBezTo>
                <a:cubicBezTo>
                  <a:pt x="98513" y="11521"/>
                  <a:pt x="98421" y="11733"/>
                  <a:pt x="98330" y="11976"/>
                </a:cubicBezTo>
                <a:lnTo>
                  <a:pt x="116021" y="11976"/>
                </a:lnTo>
                <a:cubicBezTo>
                  <a:pt x="110397" y="12828"/>
                  <a:pt x="105534" y="15198"/>
                  <a:pt x="101583" y="19332"/>
                </a:cubicBezTo>
                <a:cubicBezTo>
                  <a:pt x="97662" y="23436"/>
                  <a:pt x="95595" y="28420"/>
                  <a:pt x="95017" y="34044"/>
                </a:cubicBezTo>
                <a:cubicBezTo>
                  <a:pt x="94470" y="28390"/>
                  <a:pt x="92342" y="23405"/>
                  <a:pt x="88391" y="19302"/>
                </a:cubicBezTo>
                <a:cubicBezTo>
                  <a:pt x="84439" y="15168"/>
                  <a:pt x="79576" y="12797"/>
                  <a:pt x="73923" y="11976"/>
                </a:cubicBezTo>
                <a:lnTo>
                  <a:pt x="91674" y="11976"/>
                </a:lnTo>
                <a:cubicBezTo>
                  <a:pt x="91552" y="11703"/>
                  <a:pt x="91430" y="11399"/>
                  <a:pt x="91278" y="11125"/>
                </a:cubicBezTo>
                <a:cubicBezTo>
                  <a:pt x="87084" y="4712"/>
                  <a:pt x="81187" y="1064"/>
                  <a:pt x="73558" y="183"/>
                </a:cubicBezTo>
                <a:cubicBezTo>
                  <a:pt x="72828" y="122"/>
                  <a:pt x="72068" y="61"/>
                  <a:pt x="71339" y="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0" name="Google Shape;2820;p35"/>
          <p:cNvSpPr/>
          <p:nvPr/>
        </p:nvSpPr>
        <p:spPr>
          <a:xfrm>
            <a:off x="365921" y="3824000"/>
            <a:ext cx="841476" cy="574025"/>
          </a:xfrm>
          <a:custGeom>
            <a:avLst/>
            <a:gdLst/>
            <a:ahLst/>
            <a:cxnLst/>
            <a:rect l="l" t="t" r="r" b="b"/>
            <a:pathLst>
              <a:path w="35686" h="23816" extrusionOk="0">
                <a:moveTo>
                  <a:pt x="21946" y="0"/>
                </a:moveTo>
                <a:cubicBezTo>
                  <a:pt x="21004" y="213"/>
                  <a:pt x="20031" y="365"/>
                  <a:pt x="19150" y="547"/>
                </a:cubicBezTo>
                <a:cubicBezTo>
                  <a:pt x="9423" y="2554"/>
                  <a:pt x="2007" y="10274"/>
                  <a:pt x="396" y="20031"/>
                </a:cubicBezTo>
                <a:cubicBezTo>
                  <a:pt x="305" y="20639"/>
                  <a:pt x="153" y="21247"/>
                  <a:pt x="1" y="21855"/>
                </a:cubicBezTo>
                <a:lnTo>
                  <a:pt x="1" y="23739"/>
                </a:lnTo>
                <a:cubicBezTo>
                  <a:pt x="153" y="23800"/>
                  <a:pt x="305" y="23800"/>
                  <a:pt x="456" y="23800"/>
                </a:cubicBezTo>
                <a:lnTo>
                  <a:pt x="22889" y="23800"/>
                </a:lnTo>
                <a:cubicBezTo>
                  <a:pt x="23162" y="23800"/>
                  <a:pt x="23436" y="23739"/>
                  <a:pt x="23861" y="23709"/>
                </a:cubicBezTo>
                <a:lnTo>
                  <a:pt x="23861" y="19545"/>
                </a:lnTo>
                <a:cubicBezTo>
                  <a:pt x="24104" y="19727"/>
                  <a:pt x="24196" y="19940"/>
                  <a:pt x="24256" y="20153"/>
                </a:cubicBezTo>
                <a:cubicBezTo>
                  <a:pt x="24978" y="21943"/>
                  <a:pt x="26853" y="23816"/>
                  <a:pt x="29827" y="23816"/>
                </a:cubicBezTo>
                <a:cubicBezTo>
                  <a:pt x="29983" y="23816"/>
                  <a:pt x="30143" y="23811"/>
                  <a:pt x="30305" y="23800"/>
                </a:cubicBezTo>
                <a:cubicBezTo>
                  <a:pt x="32676" y="23587"/>
                  <a:pt x="34712" y="21946"/>
                  <a:pt x="35472" y="19545"/>
                </a:cubicBezTo>
                <a:cubicBezTo>
                  <a:pt x="35503" y="19302"/>
                  <a:pt x="35594" y="19058"/>
                  <a:pt x="35685" y="18815"/>
                </a:cubicBezTo>
                <a:lnTo>
                  <a:pt x="35685" y="16931"/>
                </a:lnTo>
                <a:cubicBezTo>
                  <a:pt x="35320" y="15441"/>
                  <a:pt x="34652" y="14134"/>
                  <a:pt x="33436" y="13192"/>
                </a:cubicBezTo>
                <a:cubicBezTo>
                  <a:pt x="32646" y="12554"/>
                  <a:pt x="31673" y="12219"/>
                  <a:pt x="30700" y="11946"/>
                </a:cubicBezTo>
                <a:lnTo>
                  <a:pt x="28785" y="11946"/>
                </a:lnTo>
                <a:cubicBezTo>
                  <a:pt x="27083" y="12311"/>
                  <a:pt x="25685" y="13131"/>
                  <a:pt x="24743" y="14651"/>
                </a:cubicBezTo>
                <a:cubicBezTo>
                  <a:pt x="24439" y="15137"/>
                  <a:pt x="24196" y="15715"/>
                  <a:pt x="23861" y="16384"/>
                </a:cubicBezTo>
                <a:lnTo>
                  <a:pt x="23861" y="7295"/>
                </a:lnTo>
                <a:lnTo>
                  <a:pt x="23861" y="4681"/>
                </a:lnTo>
                <a:lnTo>
                  <a:pt x="23861" y="0"/>
                </a:ln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1" name="Google Shape;2821;p35"/>
          <p:cNvSpPr/>
          <p:nvPr/>
        </p:nvSpPr>
        <p:spPr>
          <a:xfrm>
            <a:off x="3725332" y="3824000"/>
            <a:ext cx="842183" cy="574387"/>
          </a:xfrm>
          <a:custGeom>
            <a:avLst/>
            <a:gdLst/>
            <a:ahLst/>
            <a:cxnLst/>
            <a:rect l="l" t="t" r="r" b="b"/>
            <a:pathLst>
              <a:path w="35716" h="23831" extrusionOk="0">
                <a:moveTo>
                  <a:pt x="21976" y="0"/>
                </a:moveTo>
                <a:lnTo>
                  <a:pt x="18906" y="578"/>
                </a:lnTo>
                <a:cubicBezTo>
                  <a:pt x="9636" y="2432"/>
                  <a:pt x="2189" y="10031"/>
                  <a:pt x="517" y="19393"/>
                </a:cubicBezTo>
                <a:cubicBezTo>
                  <a:pt x="243" y="20882"/>
                  <a:pt x="0" y="22341"/>
                  <a:pt x="152" y="23831"/>
                </a:cubicBezTo>
                <a:cubicBezTo>
                  <a:pt x="8025" y="23800"/>
                  <a:pt x="15897" y="23800"/>
                  <a:pt x="23861" y="23800"/>
                </a:cubicBezTo>
                <a:lnTo>
                  <a:pt x="23861" y="19575"/>
                </a:lnTo>
                <a:cubicBezTo>
                  <a:pt x="24104" y="19818"/>
                  <a:pt x="24226" y="20031"/>
                  <a:pt x="24317" y="20305"/>
                </a:cubicBezTo>
                <a:cubicBezTo>
                  <a:pt x="25335" y="22556"/>
                  <a:pt x="27526" y="23824"/>
                  <a:pt x="29776" y="23824"/>
                </a:cubicBezTo>
                <a:cubicBezTo>
                  <a:pt x="31020" y="23824"/>
                  <a:pt x="32282" y="23437"/>
                  <a:pt x="33375" y="22615"/>
                </a:cubicBezTo>
                <a:cubicBezTo>
                  <a:pt x="34621" y="21672"/>
                  <a:pt x="35350" y="20335"/>
                  <a:pt x="35685" y="18815"/>
                </a:cubicBezTo>
                <a:cubicBezTo>
                  <a:pt x="35685" y="18177"/>
                  <a:pt x="35685" y="17569"/>
                  <a:pt x="35715" y="16931"/>
                </a:cubicBezTo>
                <a:cubicBezTo>
                  <a:pt x="35350" y="15289"/>
                  <a:pt x="34621" y="13830"/>
                  <a:pt x="33192" y="12979"/>
                </a:cubicBezTo>
                <a:cubicBezTo>
                  <a:pt x="32432" y="12523"/>
                  <a:pt x="31551" y="12280"/>
                  <a:pt x="30761" y="11946"/>
                </a:cubicBezTo>
                <a:lnTo>
                  <a:pt x="28846" y="11946"/>
                </a:lnTo>
                <a:cubicBezTo>
                  <a:pt x="27204" y="12311"/>
                  <a:pt x="25837" y="13040"/>
                  <a:pt x="24894" y="14499"/>
                </a:cubicBezTo>
                <a:cubicBezTo>
                  <a:pt x="24560" y="15016"/>
                  <a:pt x="24286" y="15593"/>
                  <a:pt x="24013" y="16110"/>
                </a:cubicBezTo>
                <a:cubicBezTo>
                  <a:pt x="23830" y="15441"/>
                  <a:pt x="23770" y="10639"/>
                  <a:pt x="23922" y="7386"/>
                </a:cubicBezTo>
                <a:lnTo>
                  <a:pt x="23922" y="4621"/>
                </a:lnTo>
                <a:cubicBezTo>
                  <a:pt x="23861" y="3101"/>
                  <a:pt x="23861" y="1520"/>
                  <a:pt x="23861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2" name="Google Shape;2822;p35"/>
          <p:cNvSpPr/>
          <p:nvPr/>
        </p:nvSpPr>
        <p:spPr>
          <a:xfrm>
            <a:off x="3166967" y="3824000"/>
            <a:ext cx="561228" cy="572941"/>
          </a:xfrm>
          <a:custGeom>
            <a:avLst/>
            <a:gdLst/>
            <a:ahLst/>
            <a:cxnLst/>
            <a:rect l="l" t="t" r="r" b="b"/>
            <a:pathLst>
              <a:path w="23801" h="23771" extrusionOk="0">
                <a:moveTo>
                  <a:pt x="62" y="0"/>
                </a:moveTo>
                <a:cubicBezTo>
                  <a:pt x="62" y="152"/>
                  <a:pt x="1" y="304"/>
                  <a:pt x="1" y="456"/>
                </a:cubicBezTo>
                <a:lnTo>
                  <a:pt x="1" y="23010"/>
                </a:lnTo>
                <a:cubicBezTo>
                  <a:pt x="1" y="23253"/>
                  <a:pt x="62" y="23496"/>
                  <a:pt x="62" y="23770"/>
                </a:cubicBezTo>
                <a:cubicBezTo>
                  <a:pt x="110" y="23770"/>
                  <a:pt x="158" y="23770"/>
                  <a:pt x="206" y="23770"/>
                </a:cubicBezTo>
                <a:cubicBezTo>
                  <a:pt x="5346" y="23770"/>
                  <a:pt x="9979" y="22161"/>
                  <a:pt x="14074" y="19150"/>
                </a:cubicBezTo>
                <a:cubicBezTo>
                  <a:pt x="17053" y="16992"/>
                  <a:pt x="19363" y="14256"/>
                  <a:pt x="21065" y="11034"/>
                </a:cubicBezTo>
                <a:cubicBezTo>
                  <a:pt x="22555" y="8298"/>
                  <a:pt x="23466" y="5320"/>
                  <a:pt x="23618" y="2189"/>
                </a:cubicBezTo>
                <a:cubicBezTo>
                  <a:pt x="23649" y="1459"/>
                  <a:pt x="23740" y="730"/>
                  <a:pt x="23801" y="0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3" name="Google Shape;2823;p35"/>
          <p:cNvSpPr/>
          <p:nvPr/>
        </p:nvSpPr>
        <p:spPr>
          <a:xfrm>
            <a:off x="6527110" y="3824000"/>
            <a:ext cx="556205" cy="572941"/>
          </a:xfrm>
          <a:custGeom>
            <a:avLst/>
            <a:gdLst/>
            <a:ahLst/>
            <a:cxnLst/>
            <a:rect l="l" t="t" r="r" b="b"/>
            <a:pathLst>
              <a:path w="23588" h="23771" extrusionOk="0">
                <a:moveTo>
                  <a:pt x="30" y="0"/>
                </a:moveTo>
                <a:cubicBezTo>
                  <a:pt x="30" y="152"/>
                  <a:pt x="0" y="304"/>
                  <a:pt x="0" y="456"/>
                </a:cubicBezTo>
                <a:lnTo>
                  <a:pt x="0" y="23010"/>
                </a:lnTo>
                <a:cubicBezTo>
                  <a:pt x="0" y="23253"/>
                  <a:pt x="30" y="23496"/>
                  <a:pt x="30" y="23770"/>
                </a:cubicBezTo>
                <a:cubicBezTo>
                  <a:pt x="77" y="23770"/>
                  <a:pt x="124" y="23770"/>
                  <a:pt x="171" y="23770"/>
                </a:cubicBezTo>
                <a:cubicBezTo>
                  <a:pt x="5737" y="23770"/>
                  <a:pt x="10675" y="21977"/>
                  <a:pt x="15016" y="18450"/>
                </a:cubicBezTo>
                <a:cubicBezTo>
                  <a:pt x="17417" y="16475"/>
                  <a:pt x="19332" y="14195"/>
                  <a:pt x="20851" y="11460"/>
                </a:cubicBezTo>
                <a:cubicBezTo>
                  <a:pt x="22067" y="9271"/>
                  <a:pt x="22827" y="6961"/>
                  <a:pt x="23344" y="4529"/>
                </a:cubicBezTo>
                <a:cubicBezTo>
                  <a:pt x="23405" y="4043"/>
                  <a:pt x="23526" y="3557"/>
                  <a:pt x="23587" y="3040"/>
                </a:cubicBezTo>
                <a:lnTo>
                  <a:pt x="23587" y="0"/>
                </a:ln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4" name="Google Shape;2824;p35"/>
          <p:cNvSpPr/>
          <p:nvPr/>
        </p:nvSpPr>
        <p:spPr>
          <a:xfrm>
            <a:off x="6529256" y="4398356"/>
            <a:ext cx="554059" cy="571470"/>
          </a:xfrm>
          <a:custGeom>
            <a:avLst/>
            <a:gdLst/>
            <a:ahLst/>
            <a:cxnLst/>
            <a:rect l="l" t="t" r="r" b="b"/>
            <a:pathLst>
              <a:path w="23497" h="23710" extrusionOk="0">
                <a:moveTo>
                  <a:pt x="11771" y="0"/>
                </a:moveTo>
                <a:cubicBezTo>
                  <a:pt x="11748" y="0"/>
                  <a:pt x="11725" y="0"/>
                  <a:pt x="11703" y="1"/>
                </a:cubicBezTo>
                <a:cubicBezTo>
                  <a:pt x="6414" y="31"/>
                  <a:pt x="1702" y="3648"/>
                  <a:pt x="365" y="8754"/>
                </a:cubicBezTo>
                <a:cubicBezTo>
                  <a:pt x="213" y="9241"/>
                  <a:pt x="91" y="9727"/>
                  <a:pt x="0" y="10213"/>
                </a:cubicBezTo>
                <a:lnTo>
                  <a:pt x="0" y="13496"/>
                </a:lnTo>
                <a:cubicBezTo>
                  <a:pt x="61" y="13861"/>
                  <a:pt x="183" y="14286"/>
                  <a:pt x="304" y="14682"/>
                </a:cubicBezTo>
                <a:cubicBezTo>
                  <a:pt x="1611" y="19879"/>
                  <a:pt x="5988" y="23435"/>
                  <a:pt x="11338" y="23679"/>
                </a:cubicBezTo>
                <a:cubicBezTo>
                  <a:pt x="11459" y="23679"/>
                  <a:pt x="11611" y="23709"/>
                  <a:pt x="11733" y="23709"/>
                </a:cubicBezTo>
                <a:cubicBezTo>
                  <a:pt x="11748" y="23694"/>
                  <a:pt x="11779" y="23686"/>
                  <a:pt x="11809" y="23686"/>
                </a:cubicBezTo>
                <a:cubicBezTo>
                  <a:pt x="11839" y="23686"/>
                  <a:pt x="11870" y="23694"/>
                  <a:pt x="11885" y="23709"/>
                </a:cubicBezTo>
                <a:cubicBezTo>
                  <a:pt x="16475" y="23527"/>
                  <a:pt x="19940" y="21429"/>
                  <a:pt x="22219" y="17417"/>
                </a:cubicBezTo>
                <a:cubicBezTo>
                  <a:pt x="22736" y="16414"/>
                  <a:pt x="23162" y="15381"/>
                  <a:pt x="23314" y="14286"/>
                </a:cubicBezTo>
                <a:cubicBezTo>
                  <a:pt x="23344" y="14165"/>
                  <a:pt x="23435" y="14104"/>
                  <a:pt x="23496" y="13982"/>
                </a:cubicBezTo>
                <a:lnTo>
                  <a:pt x="23496" y="10001"/>
                </a:lnTo>
                <a:cubicBezTo>
                  <a:pt x="23405" y="9545"/>
                  <a:pt x="23314" y="9089"/>
                  <a:pt x="23192" y="8633"/>
                </a:cubicBezTo>
                <a:cubicBezTo>
                  <a:pt x="21800" y="3548"/>
                  <a:pt x="17092" y="0"/>
                  <a:pt x="11771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5" name="Google Shape;2825;p35"/>
          <p:cNvSpPr/>
          <p:nvPr/>
        </p:nvSpPr>
        <p:spPr>
          <a:xfrm>
            <a:off x="3166967" y="3824000"/>
            <a:ext cx="1077276" cy="822739"/>
          </a:xfrm>
          <a:custGeom>
            <a:avLst/>
            <a:gdLst/>
            <a:ahLst/>
            <a:cxnLst/>
            <a:rect l="l" t="t" r="r" b="b"/>
            <a:pathLst>
              <a:path w="45686" h="34135" extrusionOk="0">
                <a:moveTo>
                  <a:pt x="23831" y="0"/>
                </a:moveTo>
                <a:cubicBezTo>
                  <a:pt x="23770" y="730"/>
                  <a:pt x="23679" y="1459"/>
                  <a:pt x="23649" y="2158"/>
                </a:cubicBezTo>
                <a:cubicBezTo>
                  <a:pt x="23466" y="5320"/>
                  <a:pt x="22555" y="8268"/>
                  <a:pt x="21096" y="11034"/>
                </a:cubicBezTo>
                <a:cubicBezTo>
                  <a:pt x="19393" y="14256"/>
                  <a:pt x="17083" y="16992"/>
                  <a:pt x="14105" y="19150"/>
                </a:cubicBezTo>
                <a:cubicBezTo>
                  <a:pt x="10015" y="22135"/>
                  <a:pt x="5427" y="23771"/>
                  <a:pt x="340" y="23771"/>
                </a:cubicBezTo>
                <a:cubicBezTo>
                  <a:pt x="248" y="23771"/>
                  <a:pt x="155" y="23771"/>
                  <a:pt x="62" y="23770"/>
                </a:cubicBezTo>
                <a:lnTo>
                  <a:pt x="1" y="23831"/>
                </a:lnTo>
                <a:cubicBezTo>
                  <a:pt x="1" y="25685"/>
                  <a:pt x="62" y="27539"/>
                  <a:pt x="62" y="29423"/>
                </a:cubicBezTo>
                <a:cubicBezTo>
                  <a:pt x="62" y="30973"/>
                  <a:pt x="92" y="32584"/>
                  <a:pt x="92" y="34135"/>
                </a:cubicBezTo>
                <a:cubicBezTo>
                  <a:pt x="153" y="33983"/>
                  <a:pt x="214" y="33831"/>
                  <a:pt x="244" y="33679"/>
                </a:cubicBezTo>
                <a:cubicBezTo>
                  <a:pt x="1278" y="28147"/>
                  <a:pt x="5715" y="24256"/>
                  <a:pt x="11308" y="23922"/>
                </a:cubicBezTo>
                <a:cubicBezTo>
                  <a:pt x="11565" y="23904"/>
                  <a:pt x="11821" y="23895"/>
                  <a:pt x="12075" y="23895"/>
                </a:cubicBezTo>
                <a:cubicBezTo>
                  <a:pt x="17095" y="23895"/>
                  <a:pt x="21632" y="27273"/>
                  <a:pt x="23223" y="32220"/>
                </a:cubicBezTo>
                <a:cubicBezTo>
                  <a:pt x="23345" y="32493"/>
                  <a:pt x="23406" y="32797"/>
                  <a:pt x="23527" y="33132"/>
                </a:cubicBezTo>
                <a:cubicBezTo>
                  <a:pt x="23953" y="32767"/>
                  <a:pt x="23801" y="32432"/>
                  <a:pt x="23801" y="32068"/>
                </a:cubicBezTo>
                <a:cubicBezTo>
                  <a:pt x="23831" y="29332"/>
                  <a:pt x="23831" y="26566"/>
                  <a:pt x="23831" y="23831"/>
                </a:cubicBezTo>
                <a:cubicBezTo>
                  <a:pt x="23679" y="22311"/>
                  <a:pt x="23922" y="20882"/>
                  <a:pt x="24166" y="19393"/>
                </a:cubicBezTo>
                <a:cubicBezTo>
                  <a:pt x="25898" y="10031"/>
                  <a:pt x="33345" y="2432"/>
                  <a:pt x="42616" y="578"/>
                </a:cubicBezTo>
                <a:cubicBezTo>
                  <a:pt x="43649" y="335"/>
                  <a:pt x="44652" y="183"/>
                  <a:pt x="45686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35"/>
          <p:cNvSpPr/>
          <p:nvPr/>
        </p:nvSpPr>
        <p:spPr>
          <a:xfrm>
            <a:off x="2100463" y="3824000"/>
            <a:ext cx="1027805" cy="527507"/>
          </a:xfrm>
          <a:custGeom>
            <a:avLst/>
            <a:gdLst/>
            <a:ahLst/>
            <a:cxnLst/>
            <a:rect l="l" t="t" r="r" b="b"/>
            <a:pathLst>
              <a:path w="43588" h="21886" extrusionOk="0">
                <a:moveTo>
                  <a:pt x="61" y="0"/>
                </a:moveTo>
                <a:cubicBezTo>
                  <a:pt x="31" y="92"/>
                  <a:pt x="0" y="122"/>
                  <a:pt x="0" y="213"/>
                </a:cubicBezTo>
                <a:cubicBezTo>
                  <a:pt x="7629" y="1064"/>
                  <a:pt x="13557" y="4712"/>
                  <a:pt x="17782" y="11095"/>
                </a:cubicBezTo>
                <a:cubicBezTo>
                  <a:pt x="17964" y="11338"/>
                  <a:pt x="18025" y="11672"/>
                  <a:pt x="18146" y="11946"/>
                </a:cubicBezTo>
                <a:cubicBezTo>
                  <a:pt x="18846" y="12463"/>
                  <a:pt x="19089" y="13283"/>
                  <a:pt x="19393" y="14043"/>
                </a:cubicBezTo>
                <a:cubicBezTo>
                  <a:pt x="20578" y="16779"/>
                  <a:pt x="21095" y="18694"/>
                  <a:pt x="21520" y="21885"/>
                </a:cubicBezTo>
                <a:cubicBezTo>
                  <a:pt x="21642" y="21095"/>
                  <a:pt x="21794" y="20305"/>
                  <a:pt x="21915" y="19514"/>
                </a:cubicBezTo>
                <a:cubicBezTo>
                  <a:pt x="22280" y="17174"/>
                  <a:pt x="23101" y="14985"/>
                  <a:pt x="24165" y="12888"/>
                </a:cubicBezTo>
                <a:cubicBezTo>
                  <a:pt x="24347" y="12554"/>
                  <a:pt x="24560" y="12250"/>
                  <a:pt x="24803" y="11946"/>
                </a:cubicBezTo>
                <a:cubicBezTo>
                  <a:pt x="24864" y="11703"/>
                  <a:pt x="24955" y="11460"/>
                  <a:pt x="25107" y="11247"/>
                </a:cubicBezTo>
                <a:cubicBezTo>
                  <a:pt x="28724" y="5593"/>
                  <a:pt x="33831" y="2037"/>
                  <a:pt x="40426" y="578"/>
                </a:cubicBezTo>
                <a:cubicBezTo>
                  <a:pt x="41490" y="365"/>
                  <a:pt x="42524" y="213"/>
                  <a:pt x="43588" y="0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7" name="Google Shape;2827;p35"/>
          <p:cNvSpPr/>
          <p:nvPr/>
        </p:nvSpPr>
        <p:spPr>
          <a:xfrm>
            <a:off x="5459851" y="3824000"/>
            <a:ext cx="1012054" cy="527507"/>
          </a:xfrm>
          <a:custGeom>
            <a:avLst/>
            <a:gdLst/>
            <a:ahLst/>
            <a:cxnLst/>
            <a:rect l="l" t="t" r="r" b="b"/>
            <a:pathLst>
              <a:path w="42920" h="21886" extrusionOk="0">
                <a:moveTo>
                  <a:pt x="92" y="0"/>
                </a:moveTo>
                <a:cubicBezTo>
                  <a:pt x="62" y="92"/>
                  <a:pt x="1" y="122"/>
                  <a:pt x="1" y="213"/>
                </a:cubicBezTo>
                <a:cubicBezTo>
                  <a:pt x="7661" y="1064"/>
                  <a:pt x="13588" y="4712"/>
                  <a:pt x="17843" y="11095"/>
                </a:cubicBezTo>
                <a:cubicBezTo>
                  <a:pt x="18025" y="11338"/>
                  <a:pt x="18086" y="11672"/>
                  <a:pt x="18208" y="11946"/>
                </a:cubicBezTo>
                <a:cubicBezTo>
                  <a:pt x="18512" y="12402"/>
                  <a:pt x="18907" y="12858"/>
                  <a:pt x="19120" y="13344"/>
                </a:cubicBezTo>
                <a:cubicBezTo>
                  <a:pt x="20275" y="15715"/>
                  <a:pt x="21035" y="18177"/>
                  <a:pt x="21369" y="20761"/>
                </a:cubicBezTo>
                <a:cubicBezTo>
                  <a:pt x="21430" y="21125"/>
                  <a:pt x="21430" y="21520"/>
                  <a:pt x="21582" y="21885"/>
                </a:cubicBezTo>
                <a:cubicBezTo>
                  <a:pt x="21643" y="21490"/>
                  <a:pt x="21734" y="21095"/>
                  <a:pt x="21795" y="20669"/>
                </a:cubicBezTo>
                <a:cubicBezTo>
                  <a:pt x="22099" y="17873"/>
                  <a:pt x="23010" y="15198"/>
                  <a:pt x="24287" y="12706"/>
                </a:cubicBezTo>
                <a:cubicBezTo>
                  <a:pt x="24409" y="12432"/>
                  <a:pt x="24621" y="12219"/>
                  <a:pt x="24834" y="11946"/>
                </a:cubicBezTo>
                <a:cubicBezTo>
                  <a:pt x="24986" y="11672"/>
                  <a:pt x="25047" y="11368"/>
                  <a:pt x="25229" y="11095"/>
                </a:cubicBezTo>
                <a:cubicBezTo>
                  <a:pt x="29454" y="4772"/>
                  <a:pt x="35351" y="1125"/>
                  <a:pt x="42920" y="213"/>
                </a:cubicBezTo>
                <a:cubicBezTo>
                  <a:pt x="42859" y="122"/>
                  <a:pt x="42859" y="92"/>
                  <a:pt x="42828" y="0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8" name="Google Shape;2828;p35"/>
          <p:cNvSpPr/>
          <p:nvPr/>
        </p:nvSpPr>
        <p:spPr>
          <a:xfrm>
            <a:off x="6526379" y="3897247"/>
            <a:ext cx="556936" cy="747298"/>
          </a:xfrm>
          <a:custGeom>
            <a:avLst/>
            <a:gdLst/>
            <a:ahLst/>
            <a:cxnLst/>
            <a:rect l="l" t="t" r="r" b="b"/>
            <a:pathLst>
              <a:path w="23619" h="31005" extrusionOk="0">
                <a:moveTo>
                  <a:pt x="23588" y="1"/>
                </a:moveTo>
                <a:cubicBezTo>
                  <a:pt x="23527" y="518"/>
                  <a:pt x="23436" y="1004"/>
                  <a:pt x="23314" y="1490"/>
                </a:cubicBezTo>
                <a:cubicBezTo>
                  <a:pt x="22828" y="3922"/>
                  <a:pt x="22068" y="6202"/>
                  <a:pt x="20852" y="8421"/>
                </a:cubicBezTo>
                <a:cubicBezTo>
                  <a:pt x="19363" y="11156"/>
                  <a:pt x="17387" y="13436"/>
                  <a:pt x="15016" y="15411"/>
                </a:cubicBezTo>
                <a:cubicBezTo>
                  <a:pt x="10706" y="18938"/>
                  <a:pt x="5768" y="20731"/>
                  <a:pt x="202" y="20731"/>
                </a:cubicBezTo>
                <a:cubicBezTo>
                  <a:pt x="155" y="20731"/>
                  <a:pt x="108" y="20731"/>
                  <a:pt x="61" y="20731"/>
                </a:cubicBezTo>
                <a:lnTo>
                  <a:pt x="1" y="20731"/>
                </a:lnTo>
                <a:cubicBezTo>
                  <a:pt x="1" y="22919"/>
                  <a:pt x="31" y="25138"/>
                  <a:pt x="31" y="27327"/>
                </a:cubicBezTo>
                <a:cubicBezTo>
                  <a:pt x="31" y="28542"/>
                  <a:pt x="61" y="29789"/>
                  <a:pt x="61" y="31004"/>
                </a:cubicBezTo>
                <a:cubicBezTo>
                  <a:pt x="213" y="30518"/>
                  <a:pt x="335" y="30032"/>
                  <a:pt x="457" y="29545"/>
                </a:cubicBezTo>
                <a:cubicBezTo>
                  <a:pt x="1794" y="24439"/>
                  <a:pt x="6505" y="20822"/>
                  <a:pt x="11764" y="20792"/>
                </a:cubicBezTo>
                <a:cubicBezTo>
                  <a:pt x="11787" y="20791"/>
                  <a:pt x="11810" y="20791"/>
                  <a:pt x="11833" y="20791"/>
                </a:cubicBezTo>
                <a:cubicBezTo>
                  <a:pt x="17184" y="20791"/>
                  <a:pt x="21892" y="24309"/>
                  <a:pt x="23284" y="29424"/>
                </a:cubicBezTo>
                <a:cubicBezTo>
                  <a:pt x="23436" y="29880"/>
                  <a:pt x="23527" y="30336"/>
                  <a:pt x="23618" y="30792"/>
                </a:cubicBezTo>
                <a:cubicBezTo>
                  <a:pt x="23618" y="20518"/>
                  <a:pt x="23618" y="10275"/>
                  <a:pt x="23588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9" name="Google Shape;2829;p35"/>
          <p:cNvSpPr/>
          <p:nvPr/>
        </p:nvSpPr>
        <p:spPr>
          <a:xfrm>
            <a:off x="363775" y="3824000"/>
            <a:ext cx="519656" cy="526760"/>
          </a:xfrm>
          <a:custGeom>
            <a:avLst/>
            <a:gdLst/>
            <a:ahLst/>
            <a:cxnLst/>
            <a:rect l="l" t="t" r="r" b="b"/>
            <a:pathLst>
              <a:path w="22038" h="21855" extrusionOk="0">
                <a:moveTo>
                  <a:pt x="0" y="0"/>
                </a:moveTo>
                <a:lnTo>
                  <a:pt x="0" y="21855"/>
                </a:lnTo>
                <a:cubicBezTo>
                  <a:pt x="152" y="21247"/>
                  <a:pt x="304" y="20639"/>
                  <a:pt x="426" y="20031"/>
                </a:cubicBezTo>
                <a:cubicBezTo>
                  <a:pt x="2037" y="10274"/>
                  <a:pt x="9423" y="2523"/>
                  <a:pt x="19150" y="547"/>
                </a:cubicBezTo>
                <a:cubicBezTo>
                  <a:pt x="20122" y="365"/>
                  <a:pt x="21095" y="213"/>
                  <a:pt x="22037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0" name="Google Shape;2830;p35"/>
          <p:cNvSpPr/>
          <p:nvPr/>
        </p:nvSpPr>
        <p:spPr>
          <a:xfrm>
            <a:off x="4567514" y="3824000"/>
            <a:ext cx="280979" cy="287205"/>
          </a:xfrm>
          <a:custGeom>
            <a:avLst/>
            <a:gdLst/>
            <a:ahLst/>
            <a:cxnLst/>
            <a:rect l="l" t="t" r="r" b="b"/>
            <a:pathLst>
              <a:path w="11916" h="11916" extrusionOk="0">
                <a:moveTo>
                  <a:pt x="4924" y="0"/>
                </a:moveTo>
                <a:cubicBezTo>
                  <a:pt x="4681" y="122"/>
                  <a:pt x="4499" y="213"/>
                  <a:pt x="4286" y="274"/>
                </a:cubicBezTo>
                <a:cubicBezTo>
                  <a:pt x="2067" y="973"/>
                  <a:pt x="699" y="2432"/>
                  <a:pt x="122" y="4712"/>
                </a:cubicBezTo>
                <a:lnTo>
                  <a:pt x="0" y="5076"/>
                </a:lnTo>
                <a:lnTo>
                  <a:pt x="0" y="6961"/>
                </a:lnTo>
                <a:cubicBezTo>
                  <a:pt x="0" y="6991"/>
                  <a:pt x="31" y="6991"/>
                  <a:pt x="31" y="7052"/>
                </a:cubicBezTo>
                <a:cubicBezTo>
                  <a:pt x="699" y="9697"/>
                  <a:pt x="2371" y="11308"/>
                  <a:pt x="5015" y="11915"/>
                </a:cubicBezTo>
                <a:lnTo>
                  <a:pt x="6930" y="11915"/>
                </a:lnTo>
                <a:cubicBezTo>
                  <a:pt x="7113" y="11855"/>
                  <a:pt x="7295" y="11794"/>
                  <a:pt x="7538" y="11703"/>
                </a:cubicBezTo>
                <a:cubicBezTo>
                  <a:pt x="10092" y="10912"/>
                  <a:pt x="11794" y="8724"/>
                  <a:pt x="11855" y="6140"/>
                </a:cubicBezTo>
                <a:cubicBezTo>
                  <a:pt x="11915" y="3496"/>
                  <a:pt x="10304" y="1186"/>
                  <a:pt x="7721" y="304"/>
                </a:cubicBezTo>
                <a:cubicBezTo>
                  <a:pt x="7508" y="244"/>
                  <a:pt x="7234" y="122"/>
                  <a:pt x="6961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1" name="Google Shape;2831;p35"/>
          <p:cNvSpPr/>
          <p:nvPr/>
        </p:nvSpPr>
        <p:spPr>
          <a:xfrm>
            <a:off x="1208102" y="3824000"/>
            <a:ext cx="283125" cy="287928"/>
          </a:xfrm>
          <a:custGeom>
            <a:avLst/>
            <a:gdLst/>
            <a:ahLst/>
            <a:cxnLst/>
            <a:rect l="l" t="t" r="r" b="b"/>
            <a:pathLst>
              <a:path w="12007" h="11946" extrusionOk="0">
                <a:moveTo>
                  <a:pt x="4894" y="0"/>
                </a:moveTo>
                <a:cubicBezTo>
                  <a:pt x="4681" y="92"/>
                  <a:pt x="4469" y="183"/>
                  <a:pt x="4286" y="274"/>
                </a:cubicBezTo>
                <a:cubicBezTo>
                  <a:pt x="2037" y="943"/>
                  <a:pt x="669" y="2432"/>
                  <a:pt x="122" y="4712"/>
                </a:cubicBezTo>
                <a:lnTo>
                  <a:pt x="1" y="5046"/>
                </a:lnTo>
                <a:lnTo>
                  <a:pt x="1" y="6870"/>
                </a:lnTo>
                <a:cubicBezTo>
                  <a:pt x="152" y="7386"/>
                  <a:pt x="274" y="7873"/>
                  <a:pt x="456" y="8329"/>
                </a:cubicBezTo>
                <a:cubicBezTo>
                  <a:pt x="1186" y="9970"/>
                  <a:pt x="2341" y="11064"/>
                  <a:pt x="4013" y="11642"/>
                </a:cubicBezTo>
                <a:cubicBezTo>
                  <a:pt x="4377" y="11763"/>
                  <a:pt x="4681" y="11824"/>
                  <a:pt x="5016" y="11946"/>
                </a:cubicBezTo>
                <a:lnTo>
                  <a:pt x="6840" y="11946"/>
                </a:lnTo>
                <a:cubicBezTo>
                  <a:pt x="6992" y="11855"/>
                  <a:pt x="7144" y="11824"/>
                  <a:pt x="7295" y="11794"/>
                </a:cubicBezTo>
                <a:cubicBezTo>
                  <a:pt x="9940" y="11095"/>
                  <a:pt x="11764" y="8906"/>
                  <a:pt x="11885" y="6292"/>
                </a:cubicBezTo>
                <a:cubicBezTo>
                  <a:pt x="12007" y="3587"/>
                  <a:pt x="10365" y="1216"/>
                  <a:pt x="7751" y="304"/>
                </a:cubicBezTo>
                <a:cubicBezTo>
                  <a:pt x="7478" y="244"/>
                  <a:pt x="7204" y="122"/>
                  <a:pt x="6961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2" name="Google Shape;2832;p35"/>
          <p:cNvSpPr/>
          <p:nvPr/>
        </p:nvSpPr>
        <p:spPr>
          <a:xfrm>
            <a:off x="928578" y="3824000"/>
            <a:ext cx="278833" cy="288676"/>
          </a:xfrm>
          <a:custGeom>
            <a:avLst/>
            <a:gdLst/>
            <a:ahLst/>
            <a:cxnLst/>
            <a:rect l="l" t="t" r="r" b="b"/>
            <a:pathLst>
              <a:path w="11825" h="11977" extrusionOk="0">
                <a:moveTo>
                  <a:pt x="4955" y="0"/>
                </a:moveTo>
                <a:cubicBezTo>
                  <a:pt x="4712" y="122"/>
                  <a:pt x="4468" y="183"/>
                  <a:pt x="4256" y="274"/>
                </a:cubicBezTo>
                <a:cubicBezTo>
                  <a:pt x="2189" y="912"/>
                  <a:pt x="821" y="2250"/>
                  <a:pt x="183" y="4256"/>
                </a:cubicBezTo>
                <a:cubicBezTo>
                  <a:pt x="91" y="4408"/>
                  <a:pt x="61" y="4529"/>
                  <a:pt x="0" y="4681"/>
                </a:cubicBezTo>
                <a:lnTo>
                  <a:pt x="0" y="7295"/>
                </a:lnTo>
                <a:cubicBezTo>
                  <a:pt x="31" y="7478"/>
                  <a:pt x="91" y="7630"/>
                  <a:pt x="183" y="7842"/>
                </a:cubicBezTo>
                <a:cubicBezTo>
                  <a:pt x="912" y="9879"/>
                  <a:pt x="2310" y="11216"/>
                  <a:pt x="4408" y="11794"/>
                </a:cubicBezTo>
                <a:cubicBezTo>
                  <a:pt x="4590" y="11855"/>
                  <a:pt x="4742" y="11885"/>
                  <a:pt x="4924" y="11976"/>
                </a:cubicBezTo>
                <a:lnTo>
                  <a:pt x="6839" y="11976"/>
                </a:lnTo>
                <a:cubicBezTo>
                  <a:pt x="6961" y="11885"/>
                  <a:pt x="7052" y="11855"/>
                  <a:pt x="7174" y="11824"/>
                </a:cubicBezTo>
                <a:cubicBezTo>
                  <a:pt x="9453" y="11247"/>
                  <a:pt x="10943" y="9849"/>
                  <a:pt x="11611" y="7569"/>
                </a:cubicBezTo>
                <a:cubicBezTo>
                  <a:pt x="11703" y="7356"/>
                  <a:pt x="11733" y="7143"/>
                  <a:pt x="11824" y="6931"/>
                </a:cubicBezTo>
                <a:lnTo>
                  <a:pt x="11824" y="5107"/>
                </a:lnTo>
                <a:cubicBezTo>
                  <a:pt x="11581" y="4408"/>
                  <a:pt x="11399" y="3678"/>
                  <a:pt x="11125" y="3040"/>
                </a:cubicBezTo>
                <a:cubicBezTo>
                  <a:pt x="10396" y="1703"/>
                  <a:pt x="9301" y="851"/>
                  <a:pt x="7842" y="335"/>
                </a:cubicBezTo>
                <a:cubicBezTo>
                  <a:pt x="7508" y="244"/>
                  <a:pt x="7204" y="122"/>
                  <a:pt x="6870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3" name="Google Shape;2833;p35"/>
          <p:cNvSpPr/>
          <p:nvPr/>
        </p:nvSpPr>
        <p:spPr>
          <a:xfrm>
            <a:off x="4289404" y="3824723"/>
            <a:ext cx="277395" cy="287205"/>
          </a:xfrm>
          <a:custGeom>
            <a:avLst/>
            <a:gdLst/>
            <a:ahLst/>
            <a:cxnLst/>
            <a:rect l="l" t="t" r="r" b="b"/>
            <a:pathLst>
              <a:path w="11764" h="11916" extrusionOk="0">
                <a:moveTo>
                  <a:pt x="4925" y="1"/>
                </a:moveTo>
                <a:cubicBezTo>
                  <a:pt x="4742" y="92"/>
                  <a:pt x="4499" y="153"/>
                  <a:pt x="4317" y="244"/>
                </a:cubicBezTo>
                <a:cubicBezTo>
                  <a:pt x="2280" y="852"/>
                  <a:pt x="913" y="2189"/>
                  <a:pt x="183" y="4195"/>
                </a:cubicBezTo>
                <a:cubicBezTo>
                  <a:pt x="92" y="4347"/>
                  <a:pt x="61" y="4469"/>
                  <a:pt x="1" y="4621"/>
                </a:cubicBezTo>
                <a:lnTo>
                  <a:pt x="1" y="7387"/>
                </a:lnTo>
                <a:cubicBezTo>
                  <a:pt x="61" y="7630"/>
                  <a:pt x="183" y="7873"/>
                  <a:pt x="305" y="8147"/>
                </a:cubicBezTo>
                <a:cubicBezTo>
                  <a:pt x="1064" y="9971"/>
                  <a:pt x="2372" y="11156"/>
                  <a:pt x="4286" y="11733"/>
                </a:cubicBezTo>
                <a:cubicBezTo>
                  <a:pt x="4469" y="11794"/>
                  <a:pt x="4712" y="11825"/>
                  <a:pt x="4894" y="11916"/>
                </a:cubicBezTo>
                <a:lnTo>
                  <a:pt x="6779" y="11916"/>
                </a:lnTo>
                <a:cubicBezTo>
                  <a:pt x="6900" y="11825"/>
                  <a:pt x="7022" y="11794"/>
                  <a:pt x="7144" y="11764"/>
                </a:cubicBezTo>
                <a:cubicBezTo>
                  <a:pt x="9454" y="11156"/>
                  <a:pt x="10973" y="9697"/>
                  <a:pt x="11612" y="7387"/>
                </a:cubicBezTo>
                <a:cubicBezTo>
                  <a:pt x="11642" y="7235"/>
                  <a:pt x="11733" y="7083"/>
                  <a:pt x="11764" y="6931"/>
                </a:cubicBezTo>
                <a:lnTo>
                  <a:pt x="11764" y="5046"/>
                </a:lnTo>
                <a:cubicBezTo>
                  <a:pt x="11490" y="4347"/>
                  <a:pt x="11308" y="3587"/>
                  <a:pt x="11004" y="2980"/>
                </a:cubicBezTo>
                <a:cubicBezTo>
                  <a:pt x="10335" y="1673"/>
                  <a:pt x="9211" y="821"/>
                  <a:pt x="7812" y="366"/>
                </a:cubicBezTo>
                <a:cubicBezTo>
                  <a:pt x="7478" y="244"/>
                  <a:pt x="7174" y="122"/>
                  <a:pt x="6840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4" name="Google Shape;2834;p35"/>
          <p:cNvSpPr/>
          <p:nvPr/>
        </p:nvSpPr>
        <p:spPr>
          <a:xfrm>
            <a:off x="6809488" y="4734630"/>
            <a:ext cx="273835" cy="517963"/>
          </a:xfrm>
          <a:custGeom>
            <a:avLst/>
            <a:gdLst/>
            <a:ahLst/>
            <a:cxnLst/>
            <a:rect l="l" t="t" r="r" b="b"/>
            <a:pathLst>
              <a:path w="11613" h="21490" extrusionOk="0">
                <a:moveTo>
                  <a:pt x="11612" y="0"/>
                </a:moveTo>
                <a:cubicBezTo>
                  <a:pt x="11551" y="122"/>
                  <a:pt x="11430" y="182"/>
                  <a:pt x="11430" y="304"/>
                </a:cubicBezTo>
                <a:cubicBezTo>
                  <a:pt x="11278" y="1398"/>
                  <a:pt x="10852" y="2462"/>
                  <a:pt x="10335" y="3404"/>
                </a:cubicBezTo>
                <a:cubicBezTo>
                  <a:pt x="8056" y="7447"/>
                  <a:pt x="4591" y="9544"/>
                  <a:pt x="1" y="9727"/>
                </a:cubicBezTo>
                <a:cubicBezTo>
                  <a:pt x="214" y="10000"/>
                  <a:pt x="457" y="10304"/>
                  <a:pt x="670" y="10517"/>
                </a:cubicBezTo>
                <a:lnTo>
                  <a:pt x="4773" y="14620"/>
                </a:lnTo>
                <a:cubicBezTo>
                  <a:pt x="7053" y="16900"/>
                  <a:pt x="9332" y="19210"/>
                  <a:pt x="11612" y="21490"/>
                </a:cubicBezTo>
                <a:lnTo>
                  <a:pt x="11612" y="0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5" name="Google Shape;2835;p35"/>
          <p:cNvSpPr/>
          <p:nvPr/>
        </p:nvSpPr>
        <p:spPr>
          <a:xfrm>
            <a:off x="2606479" y="4396885"/>
            <a:ext cx="561935" cy="572193"/>
          </a:xfrm>
          <a:custGeom>
            <a:avLst/>
            <a:gdLst/>
            <a:ahLst/>
            <a:cxnLst/>
            <a:rect l="l" t="t" r="r" b="b"/>
            <a:pathLst>
              <a:path w="23831" h="23740" extrusionOk="0">
                <a:moveTo>
                  <a:pt x="23740" y="1"/>
                </a:moveTo>
                <a:cubicBezTo>
                  <a:pt x="22980" y="62"/>
                  <a:pt x="22189" y="62"/>
                  <a:pt x="21369" y="183"/>
                </a:cubicBezTo>
                <a:cubicBezTo>
                  <a:pt x="14287" y="943"/>
                  <a:pt x="8663" y="4195"/>
                  <a:pt x="4438" y="9910"/>
                </a:cubicBezTo>
                <a:cubicBezTo>
                  <a:pt x="1824" y="13436"/>
                  <a:pt x="456" y="17478"/>
                  <a:pt x="1" y="21825"/>
                </a:cubicBezTo>
                <a:lnTo>
                  <a:pt x="1" y="23740"/>
                </a:lnTo>
                <a:lnTo>
                  <a:pt x="23740" y="23740"/>
                </a:lnTo>
                <a:cubicBezTo>
                  <a:pt x="23740" y="21582"/>
                  <a:pt x="23800" y="19393"/>
                  <a:pt x="23800" y="17235"/>
                </a:cubicBezTo>
                <a:cubicBezTo>
                  <a:pt x="23800" y="15989"/>
                  <a:pt x="23831" y="14773"/>
                  <a:pt x="23831" y="13557"/>
                </a:cubicBezTo>
                <a:lnTo>
                  <a:pt x="23831" y="10274"/>
                </a:lnTo>
                <a:cubicBezTo>
                  <a:pt x="23831" y="8724"/>
                  <a:pt x="23800" y="7144"/>
                  <a:pt x="23800" y="5563"/>
                </a:cubicBezTo>
                <a:cubicBezTo>
                  <a:pt x="23800" y="3709"/>
                  <a:pt x="23740" y="1855"/>
                  <a:pt x="23740" y="1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6" name="Google Shape;2836;p35"/>
          <p:cNvSpPr/>
          <p:nvPr/>
        </p:nvSpPr>
        <p:spPr>
          <a:xfrm>
            <a:off x="5965891" y="4396885"/>
            <a:ext cx="561935" cy="572193"/>
          </a:xfrm>
          <a:custGeom>
            <a:avLst/>
            <a:gdLst/>
            <a:ahLst/>
            <a:cxnLst/>
            <a:rect l="l" t="t" r="r" b="b"/>
            <a:pathLst>
              <a:path w="23831" h="23740" extrusionOk="0">
                <a:moveTo>
                  <a:pt x="23770" y="1"/>
                </a:moveTo>
                <a:cubicBezTo>
                  <a:pt x="23010" y="31"/>
                  <a:pt x="22250" y="62"/>
                  <a:pt x="21490" y="153"/>
                </a:cubicBezTo>
                <a:cubicBezTo>
                  <a:pt x="14408" y="913"/>
                  <a:pt x="8754" y="4165"/>
                  <a:pt x="4529" y="9818"/>
                </a:cubicBezTo>
                <a:cubicBezTo>
                  <a:pt x="1885" y="13375"/>
                  <a:pt x="487" y="17417"/>
                  <a:pt x="0" y="21825"/>
                </a:cubicBezTo>
                <a:lnTo>
                  <a:pt x="0" y="23740"/>
                </a:lnTo>
                <a:lnTo>
                  <a:pt x="23770" y="23740"/>
                </a:lnTo>
                <a:cubicBezTo>
                  <a:pt x="23770" y="21460"/>
                  <a:pt x="23800" y="19150"/>
                  <a:pt x="23800" y="16870"/>
                </a:cubicBezTo>
                <a:cubicBezTo>
                  <a:pt x="23800" y="15746"/>
                  <a:pt x="23830" y="14651"/>
                  <a:pt x="23830" y="13557"/>
                </a:cubicBezTo>
                <a:lnTo>
                  <a:pt x="23830" y="10274"/>
                </a:lnTo>
                <a:cubicBezTo>
                  <a:pt x="23830" y="9059"/>
                  <a:pt x="23800" y="7812"/>
                  <a:pt x="23800" y="6597"/>
                </a:cubicBezTo>
                <a:cubicBezTo>
                  <a:pt x="23800" y="4378"/>
                  <a:pt x="23770" y="2189"/>
                  <a:pt x="23770" y="1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7" name="Google Shape;2837;p35"/>
          <p:cNvSpPr/>
          <p:nvPr/>
        </p:nvSpPr>
        <p:spPr>
          <a:xfrm>
            <a:off x="4280797" y="4397440"/>
            <a:ext cx="569127" cy="572386"/>
          </a:xfrm>
          <a:custGeom>
            <a:avLst/>
            <a:gdLst/>
            <a:ahLst/>
            <a:cxnLst/>
            <a:rect l="l" t="t" r="r" b="b"/>
            <a:pathLst>
              <a:path w="24136" h="23748" extrusionOk="0">
                <a:moveTo>
                  <a:pt x="21476" y="1"/>
                </a:moveTo>
                <a:cubicBezTo>
                  <a:pt x="21242" y="1"/>
                  <a:pt x="20994" y="23"/>
                  <a:pt x="20731" y="69"/>
                </a:cubicBezTo>
                <a:cubicBezTo>
                  <a:pt x="19454" y="251"/>
                  <a:pt x="18330" y="829"/>
                  <a:pt x="17266" y="1558"/>
                </a:cubicBezTo>
                <a:cubicBezTo>
                  <a:pt x="15746" y="2592"/>
                  <a:pt x="14408" y="3868"/>
                  <a:pt x="13193" y="5236"/>
                </a:cubicBezTo>
                <a:cubicBezTo>
                  <a:pt x="12889" y="5631"/>
                  <a:pt x="12554" y="5996"/>
                  <a:pt x="12159" y="6422"/>
                </a:cubicBezTo>
                <a:cubicBezTo>
                  <a:pt x="11946" y="6118"/>
                  <a:pt x="11764" y="5874"/>
                  <a:pt x="11521" y="5662"/>
                </a:cubicBezTo>
                <a:cubicBezTo>
                  <a:pt x="10731" y="4841"/>
                  <a:pt x="9940" y="3960"/>
                  <a:pt x="9089" y="3139"/>
                </a:cubicBezTo>
                <a:cubicBezTo>
                  <a:pt x="7904" y="2014"/>
                  <a:pt x="6627" y="1042"/>
                  <a:pt x="5077" y="494"/>
                </a:cubicBezTo>
                <a:cubicBezTo>
                  <a:pt x="4317" y="221"/>
                  <a:pt x="3466" y="39"/>
                  <a:pt x="2676" y="39"/>
                </a:cubicBezTo>
                <a:cubicBezTo>
                  <a:pt x="2654" y="38"/>
                  <a:pt x="2631" y="38"/>
                  <a:pt x="2610" y="38"/>
                </a:cubicBezTo>
                <a:cubicBezTo>
                  <a:pt x="1191" y="38"/>
                  <a:pt x="365" y="1003"/>
                  <a:pt x="305" y="2440"/>
                </a:cubicBezTo>
                <a:cubicBezTo>
                  <a:pt x="274" y="3352"/>
                  <a:pt x="426" y="4203"/>
                  <a:pt x="852" y="5023"/>
                </a:cubicBezTo>
                <a:cubicBezTo>
                  <a:pt x="1369" y="5966"/>
                  <a:pt x="1885" y="6938"/>
                  <a:pt x="2554" y="7759"/>
                </a:cubicBezTo>
                <a:cubicBezTo>
                  <a:pt x="3618" y="9005"/>
                  <a:pt x="4864" y="10160"/>
                  <a:pt x="6050" y="11315"/>
                </a:cubicBezTo>
                <a:cubicBezTo>
                  <a:pt x="6232" y="11528"/>
                  <a:pt x="6445" y="11680"/>
                  <a:pt x="6658" y="11893"/>
                </a:cubicBezTo>
                <a:cubicBezTo>
                  <a:pt x="6384" y="12106"/>
                  <a:pt x="6202" y="12318"/>
                  <a:pt x="5989" y="12501"/>
                </a:cubicBezTo>
                <a:cubicBezTo>
                  <a:pt x="4408" y="13838"/>
                  <a:pt x="2949" y="15206"/>
                  <a:pt x="1885" y="16938"/>
                </a:cubicBezTo>
                <a:cubicBezTo>
                  <a:pt x="1278" y="17881"/>
                  <a:pt x="700" y="18884"/>
                  <a:pt x="457" y="19948"/>
                </a:cubicBezTo>
                <a:cubicBezTo>
                  <a:pt x="1" y="22015"/>
                  <a:pt x="396" y="22957"/>
                  <a:pt x="1916" y="23717"/>
                </a:cubicBezTo>
                <a:lnTo>
                  <a:pt x="4044" y="23717"/>
                </a:lnTo>
                <a:cubicBezTo>
                  <a:pt x="7448" y="22562"/>
                  <a:pt x="9849" y="20069"/>
                  <a:pt x="12220" y="17364"/>
                </a:cubicBezTo>
                <a:cubicBezTo>
                  <a:pt x="12585" y="17820"/>
                  <a:pt x="12889" y="18185"/>
                  <a:pt x="13223" y="18580"/>
                </a:cubicBezTo>
                <a:cubicBezTo>
                  <a:pt x="14530" y="20069"/>
                  <a:pt x="15959" y="21467"/>
                  <a:pt x="17691" y="22501"/>
                </a:cubicBezTo>
                <a:cubicBezTo>
                  <a:pt x="18816" y="23170"/>
                  <a:pt x="20001" y="23747"/>
                  <a:pt x="21399" y="23747"/>
                </a:cubicBezTo>
                <a:cubicBezTo>
                  <a:pt x="22463" y="23747"/>
                  <a:pt x="23314" y="23413"/>
                  <a:pt x="23831" y="22410"/>
                </a:cubicBezTo>
                <a:cubicBezTo>
                  <a:pt x="23862" y="22288"/>
                  <a:pt x="23983" y="22197"/>
                  <a:pt x="24074" y="22106"/>
                </a:cubicBezTo>
                <a:cubicBezTo>
                  <a:pt x="24074" y="21467"/>
                  <a:pt x="24014" y="20829"/>
                  <a:pt x="24014" y="20160"/>
                </a:cubicBezTo>
                <a:cubicBezTo>
                  <a:pt x="23345" y="17941"/>
                  <a:pt x="22007" y="16027"/>
                  <a:pt x="20366" y="14385"/>
                </a:cubicBezTo>
                <a:cubicBezTo>
                  <a:pt x="19515" y="13565"/>
                  <a:pt x="18603" y="12744"/>
                  <a:pt x="17691" y="11893"/>
                </a:cubicBezTo>
                <a:cubicBezTo>
                  <a:pt x="18603" y="11042"/>
                  <a:pt x="19515" y="10251"/>
                  <a:pt x="20336" y="9431"/>
                </a:cubicBezTo>
                <a:cubicBezTo>
                  <a:pt x="21855" y="7911"/>
                  <a:pt x="23102" y="6178"/>
                  <a:pt x="23831" y="4112"/>
                </a:cubicBezTo>
                <a:cubicBezTo>
                  <a:pt x="23862" y="3960"/>
                  <a:pt x="23862" y="3808"/>
                  <a:pt x="23922" y="3656"/>
                </a:cubicBezTo>
                <a:cubicBezTo>
                  <a:pt x="24105" y="3017"/>
                  <a:pt x="24135" y="2349"/>
                  <a:pt x="23922" y="1710"/>
                </a:cubicBezTo>
                <a:cubicBezTo>
                  <a:pt x="23441" y="570"/>
                  <a:pt x="22643" y="1"/>
                  <a:pt x="21476" y="1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8" name="Google Shape;2838;p35"/>
          <p:cNvSpPr/>
          <p:nvPr/>
        </p:nvSpPr>
        <p:spPr>
          <a:xfrm>
            <a:off x="5158821" y="4396885"/>
            <a:ext cx="809218" cy="573664"/>
          </a:xfrm>
          <a:custGeom>
            <a:avLst/>
            <a:gdLst/>
            <a:ahLst/>
            <a:cxnLst/>
            <a:rect l="l" t="t" r="r" b="b"/>
            <a:pathLst>
              <a:path w="34318" h="23801" extrusionOk="0">
                <a:moveTo>
                  <a:pt x="3314" y="1"/>
                </a:moveTo>
                <a:cubicBezTo>
                  <a:pt x="2220" y="31"/>
                  <a:pt x="1125" y="31"/>
                  <a:pt x="1" y="62"/>
                </a:cubicBezTo>
                <a:cubicBezTo>
                  <a:pt x="4560" y="852"/>
                  <a:pt x="7873" y="3283"/>
                  <a:pt x="9666" y="7600"/>
                </a:cubicBezTo>
                <a:cubicBezTo>
                  <a:pt x="10274" y="8998"/>
                  <a:pt x="10426" y="10487"/>
                  <a:pt x="10548" y="11946"/>
                </a:cubicBezTo>
                <a:cubicBezTo>
                  <a:pt x="10606" y="11945"/>
                  <a:pt x="10665" y="11945"/>
                  <a:pt x="10723" y="11945"/>
                </a:cubicBezTo>
                <a:cubicBezTo>
                  <a:pt x="16102" y="11945"/>
                  <a:pt x="21288" y="16084"/>
                  <a:pt x="22220" y="22068"/>
                </a:cubicBezTo>
                <a:cubicBezTo>
                  <a:pt x="22341" y="22645"/>
                  <a:pt x="22281" y="23193"/>
                  <a:pt x="22311" y="23770"/>
                </a:cubicBezTo>
                <a:cubicBezTo>
                  <a:pt x="22706" y="23770"/>
                  <a:pt x="23071" y="23800"/>
                  <a:pt x="23466" y="23800"/>
                </a:cubicBezTo>
                <a:lnTo>
                  <a:pt x="33193" y="23800"/>
                </a:lnTo>
                <a:cubicBezTo>
                  <a:pt x="33557" y="23800"/>
                  <a:pt x="33953" y="23770"/>
                  <a:pt x="34317" y="23740"/>
                </a:cubicBezTo>
                <a:lnTo>
                  <a:pt x="34287" y="23740"/>
                </a:lnTo>
                <a:lnTo>
                  <a:pt x="34287" y="21825"/>
                </a:lnTo>
                <a:lnTo>
                  <a:pt x="33953" y="19910"/>
                </a:lnTo>
                <a:cubicBezTo>
                  <a:pt x="32159" y="8663"/>
                  <a:pt x="22129" y="31"/>
                  <a:pt x="10761" y="31"/>
                </a:cubicBezTo>
                <a:cubicBezTo>
                  <a:pt x="8329" y="31"/>
                  <a:pt x="5897" y="1"/>
                  <a:pt x="3466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9" name="Google Shape;2839;p35"/>
          <p:cNvSpPr/>
          <p:nvPr/>
        </p:nvSpPr>
        <p:spPr>
          <a:xfrm>
            <a:off x="4850623" y="3828387"/>
            <a:ext cx="551182" cy="568530"/>
          </a:xfrm>
          <a:custGeom>
            <a:avLst/>
            <a:gdLst/>
            <a:ahLst/>
            <a:cxnLst/>
            <a:rect l="l" t="t" r="r" b="b"/>
            <a:pathLst>
              <a:path w="23375" h="23588" extrusionOk="0">
                <a:moveTo>
                  <a:pt x="16566" y="1"/>
                </a:moveTo>
                <a:lnTo>
                  <a:pt x="16566" y="1"/>
                </a:lnTo>
                <a:cubicBezTo>
                  <a:pt x="14864" y="1824"/>
                  <a:pt x="13314" y="3466"/>
                  <a:pt x="11703" y="5168"/>
                </a:cubicBezTo>
                <a:cubicBezTo>
                  <a:pt x="10061" y="3466"/>
                  <a:pt x="8542" y="1794"/>
                  <a:pt x="6991" y="153"/>
                </a:cubicBezTo>
                <a:cubicBezTo>
                  <a:pt x="6931" y="153"/>
                  <a:pt x="6900" y="214"/>
                  <a:pt x="6809" y="244"/>
                </a:cubicBezTo>
                <a:cubicBezTo>
                  <a:pt x="6900" y="2493"/>
                  <a:pt x="6931" y="4712"/>
                  <a:pt x="6991" y="7083"/>
                </a:cubicBezTo>
                <a:cubicBezTo>
                  <a:pt x="4651" y="6992"/>
                  <a:pt x="2371" y="6961"/>
                  <a:pt x="122" y="6901"/>
                </a:cubicBezTo>
                <a:cubicBezTo>
                  <a:pt x="92" y="6961"/>
                  <a:pt x="92" y="6992"/>
                  <a:pt x="31" y="7083"/>
                </a:cubicBezTo>
                <a:cubicBezTo>
                  <a:pt x="1703" y="8633"/>
                  <a:pt x="3344" y="10183"/>
                  <a:pt x="5046" y="11794"/>
                </a:cubicBezTo>
                <a:cubicBezTo>
                  <a:pt x="4195" y="12615"/>
                  <a:pt x="3344" y="13375"/>
                  <a:pt x="2554" y="14195"/>
                </a:cubicBezTo>
                <a:cubicBezTo>
                  <a:pt x="1763" y="14986"/>
                  <a:pt x="852" y="15715"/>
                  <a:pt x="0" y="16688"/>
                </a:cubicBezTo>
                <a:cubicBezTo>
                  <a:pt x="230" y="16694"/>
                  <a:pt x="457" y="16696"/>
                  <a:pt x="683" y="16696"/>
                </a:cubicBezTo>
                <a:cubicBezTo>
                  <a:pt x="2387" y="16696"/>
                  <a:pt x="3998" y="16554"/>
                  <a:pt x="5612" y="16554"/>
                </a:cubicBezTo>
                <a:cubicBezTo>
                  <a:pt x="6081" y="16554"/>
                  <a:pt x="6550" y="16566"/>
                  <a:pt x="7022" y="16597"/>
                </a:cubicBezTo>
                <a:cubicBezTo>
                  <a:pt x="6961" y="18968"/>
                  <a:pt x="6900" y="21247"/>
                  <a:pt x="6809" y="23588"/>
                </a:cubicBezTo>
                <a:lnTo>
                  <a:pt x="6991" y="23588"/>
                </a:lnTo>
                <a:cubicBezTo>
                  <a:pt x="7873" y="22585"/>
                  <a:pt x="8694" y="21642"/>
                  <a:pt x="9575" y="20700"/>
                </a:cubicBezTo>
                <a:cubicBezTo>
                  <a:pt x="10213" y="19971"/>
                  <a:pt x="10943" y="19211"/>
                  <a:pt x="11703" y="18420"/>
                </a:cubicBezTo>
                <a:cubicBezTo>
                  <a:pt x="13314" y="20183"/>
                  <a:pt x="14864" y="21855"/>
                  <a:pt x="16414" y="23588"/>
                </a:cubicBezTo>
                <a:lnTo>
                  <a:pt x="16566" y="23588"/>
                </a:lnTo>
                <a:cubicBezTo>
                  <a:pt x="16536" y="22159"/>
                  <a:pt x="16505" y="20731"/>
                  <a:pt x="16445" y="19272"/>
                </a:cubicBezTo>
                <a:lnTo>
                  <a:pt x="16445" y="16475"/>
                </a:lnTo>
                <a:cubicBezTo>
                  <a:pt x="18785" y="16536"/>
                  <a:pt x="21065" y="16627"/>
                  <a:pt x="23284" y="16688"/>
                </a:cubicBezTo>
                <a:cubicBezTo>
                  <a:pt x="23344" y="16627"/>
                  <a:pt x="23344" y="16597"/>
                  <a:pt x="23375" y="16506"/>
                </a:cubicBezTo>
                <a:cubicBezTo>
                  <a:pt x="21703" y="14955"/>
                  <a:pt x="20062" y="13436"/>
                  <a:pt x="18359" y="11794"/>
                </a:cubicBezTo>
                <a:cubicBezTo>
                  <a:pt x="19271" y="10943"/>
                  <a:pt x="20062" y="10153"/>
                  <a:pt x="20913" y="9393"/>
                </a:cubicBezTo>
                <a:cubicBezTo>
                  <a:pt x="21733" y="8633"/>
                  <a:pt x="22615" y="7873"/>
                  <a:pt x="23344" y="6961"/>
                </a:cubicBezTo>
                <a:lnTo>
                  <a:pt x="23344" y="6961"/>
                </a:lnTo>
                <a:cubicBezTo>
                  <a:pt x="21004" y="6992"/>
                  <a:pt x="18785" y="7083"/>
                  <a:pt x="16445" y="7083"/>
                </a:cubicBezTo>
                <a:cubicBezTo>
                  <a:pt x="16353" y="4682"/>
                  <a:pt x="16688" y="2432"/>
                  <a:pt x="16566" y="1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0" name="Google Shape;2840;p35"/>
          <p:cNvSpPr/>
          <p:nvPr/>
        </p:nvSpPr>
        <p:spPr>
          <a:xfrm>
            <a:off x="3745399" y="4410817"/>
            <a:ext cx="526093" cy="545078"/>
          </a:xfrm>
          <a:custGeom>
            <a:avLst/>
            <a:gdLst/>
            <a:ahLst/>
            <a:cxnLst/>
            <a:rect l="l" t="t" r="r" b="b"/>
            <a:pathLst>
              <a:path w="22311" h="22615" extrusionOk="0">
                <a:moveTo>
                  <a:pt x="5593" y="1885"/>
                </a:moveTo>
                <a:cubicBezTo>
                  <a:pt x="5597" y="1900"/>
                  <a:pt x="5602" y="1913"/>
                  <a:pt x="5610" y="1924"/>
                </a:cubicBezTo>
                <a:lnTo>
                  <a:pt x="5610" y="1924"/>
                </a:lnTo>
                <a:cubicBezTo>
                  <a:pt x="5604" y="1911"/>
                  <a:pt x="5599" y="1898"/>
                  <a:pt x="5593" y="1885"/>
                </a:cubicBezTo>
                <a:close/>
                <a:moveTo>
                  <a:pt x="16574" y="6474"/>
                </a:moveTo>
                <a:cubicBezTo>
                  <a:pt x="16569" y="6485"/>
                  <a:pt x="16566" y="6495"/>
                  <a:pt x="16566" y="6505"/>
                </a:cubicBezTo>
                <a:lnTo>
                  <a:pt x="16566" y="6474"/>
                </a:lnTo>
                <a:cubicBezTo>
                  <a:pt x="16569" y="6474"/>
                  <a:pt x="16571" y="6474"/>
                  <a:pt x="16574" y="6474"/>
                </a:cubicBezTo>
                <a:close/>
                <a:moveTo>
                  <a:pt x="15563" y="17113"/>
                </a:moveTo>
                <a:cubicBezTo>
                  <a:pt x="15574" y="17123"/>
                  <a:pt x="15586" y="17133"/>
                  <a:pt x="15597" y="17143"/>
                </a:cubicBezTo>
                <a:lnTo>
                  <a:pt x="15563" y="17143"/>
                </a:lnTo>
                <a:lnTo>
                  <a:pt x="15563" y="17113"/>
                </a:lnTo>
                <a:close/>
                <a:moveTo>
                  <a:pt x="12250" y="0"/>
                </a:moveTo>
                <a:cubicBezTo>
                  <a:pt x="11915" y="1398"/>
                  <a:pt x="11581" y="2705"/>
                  <a:pt x="11247" y="4073"/>
                </a:cubicBezTo>
                <a:lnTo>
                  <a:pt x="11095" y="4073"/>
                </a:lnTo>
                <a:cubicBezTo>
                  <a:pt x="10791" y="2797"/>
                  <a:pt x="10426" y="1490"/>
                  <a:pt x="10092" y="213"/>
                </a:cubicBezTo>
                <a:lnTo>
                  <a:pt x="9879" y="213"/>
                </a:lnTo>
                <a:cubicBezTo>
                  <a:pt x="9818" y="1520"/>
                  <a:pt x="9757" y="2827"/>
                  <a:pt x="9727" y="4164"/>
                </a:cubicBezTo>
                <a:cubicBezTo>
                  <a:pt x="9636" y="4195"/>
                  <a:pt x="9605" y="4195"/>
                  <a:pt x="9514" y="4195"/>
                </a:cubicBezTo>
                <a:cubicBezTo>
                  <a:pt x="8876" y="2949"/>
                  <a:pt x="8268" y="1733"/>
                  <a:pt x="7660" y="487"/>
                </a:cubicBezTo>
                <a:cubicBezTo>
                  <a:pt x="7630" y="517"/>
                  <a:pt x="7599" y="517"/>
                  <a:pt x="7538" y="547"/>
                </a:cubicBezTo>
                <a:lnTo>
                  <a:pt x="8238" y="4651"/>
                </a:lnTo>
                <a:cubicBezTo>
                  <a:pt x="8177" y="4681"/>
                  <a:pt x="8116" y="4681"/>
                  <a:pt x="8055" y="4742"/>
                </a:cubicBezTo>
                <a:lnTo>
                  <a:pt x="5897" y="2006"/>
                </a:lnTo>
                <a:cubicBezTo>
                  <a:pt x="5791" y="2006"/>
                  <a:pt x="5661" y="2006"/>
                  <a:pt x="5610" y="1924"/>
                </a:cubicBezTo>
                <a:lnTo>
                  <a:pt x="5610" y="1924"/>
                </a:lnTo>
                <a:cubicBezTo>
                  <a:pt x="6060" y="3006"/>
                  <a:pt x="6511" y="4118"/>
                  <a:pt x="6961" y="5259"/>
                </a:cubicBezTo>
                <a:cubicBezTo>
                  <a:pt x="6596" y="5167"/>
                  <a:pt x="6383" y="5016"/>
                  <a:pt x="6201" y="4833"/>
                </a:cubicBezTo>
                <a:cubicBezTo>
                  <a:pt x="5532" y="4316"/>
                  <a:pt x="4894" y="3739"/>
                  <a:pt x="4225" y="3192"/>
                </a:cubicBezTo>
                <a:cubicBezTo>
                  <a:pt x="4104" y="3131"/>
                  <a:pt x="3921" y="3131"/>
                  <a:pt x="3678" y="3101"/>
                </a:cubicBezTo>
                <a:lnTo>
                  <a:pt x="3678" y="3101"/>
                </a:lnTo>
                <a:cubicBezTo>
                  <a:pt x="4408" y="4195"/>
                  <a:pt x="5046" y="5228"/>
                  <a:pt x="5684" y="6201"/>
                </a:cubicBezTo>
                <a:cubicBezTo>
                  <a:pt x="5745" y="6231"/>
                  <a:pt x="5745" y="6323"/>
                  <a:pt x="5745" y="6383"/>
                </a:cubicBezTo>
                <a:lnTo>
                  <a:pt x="5624" y="6292"/>
                </a:lnTo>
                <a:cubicBezTo>
                  <a:pt x="5350" y="6201"/>
                  <a:pt x="5076" y="6079"/>
                  <a:pt x="4864" y="5988"/>
                </a:cubicBezTo>
                <a:cubicBezTo>
                  <a:pt x="4013" y="5532"/>
                  <a:pt x="3161" y="5107"/>
                  <a:pt x="2310" y="4651"/>
                </a:cubicBezTo>
                <a:lnTo>
                  <a:pt x="2189" y="4772"/>
                </a:lnTo>
                <a:cubicBezTo>
                  <a:pt x="3101" y="5684"/>
                  <a:pt x="3982" y="6596"/>
                  <a:pt x="4864" y="7508"/>
                </a:cubicBezTo>
                <a:cubicBezTo>
                  <a:pt x="4833" y="7538"/>
                  <a:pt x="4833" y="7569"/>
                  <a:pt x="4772" y="7599"/>
                </a:cubicBezTo>
                <a:cubicBezTo>
                  <a:pt x="3526" y="7265"/>
                  <a:pt x="2280" y="6961"/>
                  <a:pt x="1034" y="6626"/>
                </a:cubicBezTo>
                <a:cubicBezTo>
                  <a:pt x="973" y="6687"/>
                  <a:pt x="973" y="6748"/>
                  <a:pt x="943" y="6809"/>
                </a:cubicBezTo>
                <a:cubicBezTo>
                  <a:pt x="1520" y="7143"/>
                  <a:pt x="2098" y="7508"/>
                  <a:pt x="2645" y="7873"/>
                </a:cubicBezTo>
                <a:cubicBezTo>
                  <a:pt x="3192" y="8207"/>
                  <a:pt x="3861" y="8450"/>
                  <a:pt x="4316" y="9058"/>
                </a:cubicBezTo>
                <a:cubicBezTo>
                  <a:pt x="2858" y="8967"/>
                  <a:pt x="1429" y="8876"/>
                  <a:pt x="61" y="8785"/>
                </a:cubicBezTo>
                <a:cubicBezTo>
                  <a:pt x="31" y="8815"/>
                  <a:pt x="31" y="8906"/>
                  <a:pt x="31" y="8937"/>
                </a:cubicBezTo>
                <a:cubicBezTo>
                  <a:pt x="1338" y="9423"/>
                  <a:pt x="2584" y="9879"/>
                  <a:pt x="3861" y="10396"/>
                </a:cubicBezTo>
                <a:cubicBezTo>
                  <a:pt x="3830" y="10426"/>
                  <a:pt x="3830" y="10487"/>
                  <a:pt x="3830" y="10578"/>
                </a:cubicBezTo>
                <a:cubicBezTo>
                  <a:pt x="2614" y="10730"/>
                  <a:pt x="1429" y="10912"/>
                  <a:pt x="213" y="11064"/>
                </a:cubicBezTo>
                <a:cubicBezTo>
                  <a:pt x="152" y="11186"/>
                  <a:pt x="122" y="11247"/>
                  <a:pt x="31" y="11368"/>
                </a:cubicBezTo>
                <a:cubicBezTo>
                  <a:pt x="1277" y="11551"/>
                  <a:pt x="2584" y="11703"/>
                  <a:pt x="3830" y="11915"/>
                </a:cubicBezTo>
                <a:lnTo>
                  <a:pt x="3830" y="12098"/>
                </a:lnTo>
                <a:cubicBezTo>
                  <a:pt x="2584" y="12584"/>
                  <a:pt x="1277" y="13040"/>
                  <a:pt x="0" y="13526"/>
                </a:cubicBezTo>
                <a:cubicBezTo>
                  <a:pt x="0" y="13617"/>
                  <a:pt x="31" y="13648"/>
                  <a:pt x="31" y="13678"/>
                </a:cubicBezTo>
                <a:lnTo>
                  <a:pt x="4013" y="13465"/>
                </a:lnTo>
                <a:cubicBezTo>
                  <a:pt x="4073" y="13526"/>
                  <a:pt x="4073" y="13617"/>
                  <a:pt x="4104" y="13678"/>
                </a:cubicBezTo>
                <a:cubicBezTo>
                  <a:pt x="3070" y="14377"/>
                  <a:pt x="2037" y="15016"/>
                  <a:pt x="1034" y="15715"/>
                </a:cubicBezTo>
                <a:cubicBezTo>
                  <a:pt x="1064" y="15776"/>
                  <a:pt x="1095" y="15806"/>
                  <a:pt x="1125" y="15897"/>
                </a:cubicBezTo>
                <a:cubicBezTo>
                  <a:pt x="2280" y="15563"/>
                  <a:pt x="3465" y="15259"/>
                  <a:pt x="4590" y="14955"/>
                </a:cubicBezTo>
                <a:lnTo>
                  <a:pt x="4833" y="14955"/>
                </a:lnTo>
                <a:cubicBezTo>
                  <a:pt x="4772" y="15016"/>
                  <a:pt x="4742" y="15046"/>
                  <a:pt x="4712" y="15137"/>
                </a:cubicBezTo>
                <a:cubicBezTo>
                  <a:pt x="3861" y="16019"/>
                  <a:pt x="3070" y="16839"/>
                  <a:pt x="2250" y="17690"/>
                </a:cubicBezTo>
                <a:cubicBezTo>
                  <a:pt x="3526" y="17478"/>
                  <a:pt x="4438" y="16566"/>
                  <a:pt x="5806" y="16231"/>
                </a:cubicBezTo>
                <a:lnTo>
                  <a:pt x="5806" y="16231"/>
                </a:lnTo>
                <a:cubicBezTo>
                  <a:pt x="5472" y="16779"/>
                  <a:pt x="5198" y="17113"/>
                  <a:pt x="4985" y="17478"/>
                </a:cubicBezTo>
                <a:cubicBezTo>
                  <a:pt x="4742" y="17873"/>
                  <a:pt x="4468" y="18207"/>
                  <a:pt x="4256" y="18602"/>
                </a:cubicBezTo>
                <a:cubicBezTo>
                  <a:pt x="4073" y="18937"/>
                  <a:pt x="3617" y="19119"/>
                  <a:pt x="3678" y="19727"/>
                </a:cubicBezTo>
                <a:cubicBezTo>
                  <a:pt x="4742" y="18906"/>
                  <a:pt x="5745" y="18146"/>
                  <a:pt x="6718" y="17326"/>
                </a:cubicBezTo>
                <a:cubicBezTo>
                  <a:pt x="6809" y="17326"/>
                  <a:pt x="6839" y="17295"/>
                  <a:pt x="6900" y="17265"/>
                </a:cubicBezTo>
                <a:lnTo>
                  <a:pt x="6900" y="17265"/>
                </a:lnTo>
                <a:cubicBezTo>
                  <a:pt x="6900" y="17326"/>
                  <a:pt x="6870" y="17417"/>
                  <a:pt x="6870" y="17478"/>
                </a:cubicBezTo>
                <a:cubicBezTo>
                  <a:pt x="6505" y="18481"/>
                  <a:pt x="6079" y="19514"/>
                  <a:pt x="5684" y="20487"/>
                </a:cubicBezTo>
                <a:cubicBezTo>
                  <a:pt x="5806" y="20578"/>
                  <a:pt x="5897" y="20669"/>
                  <a:pt x="5988" y="20760"/>
                </a:cubicBezTo>
                <a:cubicBezTo>
                  <a:pt x="6718" y="19849"/>
                  <a:pt x="7417" y="18937"/>
                  <a:pt x="8116" y="18025"/>
                </a:cubicBezTo>
                <a:cubicBezTo>
                  <a:pt x="8207" y="18025"/>
                  <a:pt x="8238" y="18055"/>
                  <a:pt x="8329" y="18086"/>
                </a:cubicBezTo>
                <a:cubicBezTo>
                  <a:pt x="8055" y="19514"/>
                  <a:pt x="7812" y="20882"/>
                  <a:pt x="7569" y="22463"/>
                </a:cubicBezTo>
                <a:cubicBezTo>
                  <a:pt x="8481" y="21064"/>
                  <a:pt x="8876" y="19697"/>
                  <a:pt x="9788" y="18572"/>
                </a:cubicBezTo>
                <a:cubicBezTo>
                  <a:pt x="9879" y="19879"/>
                  <a:pt x="9909" y="21216"/>
                  <a:pt x="9940" y="22554"/>
                </a:cubicBezTo>
                <a:lnTo>
                  <a:pt x="10152" y="22554"/>
                </a:lnTo>
                <a:cubicBezTo>
                  <a:pt x="10456" y="21247"/>
                  <a:pt x="10791" y="19970"/>
                  <a:pt x="11125" y="18663"/>
                </a:cubicBezTo>
                <a:cubicBezTo>
                  <a:pt x="11733" y="19970"/>
                  <a:pt x="11885" y="21368"/>
                  <a:pt x="12432" y="22615"/>
                </a:cubicBezTo>
                <a:cubicBezTo>
                  <a:pt x="12523" y="21247"/>
                  <a:pt x="12493" y="19879"/>
                  <a:pt x="12736" y="18329"/>
                </a:cubicBezTo>
                <a:cubicBezTo>
                  <a:pt x="13435" y="19788"/>
                  <a:pt x="14013" y="20943"/>
                  <a:pt x="14621" y="22159"/>
                </a:cubicBezTo>
                <a:cubicBezTo>
                  <a:pt x="14651" y="20791"/>
                  <a:pt x="14165" y="19545"/>
                  <a:pt x="14347" y="18177"/>
                </a:cubicBezTo>
                <a:lnTo>
                  <a:pt x="14347" y="18177"/>
                </a:lnTo>
                <a:cubicBezTo>
                  <a:pt x="15168" y="19180"/>
                  <a:pt x="15928" y="20122"/>
                  <a:pt x="16718" y="21095"/>
                </a:cubicBezTo>
                <a:cubicBezTo>
                  <a:pt x="16748" y="20760"/>
                  <a:pt x="16718" y="20487"/>
                  <a:pt x="16596" y="20244"/>
                </a:cubicBezTo>
                <a:cubicBezTo>
                  <a:pt x="16292" y="19484"/>
                  <a:pt x="15958" y="18724"/>
                  <a:pt x="15684" y="17964"/>
                </a:cubicBezTo>
                <a:cubicBezTo>
                  <a:pt x="15626" y="17729"/>
                  <a:pt x="15652" y="17436"/>
                  <a:pt x="15626" y="17170"/>
                </a:cubicBezTo>
                <a:lnTo>
                  <a:pt x="15626" y="17170"/>
                </a:lnTo>
                <a:cubicBezTo>
                  <a:pt x="16487" y="17940"/>
                  <a:pt x="17347" y="18681"/>
                  <a:pt x="18207" y="19423"/>
                </a:cubicBezTo>
                <a:lnTo>
                  <a:pt x="18450" y="19180"/>
                </a:lnTo>
                <a:cubicBezTo>
                  <a:pt x="18147" y="18724"/>
                  <a:pt x="17812" y="18268"/>
                  <a:pt x="17508" y="17751"/>
                </a:cubicBezTo>
                <a:cubicBezTo>
                  <a:pt x="17204" y="17295"/>
                  <a:pt x="16779" y="16900"/>
                  <a:pt x="16627" y="16171"/>
                </a:cubicBezTo>
                <a:lnTo>
                  <a:pt x="16627" y="16171"/>
                </a:lnTo>
                <a:cubicBezTo>
                  <a:pt x="17812" y="16809"/>
                  <a:pt x="18846" y="17326"/>
                  <a:pt x="19909" y="17903"/>
                </a:cubicBezTo>
                <a:cubicBezTo>
                  <a:pt x="19970" y="17842"/>
                  <a:pt x="20031" y="17751"/>
                  <a:pt x="20092" y="17690"/>
                </a:cubicBezTo>
                <a:cubicBezTo>
                  <a:pt x="19210" y="16809"/>
                  <a:pt x="18359" y="15988"/>
                  <a:pt x="17478" y="15107"/>
                </a:cubicBezTo>
                <a:lnTo>
                  <a:pt x="17478" y="15107"/>
                </a:lnTo>
                <a:cubicBezTo>
                  <a:pt x="18450" y="15228"/>
                  <a:pt x="19332" y="15472"/>
                  <a:pt x="20213" y="15715"/>
                </a:cubicBezTo>
                <a:cubicBezTo>
                  <a:pt x="20578" y="15776"/>
                  <a:pt x="21004" y="15806"/>
                  <a:pt x="21399" y="15897"/>
                </a:cubicBezTo>
                <a:cubicBezTo>
                  <a:pt x="20578" y="15350"/>
                  <a:pt x="19818" y="14833"/>
                  <a:pt x="19058" y="14286"/>
                </a:cubicBezTo>
                <a:cubicBezTo>
                  <a:pt x="18754" y="14073"/>
                  <a:pt x="18511" y="13891"/>
                  <a:pt x="18207" y="13709"/>
                </a:cubicBezTo>
                <a:cubicBezTo>
                  <a:pt x="18207" y="13617"/>
                  <a:pt x="18238" y="13587"/>
                  <a:pt x="18268" y="13496"/>
                </a:cubicBezTo>
                <a:cubicBezTo>
                  <a:pt x="19606" y="13587"/>
                  <a:pt x="20882" y="13648"/>
                  <a:pt x="22220" y="13739"/>
                </a:cubicBezTo>
                <a:cubicBezTo>
                  <a:pt x="22250" y="13678"/>
                  <a:pt x="22250" y="13617"/>
                  <a:pt x="22250" y="13587"/>
                </a:cubicBezTo>
                <a:cubicBezTo>
                  <a:pt x="21004" y="13131"/>
                  <a:pt x="19727" y="12614"/>
                  <a:pt x="18450" y="12158"/>
                </a:cubicBezTo>
                <a:cubicBezTo>
                  <a:pt x="18511" y="12098"/>
                  <a:pt x="18511" y="12067"/>
                  <a:pt x="18511" y="11976"/>
                </a:cubicBezTo>
                <a:cubicBezTo>
                  <a:pt x="19666" y="11824"/>
                  <a:pt x="20852" y="11642"/>
                  <a:pt x="22037" y="11490"/>
                </a:cubicBezTo>
                <a:cubicBezTo>
                  <a:pt x="21946" y="11368"/>
                  <a:pt x="21916" y="11247"/>
                  <a:pt x="21855" y="11155"/>
                </a:cubicBezTo>
                <a:lnTo>
                  <a:pt x="18542" y="10699"/>
                </a:lnTo>
                <a:cubicBezTo>
                  <a:pt x="18511" y="10608"/>
                  <a:pt x="18511" y="10547"/>
                  <a:pt x="18511" y="10456"/>
                </a:cubicBezTo>
                <a:cubicBezTo>
                  <a:pt x="19758" y="10000"/>
                  <a:pt x="21034" y="9514"/>
                  <a:pt x="22311" y="9058"/>
                </a:cubicBezTo>
                <a:cubicBezTo>
                  <a:pt x="22311" y="9028"/>
                  <a:pt x="22250" y="8937"/>
                  <a:pt x="22250" y="8906"/>
                </a:cubicBezTo>
                <a:cubicBezTo>
                  <a:pt x="20852" y="8967"/>
                  <a:pt x="19484" y="9089"/>
                  <a:pt x="18116" y="9180"/>
                </a:cubicBezTo>
                <a:cubicBezTo>
                  <a:pt x="18116" y="9119"/>
                  <a:pt x="18086" y="9058"/>
                  <a:pt x="18086" y="9028"/>
                </a:cubicBezTo>
                <a:cubicBezTo>
                  <a:pt x="19180" y="8329"/>
                  <a:pt x="20274" y="7599"/>
                  <a:pt x="21399" y="6930"/>
                </a:cubicBezTo>
                <a:cubicBezTo>
                  <a:pt x="21399" y="6839"/>
                  <a:pt x="21338" y="6809"/>
                  <a:pt x="21308" y="6748"/>
                </a:cubicBezTo>
                <a:cubicBezTo>
                  <a:pt x="20061" y="7082"/>
                  <a:pt x="18815" y="7386"/>
                  <a:pt x="17630" y="7721"/>
                </a:cubicBezTo>
                <a:cubicBezTo>
                  <a:pt x="18450" y="6809"/>
                  <a:pt x="19302" y="5927"/>
                  <a:pt x="20122" y="5016"/>
                </a:cubicBezTo>
                <a:cubicBezTo>
                  <a:pt x="20122" y="4924"/>
                  <a:pt x="20183" y="4803"/>
                  <a:pt x="20183" y="4681"/>
                </a:cubicBezTo>
                <a:lnTo>
                  <a:pt x="20183" y="4681"/>
                </a:lnTo>
                <a:cubicBezTo>
                  <a:pt x="19058" y="5228"/>
                  <a:pt x="17995" y="5775"/>
                  <a:pt x="16900" y="6353"/>
                </a:cubicBezTo>
                <a:cubicBezTo>
                  <a:pt x="16800" y="6378"/>
                  <a:pt x="16741" y="6382"/>
                  <a:pt x="16656" y="6383"/>
                </a:cubicBezTo>
                <a:lnTo>
                  <a:pt x="16656" y="6383"/>
                </a:lnTo>
                <a:cubicBezTo>
                  <a:pt x="16698" y="6292"/>
                  <a:pt x="16723" y="6221"/>
                  <a:pt x="16748" y="6171"/>
                </a:cubicBezTo>
                <a:cubicBezTo>
                  <a:pt x="17356" y="5228"/>
                  <a:pt x="17995" y="4256"/>
                  <a:pt x="18602" y="3313"/>
                </a:cubicBezTo>
                <a:cubicBezTo>
                  <a:pt x="18542" y="3283"/>
                  <a:pt x="18450" y="3192"/>
                  <a:pt x="18390" y="3131"/>
                </a:cubicBezTo>
                <a:cubicBezTo>
                  <a:pt x="17417" y="3891"/>
                  <a:pt x="16536" y="4681"/>
                  <a:pt x="15563" y="5441"/>
                </a:cubicBezTo>
                <a:cubicBezTo>
                  <a:pt x="15533" y="5411"/>
                  <a:pt x="15472" y="5380"/>
                  <a:pt x="15411" y="5319"/>
                </a:cubicBezTo>
                <a:cubicBezTo>
                  <a:pt x="15867" y="4195"/>
                  <a:pt x="16292" y="3040"/>
                  <a:pt x="16748" y="1824"/>
                </a:cubicBezTo>
                <a:lnTo>
                  <a:pt x="16748" y="1824"/>
                </a:lnTo>
                <a:cubicBezTo>
                  <a:pt x="16475" y="1915"/>
                  <a:pt x="16384" y="1915"/>
                  <a:pt x="16323" y="1976"/>
                </a:cubicBezTo>
                <a:cubicBezTo>
                  <a:pt x="15593" y="2888"/>
                  <a:pt x="14925" y="3860"/>
                  <a:pt x="14195" y="4772"/>
                </a:cubicBezTo>
                <a:cubicBezTo>
                  <a:pt x="14195" y="4468"/>
                  <a:pt x="14134" y="4104"/>
                  <a:pt x="14165" y="3769"/>
                </a:cubicBezTo>
                <a:cubicBezTo>
                  <a:pt x="14317" y="2857"/>
                  <a:pt x="14499" y="1915"/>
                  <a:pt x="14651" y="1003"/>
                </a:cubicBezTo>
                <a:cubicBezTo>
                  <a:pt x="14560" y="1003"/>
                  <a:pt x="14438" y="973"/>
                  <a:pt x="14317" y="973"/>
                </a:cubicBezTo>
                <a:cubicBezTo>
                  <a:pt x="13770" y="2037"/>
                  <a:pt x="13283" y="3101"/>
                  <a:pt x="12767" y="4164"/>
                </a:cubicBezTo>
                <a:cubicBezTo>
                  <a:pt x="12675" y="4164"/>
                  <a:pt x="12645" y="4104"/>
                  <a:pt x="12554" y="4104"/>
                </a:cubicBezTo>
                <a:cubicBezTo>
                  <a:pt x="12523" y="2797"/>
                  <a:pt x="12463" y="1429"/>
                  <a:pt x="12371" y="61"/>
                </a:cubicBezTo>
                <a:cubicBezTo>
                  <a:pt x="12341" y="0"/>
                  <a:pt x="12311" y="0"/>
                  <a:pt x="12250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1" name="Google Shape;2841;p35"/>
          <p:cNvSpPr/>
          <p:nvPr/>
        </p:nvSpPr>
        <p:spPr>
          <a:xfrm>
            <a:off x="5468458" y="4111901"/>
            <a:ext cx="996986" cy="528254"/>
          </a:xfrm>
          <a:custGeom>
            <a:avLst/>
            <a:gdLst/>
            <a:ahLst/>
            <a:cxnLst/>
            <a:rect l="l" t="t" r="r" b="b"/>
            <a:pathLst>
              <a:path w="42281" h="21917" extrusionOk="0">
                <a:moveTo>
                  <a:pt x="17812" y="1"/>
                </a:moveTo>
                <a:cubicBezTo>
                  <a:pt x="11885" y="1"/>
                  <a:pt x="5958" y="1"/>
                  <a:pt x="1" y="31"/>
                </a:cubicBezTo>
                <a:cubicBezTo>
                  <a:pt x="1824" y="366"/>
                  <a:pt x="3587" y="791"/>
                  <a:pt x="5320" y="1399"/>
                </a:cubicBezTo>
                <a:cubicBezTo>
                  <a:pt x="7052" y="2007"/>
                  <a:pt x="8694" y="2797"/>
                  <a:pt x="10244" y="3831"/>
                </a:cubicBezTo>
                <a:cubicBezTo>
                  <a:pt x="11764" y="4803"/>
                  <a:pt x="13162" y="5958"/>
                  <a:pt x="14439" y="7235"/>
                </a:cubicBezTo>
                <a:cubicBezTo>
                  <a:pt x="15715" y="8572"/>
                  <a:pt x="16809" y="10031"/>
                  <a:pt x="17782" y="11612"/>
                </a:cubicBezTo>
                <a:cubicBezTo>
                  <a:pt x="18724" y="13223"/>
                  <a:pt x="19515" y="14834"/>
                  <a:pt x="20001" y="16627"/>
                </a:cubicBezTo>
                <a:cubicBezTo>
                  <a:pt x="20457" y="18390"/>
                  <a:pt x="20822" y="20123"/>
                  <a:pt x="21186" y="21916"/>
                </a:cubicBezTo>
                <a:cubicBezTo>
                  <a:pt x="21734" y="16293"/>
                  <a:pt x="23861" y="11399"/>
                  <a:pt x="27721" y="7326"/>
                </a:cubicBezTo>
                <a:cubicBezTo>
                  <a:pt x="31673" y="3253"/>
                  <a:pt x="36506" y="913"/>
                  <a:pt x="42281" y="153"/>
                </a:cubicBezTo>
                <a:cubicBezTo>
                  <a:pt x="42038" y="62"/>
                  <a:pt x="41977" y="31"/>
                  <a:pt x="41886" y="31"/>
                </a:cubicBezTo>
                <a:cubicBezTo>
                  <a:pt x="36080" y="31"/>
                  <a:pt x="30214" y="1"/>
                  <a:pt x="24408" y="1"/>
                </a:cubicBezTo>
                <a:cubicBezTo>
                  <a:pt x="24256" y="274"/>
                  <a:pt x="24044" y="487"/>
                  <a:pt x="23892" y="761"/>
                </a:cubicBezTo>
                <a:cubicBezTo>
                  <a:pt x="22615" y="3253"/>
                  <a:pt x="21673" y="5928"/>
                  <a:pt x="21369" y="8724"/>
                </a:cubicBezTo>
                <a:cubicBezTo>
                  <a:pt x="21338" y="9150"/>
                  <a:pt x="21278" y="9545"/>
                  <a:pt x="21186" y="9940"/>
                </a:cubicBezTo>
                <a:cubicBezTo>
                  <a:pt x="21034" y="9575"/>
                  <a:pt x="21004" y="9180"/>
                  <a:pt x="20974" y="8816"/>
                </a:cubicBezTo>
                <a:cubicBezTo>
                  <a:pt x="20578" y="6232"/>
                  <a:pt x="19849" y="3770"/>
                  <a:pt x="18724" y="1399"/>
                </a:cubicBezTo>
                <a:cubicBezTo>
                  <a:pt x="18481" y="913"/>
                  <a:pt x="18116" y="457"/>
                  <a:pt x="17812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2" name="Google Shape;2842;p35"/>
          <p:cNvSpPr/>
          <p:nvPr/>
        </p:nvSpPr>
        <p:spPr>
          <a:xfrm>
            <a:off x="4566075" y="4111901"/>
            <a:ext cx="290293" cy="286145"/>
          </a:xfrm>
          <a:custGeom>
            <a:avLst/>
            <a:gdLst/>
            <a:ahLst/>
            <a:cxnLst/>
            <a:rect l="l" t="t" r="r" b="b"/>
            <a:pathLst>
              <a:path w="12311" h="11872" extrusionOk="0">
                <a:moveTo>
                  <a:pt x="5046" y="1"/>
                </a:moveTo>
                <a:cubicBezTo>
                  <a:pt x="4408" y="214"/>
                  <a:pt x="3709" y="366"/>
                  <a:pt x="3070" y="639"/>
                </a:cubicBezTo>
                <a:cubicBezTo>
                  <a:pt x="1703" y="1369"/>
                  <a:pt x="791" y="2493"/>
                  <a:pt x="304" y="3952"/>
                </a:cubicBezTo>
                <a:cubicBezTo>
                  <a:pt x="183" y="4287"/>
                  <a:pt x="122" y="4591"/>
                  <a:pt x="0" y="4925"/>
                </a:cubicBezTo>
                <a:lnTo>
                  <a:pt x="0" y="6840"/>
                </a:lnTo>
                <a:cubicBezTo>
                  <a:pt x="122" y="7144"/>
                  <a:pt x="213" y="7448"/>
                  <a:pt x="304" y="7752"/>
                </a:cubicBezTo>
                <a:cubicBezTo>
                  <a:pt x="966" y="9869"/>
                  <a:pt x="2942" y="11872"/>
                  <a:pt x="5850" y="11872"/>
                </a:cubicBezTo>
                <a:cubicBezTo>
                  <a:pt x="6281" y="11872"/>
                  <a:pt x="6733" y="11828"/>
                  <a:pt x="7204" y="11734"/>
                </a:cubicBezTo>
                <a:cubicBezTo>
                  <a:pt x="9545" y="11278"/>
                  <a:pt x="11095" y="9849"/>
                  <a:pt x="11703" y="7569"/>
                </a:cubicBezTo>
                <a:cubicBezTo>
                  <a:pt x="12311" y="5198"/>
                  <a:pt x="11733" y="3101"/>
                  <a:pt x="9909" y="1429"/>
                </a:cubicBezTo>
                <a:cubicBezTo>
                  <a:pt x="9089" y="670"/>
                  <a:pt x="8025" y="305"/>
                  <a:pt x="6961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3" name="Google Shape;2843;p35"/>
          <p:cNvSpPr/>
          <p:nvPr/>
        </p:nvSpPr>
        <p:spPr>
          <a:xfrm>
            <a:off x="3449368" y="4747067"/>
            <a:ext cx="278833" cy="507719"/>
          </a:xfrm>
          <a:custGeom>
            <a:avLst/>
            <a:gdLst/>
            <a:ahLst/>
            <a:cxnLst/>
            <a:rect l="l" t="t" r="r" b="b"/>
            <a:pathLst>
              <a:path w="11825" h="21065" extrusionOk="0">
                <a:moveTo>
                  <a:pt x="11460" y="1"/>
                </a:moveTo>
                <a:cubicBezTo>
                  <a:pt x="11095" y="1004"/>
                  <a:pt x="10852" y="2037"/>
                  <a:pt x="10335" y="2949"/>
                </a:cubicBezTo>
                <a:cubicBezTo>
                  <a:pt x="8117" y="6961"/>
                  <a:pt x="4621" y="9059"/>
                  <a:pt x="1" y="9241"/>
                </a:cubicBezTo>
                <a:cubicBezTo>
                  <a:pt x="305" y="9545"/>
                  <a:pt x="548" y="9849"/>
                  <a:pt x="852" y="10153"/>
                </a:cubicBezTo>
                <a:lnTo>
                  <a:pt x="10913" y="20214"/>
                </a:lnTo>
                <a:cubicBezTo>
                  <a:pt x="11187" y="20487"/>
                  <a:pt x="11399" y="20791"/>
                  <a:pt x="11673" y="21065"/>
                </a:cubicBezTo>
                <a:cubicBezTo>
                  <a:pt x="11703" y="21065"/>
                  <a:pt x="11794" y="21035"/>
                  <a:pt x="11825" y="20974"/>
                </a:cubicBezTo>
                <a:lnTo>
                  <a:pt x="11825" y="9241"/>
                </a:lnTo>
                <a:lnTo>
                  <a:pt x="11825" y="214"/>
                </a:lnTo>
                <a:cubicBezTo>
                  <a:pt x="11673" y="122"/>
                  <a:pt x="11551" y="92"/>
                  <a:pt x="11460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4" name="Google Shape;2844;p35"/>
          <p:cNvSpPr/>
          <p:nvPr/>
        </p:nvSpPr>
        <p:spPr>
          <a:xfrm>
            <a:off x="3166967" y="4723639"/>
            <a:ext cx="278833" cy="528953"/>
          </a:xfrm>
          <a:custGeom>
            <a:avLst/>
            <a:gdLst/>
            <a:ahLst/>
            <a:cxnLst/>
            <a:rect l="l" t="t" r="r" b="b"/>
            <a:pathLst>
              <a:path w="11825" h="21946" extrusionOk="0">
                <a:moveTo>
                  <a:pt x="92" y="0"/>
                </a:moveTo>
                <a:cubicBezTo>
                  <a:pt x="62" y="1246"/>
                  <a:pt x="62" y="2462"/>
                  <a:pt x="62" y="3678"/>
                </a:cubicBezTo>
                <a:cubicBezTo>
                  <a:pt x="62" y="5836"/>
                  <a:pt x="1" y="8025"/>
                  <a:pt x="1" y="10183"/>
                </a:cubicBezTo>
                <a:lnTo>
                  <a:pt x="1" y="12888"/>
                </a:lnTo>
                <a:cubicBezTo>
                  <a:pt x="62" y="15411"/>
                  <a:pt x="62" y="17994"/>
                  <a:pt x="62" y="20548"/>
                </a:cubicBezTo>
                <a:cubicBezTo>
                  <a:pt x="62" y="21003"/>
                  <a:pt x="92" y="21490"/>
                  <a:pt x="92" y="21946"/>
                </a:cubicBezTo>
                <a:cubicBezTo>
                  <a:pt x="366" y="21733"/>
                  <a:pt x="639" y="21490"/>
                  <a:pt x="852" y="21277"/>
                </a:cubicBezTo>
                <a:lnTo>
                  <a:pt x="10731" y="11398"/>
                </a:lnTo>
                <a:cubicBezTo>
                  <a:pt x="11126" y="11003"/>
                  <a:pt x="11460" y="10608"/>
                  <a:pt x="11825" y="10213"/>
                </a:cubicBezTo>
                <a:cubicBezTo>
                  <a:pt x="11734" y="10213"/>
                  <a:pt x="11582" y="10183"/>
                  <a:pt x="11491" y="10152"/>
                </a:cubicBezTo>
                <a:cubicBezTo>
                  <a:pt x="6202" y="9939"/>
                  <a:pt x="1764" y="6383"/>
                  <a:pt x="427" y="1246"/>
                </a:cubicBezTo>
                <a:lnTo>
                  <a:pt x="92" y="0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5" name="Google Shape;2845;p35"/>
          <p:cNvSpPr/>
          <p:nvPr/>
        </p:nvSpPr>
        <p:spPr>
          <a:xfrm>
            <a:off x="4844893" y="4396885"/>
            <a:ext cx="248722" cy="243267"/>
          </a:xfrm>
          <a:custGeom>
            <a:avLst/>
            <a:gdLst/>
            <a:ahLst/>
            <a:cxnLst/>
            <a:rect l="l" t="t" r="r" b="b"/>
            <a:pathLst>
              <a:path w="10548" h="10093" extrusionOk="0">
                <a:moveTo>
                  <a:pt x="7052" y="1"/>
                </a:moveTo>
                <a:cubicBezTo>
                  <a:pt x="4772" y="31"/>
                  <a:pt x="2462" y="31"/>
                  <a:pt x="213" y="62"/>
                </a:cubicBezTo>
                <a:cubicBezTo>
                  <a:pt x="92" y="669"/>
                  <a:pt x="61" y="1186"/>
                  <a:pt x="0" y="1733"/>
                </a:cubicBezTo>
                <a:cubicBezTo>
                  <a:pt x="213" y="2372"/>
                  <a:pt x="183" y="3010"/>
                  <a:pt x="0" y="3679"/>
                </a:cubicBezTo>
                <a:cubicBezTo>
                  <a:pt x="31" y="4043"/>
                  <a:pt x="92" y="4378"/>
                  <a:pt x="92" y="4773"/>
                </a:cubicBezTo>
                <a:cubicBezTo>
                  <a:pt x="92" y="6505"/>
                  <a:pt x="152" y="8299"/>
                  <a:pt x="152" y="10092"/>
                </a:cubicBezTo>
                <a:cubicBezTo>
                  <a:pt x="243" y="9727"/>
                  <a:pt x="365" y="9302"/>
                  <a:pt x="487" y="8907"/>
                </a:cubicBezTo>
                <a:cubicBezTo>
                  <a:pt x="1733" y="4499"/>
                  <a:pt x="4590" y="1703"/>
                  <a:pt x="8997" y="396"/>
                </a:cubicBezTo>
                <a:cubicBezTo>
                  <a:pt x="9484" y="244"/>
                  <a:pt x="10031" y="183"/>
                  <a:pt x="10548" y="62"/>
                </a:cubicBezTo>
                <a:cubicBezTo>
                  <a:pt x="9453" y="31"/>
                  <a:pt x="8359" y="31"/>
                  <a:pt x="7234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6" name="Google Shape;2846;p35"/>
          <p:cNvSpPr/>
          <p:nvPr/>
        </p:nvSpPr>
        <p:spPr>
          <a:xfrm>
            <a:off x="3719602" y="4618867"/>
            <a:ext cx="29404" cy="133359"/>
          </a:xfrm>
          <a:custGeom>
            <a:avLst/>
            <a:gdLst/>
            <a:ahLst/>
            <a:cxnLst/>
            <a:rect l="l" t="t" r="r" b="b"/>
            <a:pathLst>
              <a:path w="1247" h="5533" extrusionOk="0">
                <a:moveTo>
                  <a:pt x="213" y="1"/>
                </a:moveTo>
                <a:lnTo>
                  <a:pt x="213" y="1"/>
                </a:lnTo>
                <a:cubicBezTo>
                  <a:pt x="152" y="122"/>
                  <a:pt x="61" y="153"/>
                  <a:pt x="61" y="213"/>
                </a:cubicBezTo>
                <a:cubicBezTo>
                  <a:pt x="30" y="365"/>
                  <a:pt x="30" y="517"/>
                  <a:pt x="61" y="669"/>
                </a:cubicBezTo>
                <a:cubicBezTo>
                  <a:pt x="365" y="2219"/>
                  <a:pt x="213" y="3770"/>
                  <a:pt x="0" y="5320"/>
                </a:cubicBezTo>
                <a:cubicBezTo>
                  <a:pt x="152" y="5411"/>
                  <a:pt x="243" y="5441"/>
                  <a:pt x="365" y="5533"/>
                </a:cubicBezTo>
                <a:cubicBezTo>
                  <a:pt x="365" y="4925"/>
                  <a:pt x="365" y="4317"/>
                  <a:pt x="334" y="3739"/>
                </a:cubicBezTo>
                <a:cubicBezTo>
                  <a:pt x="334" y="3101"/>
                  <a:pt x="334" y="3101"/>
                  <a:pt x="1064" y="2919"/>
                </a:cubicBezTo>
                <a:cubicBezTo>
                  <a:pt x="1125" y="2827"/>
                  <a:pt x="1155" y="2736"/>
                  <a:pt x="1246" y="2615"/>
                </a:cubicBezTo>
                <a:lnTo>
                  <a:pt x="456" y="2523"/>
                </a:lnTo>
                <a:cubicBezTo>
                  <a:pt x="182" y="1672"/>
                  <a:pt x="669" y="821"/>
                  <a:pt x="213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7" name="Google Shape;2847;p35"/>
          <p:cNvSpPr/>
          <p:nvPr/>
        </p:nvSpPr>
        <p:spPr>
          <a:xfrm>
            <a:off x="4258584" y="4681147"/>
            <a:ext cx="20821" cy="8797"/>
          </a:xfrm>
          <a:custGeom>
            <a:avLst/>
            <a:gdLst/>
            <a:ahLst/>
            <a:cxnLst/>
            <a:rect l="l" t="t" r="r" b="b"/>
            <a:pathLst>
              <a:path w="883" h="365" extrusionOk="0">
                <a:moveTo>
                  <a:pt x="1" y="0"/>
                </a:moveTo>
                <a:lnTo>
                  <a:pt x="1" y="0"/>
                </a:lnTo>
                <a:cubicBezTo>
                  <a:pt x="92" y="122"/>
                  <a:pt x="122" y="243"/>
                  <a:pt x="183" y="365"/>
                </a:cubicBezTo>
                <a:cubicBezTo>
                  <a:pt x="426" y="304"/>
                  <a:pt x="639" y="304"/>
                  <a:pt x="882" y="304"/>
                </a:cubicBezTo>
                <a:lnTo>
                  <a:pt x="882" y="91"/>
                </a:lnTo>
                <a:cubicBezTo>
                  <a:pt x="578" y="31"/>
                  <a:pt x="305" y="31"/>
                  <a:pt x="1" y="0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8" name="Google Shape;2848;p35"/>
          <p:cNvSpPr/>
          <p:nvPr/>
        </p:nvSpPr>
        <p:spPr>
          <a:xfrm>
            <a:off x="4082272" y="4419590"/>
            <a:ext cx="10776" cy="17619"/>
          </a:xfrm>
          <a:custGeom>
            <a:avLst/>
            <a:gdLst/>
            <a:ahLst/>
            <a:cxnLst/>
            <a:rect l="l" t="t" r="r" b="b"/>
            <a:pathLst>
              <a:path w="457" h="731" extrusionOk="0">
                <a:moveTo>
                  <a:pt x="304" y="1"/>
                </a:moveTo>
                <a:cubicBezTo>
                  <a:pt x="183" y="214"/>
                  <a:pt x="122" y="457"/>
                  <a:pt x="0" y="670"/>
                </a:cubicBezTo>
                <a:cubicBezTo>
                  <a:pt x="91" y="670"/>
                  <a:pt x="213" y="730"/>
                  <a:pt x="335" y="730"/>
                </a:cubicBezTo>
                <a:cubicBezTo>
                  <a:pt x="365" y="487"/>
                  <a:pt x="456" y="275"/>
                  <a:pt x="456" y="62"/>
                </a:cubicBezTo>
                <a:cubicBezTo>
                  <a:pt x="426" y="31"/>
                  <a:pt x="335" y="31"/>
                  <a:pt x="304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9" name="Google Shape;2849;p35"/>
          <p:cNvSpPr/>
          <p:nvPr/>
        </p:nvSpPr>
        <p:spPr>
          <a:xfrm>
            <a:off x="3871532" y="4446705"/>
            <a:ext cx="12945" cy="12485"/>
          </a:xfrm>
          <a:custGeom>
            <a:avLst/>
            <a:gdLst/>
            <a:ahLst/>
            <a:cxnLst/>
            <a:rect l="l" t="t" r="r" b="b"/>
            <a:pathLst>
              <a:path w="549" h="518" extrusionOk="0">
                <a:moveTo>
                  <a:pt x="123" y="1"/>
                </a:moveTo>
                <a:cubicBezTo>
                  <a:pt x="92" y="1"/>
                  <a:pt x="31" y="31"/>
                  <a:pt x="1" y="31"/>
                </a:cubicBezTo>
                <a:cubicBezTo>
                  <a:pt x="31" y="213"/>
                  <a:pt x="123" y="335"/>
                  <a:pt x="153" y="517"/>
                </a:cubicBezTo>
                <a:lnTo>
                  <a:pt x="548" y="517"/>
                </a:lnTo>
                <a:cubicBezTo>
                  <a:pt x="396" y="305"/>
                  <a:pt x="275" y="153"/>
                  <a:pt x="123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0" name="Google Shape;2850;p35"/>
          <p:cNvSpPr/>
          <p:nvPr/>
        </p:nvSpPr>
        <p:spPr>
          <a:xfrm>
            <a:off x="4176877" y="4478954"/>
            <a:ext cx="12922" cy="13208"/>
          </a:xfrm>
          <a:custGeom>
            <a:avLst/>
            <a:gdLst/>
            <a:ahLst/>
            <a:cxnLst/>
            <a:rect l="l" t="t" r="r" b="b"/>
            <a:pathLst>
              <a:path w="548" h="548" extrusionOk="0">
                <a:moveTo>
                  <a:pt x="517" y="0"/>
                </a:moveTo>
                <a:cubicBezTo>
                  <a:pt x="335" y="122"/>
                  <a:pt x="152" y="243"/>
                  <a:pt x="1" y="334"/>
                </a:cubicBezTo>
                <a:cubicBezTo>
                  <a:pt x="92" y="395"/>
                  <a:pt x="152" y="456"/>
                  <a:pt x="244" y="547"/>
                </a:cubicBezTo>
                <a:cubicBezTo>
                  <a:pt x="365" y="334"/>
                  <a:pt x="456" y="182"/>
                  <a:pt x="548" y="30"/>
                </a:cubicBezTo>
                <a:lnTo>
                  <a:pt x="517" y="0"/>
                </a:ln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1" name="Google Shape;2851;p35"/>
          <p:cNvSpPr/>
          <p:nvPr/>
        </p:nvSpPr>
        <p:spPr>
          <a:xfrm>
            <a:off x="4136012" y="4443788"/>
            <a:ext cx="8630" cy="13931"/>
          </a:xfrm>
          <a:custGeom>
            <a:avLst/>
            <a:gdLst/>
            <a:ahLst/>
            <a:cxnLst/>
            <a:rect l="l" t="t" r="r" b="b"/>
            <a:pathLst>
              <a:path w="366" h="578" extrusionOk="0">
                <a:moveTo>
                  <a:pt x="214" y="0"/>
                </a:moveTo>
                <a:cubicBezTo>
                  <a:pt x="153" y="152"/>
                  <a:pt x="62" y="365"/>
                  <a:pt x="1" y="517"/>
                </a:cubicBezTo>
                <a:cubicBezTo>
                  <a:pt x="31" y="547"/>
                  <a:pt x="62" y="547"/>
                  <a:pt x="123" y="578"/>
                </a:cubicBezTo>
                <a:cubicBezTo>
                  <a:pt x="183" y="426"/>
                  <a:pt x="305" y="334"/>
                  <a:pt x="366" y="152"/>
                </a:cubicBezTo>
                <a:cubicBezTo>
                  <a:pt x="305" y="122"/>
                  <a:pt x="275" y="61"/>
                  <a:pt x="214" y="0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2" name="Google Shape;2852;p35"/>
          <p:cNvSpPr/>
          <p:nvPr/>
        </p:nvSpPr>
        <p:spPr>
          <a:xfrm>
            <a:off x="4247831" y="4794693"/>
            <a:ext cx="5754" cy="3688"/>
          </a:xfrm>
          <a:custGeom>
            <a:avLst/>
            <a:gdLst/>
            <a:ahLst/>
            <a:cxnLst/>
            <a:rect l="l" t="t" r="r" b="b"/>
            <a:pathLst>
              <a:path w="244" h="153" extrusionOk="0">
                <a:moveTo>
                  <a:pt x="1" y="1"/>
                </a:moveTo>
                <a:lnTo>
                  <a:pt x="1" y="1"/>
                </a:lnTo>
                <a:cubicBezTo>
                  <a:pt x="92" y="61"/>
                  <a:pt x="122" y="92"/>
                  <a:pt x="153" y="152"/>
                </a:cubicBezTo>
                <a:lnTo>
                  <a:pt x="244" y="92"/>
                </a:lnTo>
                <a:cubicBezTo>
                  <a:pt x="153" y="61"/>
                  <a:pt x="92" y="61"/>
                  <a:pt x="1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3" name="Google Shape;2853;p35"/>
          <p:cNvSpPr/>
          <p:nvPr/>
        </p:nvSpPr>
        <p:spPr>
          <a:xfrm>
            <a:off x="3761175" y="4796163"/>
            <a:ext cx="2169" cy="2217"/>
          </a:xfrm>
          <a:custGeom>
            <a:avLst/>
            <a:gdLst/>
            <a:ahLst/>
            <a:cxnLst/>
            <a:rect l="l" t="t" r="r" b="b"/>
            <a:pathLst>
              <a:path w="92" h="92" extrusionOk="0">
                <a:moveTo>
                  <a:pt x="61" y="0"/>
                </a:moveTo>
                <a:cubicBezTo>
                  <a:pt x="0" y="31"/>
                  <a:pt x="0" y="61"/>
                  <a:pt x="0" y="91"/>
                </a:cubicBezTo>
                <a:lnTo>
                  <a:pt x="91" y="91"/>
                </a:lnTo>
                <a:lnTo>
                  <a:pt x="91" y="31"/>
                </a:lnTo>
                <a:lnTo>
                  <a:pt x="61" y="0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4" name="Google Shape;2854;p35"/>
          <p:cNvSpPr/>
          <p:nvPr/>
        </p:nvSpPr>
        <p:spPr>
          <a:xfrm>
            <a:off x="4219157" y="4525085"/>
            <a:ext cx="5777" cy="8098"/>
          </a:xfrm>
          <a:custGeom>
            <a:avLst/>
            <a:gdLst/>
            <a:ahLst/>
            <a:cxnLst/>
            <a:rect l="l" t="t" r="r" b="b"/>
            <a:pathLst>
              <a:path w="245" h="336" extrusionOk="0">
                <a:moveTo>
                  <a:pt x="31" y="1"/>
                </a:moveTo>
                <a:cubicBezTo>
                  <a:pt x="31" y="92"/>
                  <a:pt x="1" y="214"/>
                  <a:pt x="1" y="335"/>
                </a:cubicBezTo>
                <a:cubicBezTo>
                  <a:pt x="244" y="92"/>
                  <a:pt x="244" y="92"/>
                  <a:pt x="31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5" name="Google Shape;2855;p35"/>
          <p:cNvSpPr/>
          <p:nvPr/>
        </p:nvSpPr>
        <p:spPr>
          <a:xfrm>
            <a:off x="3791995" y="4526555"/>
            <a:ext cx="5023" cy="3688"/>
          </a:xfrm>
          <a:custGeom>
            <a:avLst/>
            <a:gdLst/>
            <a:ahLst/>
            <a:cxnLst/>
            <a:rect l="l" t="t" r="r" b="b"/>
            <a:pathLst>
              <a:path w="213" h="153" extrusionOk="0">
                <a:moveTo>
                  <a:pt x="0" y="1"/>
                </a:moveTo>
                <a:cubicBezTo>
                  <a:pt x="30" y="31"/>
                  <a:pt x="61" y="122"/>
                  <a:pt x="122" y="153"/>
                </a:cubicBezTo>
                <a:lnTo>
                  <a:pt x="213" y="31"/>
                </a:lnTo>
                <a:cubicBezTo>
                  <a:pt x="152" y="31"/>
                  <a:pt x="61" y="1"/>
                  <a:pt x="0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6" name="Google Shape;2856;p35"/>
          <p:cNvSpPr/>
          <p:nvPr/>
        </p:nvSpPr>
        <p:spPr>
          <a:xfrm>
            <a:off x="4254293" y="4572711"/>
            <a:ext cx="731" cy="771"/>
          </a:xfrm>
          <a:custGeom>
            <a:avLst/>
            <a:gdLst/>
            <a:ahLst/>
            <a:cxnLst/>
            <a:rect l="l" t="t" r="r" b="b"/>
            <a:pathLst>
              <a:path w="31" h="32" extrusionOk="0">
                <a:moveTo>
                  <a:pt x="0" y="1"/>
                </a:moveTo>
                <a:lnTo>
                  <a:pt x="0" y="31"/>
                </a:lnTo>
                <a:lnTo>
                  <a:pt x="31" y="31"/>
                </a:lnTo>
                <a:lnTo>
                  <a:pt x="0" y="1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7" name="Google Shape;2857;p35"/>
          <p:cNvSpPr/>
          <p:nvPr/>
        </p:nvSpPr>
        <p:spPr>
          <a:xfrm>
            <a:off x="4226326" y="4522169"/>
            <a:ext cx="2169" cy="747"/>
          </a:xfrm>
          <a:custGeom>
            <a:avLst/>
            <a:gdLst/>
            <a:ahLst/>
            <a:cxnLst/>
            <a:rect l="l" t="t" r="r" b="b"/>
            <a:pathLst>
              <a:path w="92" h="31" extrusionOk="0">
                <a:moveTo>
                  <a:pt x="1" y="0"/>
                </a:moveTo>
                <a:lnTo>
                  <a:pt x="31" y="31"/>
                </a:lnTo>
                <a:lnTo>
                  <a:pt x="92" y="0"/>
                </a:ln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8" name="Google Shape;2858;p35"/>
          <p:cNvSpPr/>
          <p:nvPr/>
        </p:nvSpPr>
        <p:spPr>
          <a:xfrm>
            <a:off x="4189069" y="4476013"/>
            <a:ext cx="1462" cy="2531"/>
          </a:xfrm>
          <a:custGeom>
            <a:avLst/>
            <a:gdLst/>
            <a:ahLst/>
            <a:cxnLst/>
            <a:rect l="l" t="t" r="r" b="b"/>
            <a:pathLst>
              <a:path w="62" h="105" extrusionOk="0">
                <a:moveTo>
                  <a:pt x="31" y="0"/>
                </a:moveTo>
                <a:cubicBezTo>
                  <a:pt x="31" y="61"/>
                  <a:pt x="0" y="61"/>
                  <a:pt x="0" y="92"/>
                </a:cubicBezTo>
                <a:cubicBezTo>
                  <a:pt x="0" y="92"/>
                  <a:pt x="0" y="92"/>
                  <a:pt x="0" y="92"/>
                </a:cubicBezTo>
                <a:lnTo>
                  <a:pt x="0" y="92"/>
                </a:lnTo>
                <a:cubicBezTo>
                  <a:pt x="18" y="101"/>
                  <a:pt x="31" y="104"/>
                  <a:pt x="40" y="104"/>
                </a:cubicBezTo>
                <a:cubicBezTo>
                  <a:pt x="61" y="104"/>
                  <a:pt x="61" y="83"/>
                  <a:pt x="61" y="61"/>
                </a:cubicBezTo>
                <a:lnTo>
                  <a:pt x="31" y="0"/>
                </a:ln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9" name="Google Shape;2859;p35"/>
          <p:cNvSpPr/>
          <p:nvPr/>
        </p:nvSpPr>
        <p:spPr>
          <a:xfrm>
            <a:off x="922847" y="4398862"/>
            <a:ext cx="567665" cy="571856"/>
          </a:xfrm>
          <a:custGeom>
            <a:avLst/>
            <a:gdLst/>
            <a:ahLst/>
            <a:cxnLst/>
            <a:rect l="l" t="t" r="r" b="b"/>
            <a:pathLst>
              <a:path w="24074" h="23726" extrusionOk="0">
                <a:moveTo>
                  <a:pt x="21412" y="0"/>
                </a:moveTo>
                <a:cubicBezTo>
                  <a:pt x="21171" y="0"/>
                  <a:pt x="20914" y="24"/>
                  <a:pt x="20639" y="71"/>
                </a:cubicBezTo>
                <a:cubicBezTo>
                  <a:pt x="19362" y="253"/>
                  <a:pt x="18177" y="861"/>
                  <a:pt x="17113" y="1590"/>
                </a:cubicBezTo>
                <a:cubicBezTo>
                  <a:pt x="15623" y="2594"/>
                  <a:pt x="14377" y="3809"/>
                  <a:pt x="13192" y="5147"/>
                </a:cubicBezTo>
                <a:cubicBezTo>
                  <a:pt x="12857" y="5542"/>
                  <a:pt x="12462" y="5937"/>
                  <a:pt x="12098" y="6393"/>
                </a:cubicBezTo>
                <a:cubicBezTo>
                  <a:pt x="11854" y="6150"/>
                  <a:pt x="11672" y="5907"/>
                  <a:pt x="11459" y="5694"/>
                </a:cubicBezTo>
                <a:cubicBezTo>
                  <a:pt x="10639" y="4812"/>
                  <a:pt x="9848" y="3931"/>
                  <a:pt x="9028" y="3141"/>
                </a:cubicBezTo>
                <a:cubicBezTo>
                  <a:pt x="7842" y="1986"/>
                  <a:pt x="6535" y="1013"/>
                  <a:pt x="4985" y="466"/>
                </a:cubicBezTo>
                <a:cubicBezTo>
                  <a:pt x="4225" y="223"/>
                  <a:pt x="3404" y="10"/>
                  <a:pt x="2584" y="10"/>
                </a:cubicBezTo>
                <a:cubicBezTo>
                  <a:pt x="2563" y="9"/>
                  <a:pt x="2542" y="9"/>
                  <a:pt x="2522" y="9"/>
                </a:cubicBezTo>
                <a:cubicBezTo>
                  <a:pt x="1160" y="9"/>
                  <a:pt x="303" y="1004"/>
                  <a:pt x="243" y="2411"/>
                </a:cubicBezTo>
                <a:cubicBezTo>
                  <a:pt x="213" y="3293"/>
                  <a:pt x="365" y="4113"/>
                  <a:pt x="730" y="4873"/>
                </a:cubicBezTo>
                <a:cubicBezTo>
                  <a:pt x="1125" y="5603"/>
                  <a:pt x="1489" y="6332"/>
                  <a:pt x="1945" y="7001"/>
                </a:cubicBezTo>
                <a:cubicBezTo>
                  <a:pt x="3040" y="8642"/>
                  <a:pt x="4499" y="10010"/>
                  <a:pt x="5988" y="11256"/>
                </a:cubicBezTo>
                <a:cubicBezTo>
                  <a:pt x="6170" y="11408"/>
                  <a:pt x="6353" y="11621"/>
                  <a:pt x="6596" y="11834"/>
                </a:cubicBezTo>
                <a:cubicBezTo>
                  <a:pt x="6292" y="12107"/>
                  <a:pt x="6049" y="12320"/>
                  <a:pt x="5836" y="12533"/>
                </a:cubicBezTo>
                <a:cubicBezTo>
                  <a:pt x="4347" y="13779"/>
                  <a:pt x="2979" y="15147"/>
                  <a:pt x="1885" y="16727"/>
                </a:cubicBezTo>
                <a:cubicBezTo>
                  <a:pt x="1185" y="17731"/>
                  <a:pt x="578" y="18764"/>
                  <a:pt x="365" y="19980"/>
                </a:cubicBezTo>
                <a:cubicBezTo>
                  <a:pt x="0" y="21804"/>
                  <a:pt x="213" y="22867"/>
                  <a:pt x="1824" y="23658"/>
                </a:cubicBezTo>
                <a:lnTo>
                  <a:pt x="3951" y="23658"/>
                </a:lnTo>
                <a:cubicBezTo>
                  <a:pt x="7386" y="22503"/>
                  <a:pt x="9787" y="20041"/>
                  <a:pt x="12006" y="17396"/>
                </a:cubicBezTo>
                <a:cubicBezTo>
                  <a:pt x="12249" y="17609"/>
                  <a:pt x="12401" y="17852"/>
                  <a:pt x="12584" y="18034"/>
                </a:cubicBezTo>
                <a:cubicBezTo>
                  <a:pt x="13891" y="19554"/>
                  <a:pt x="15259" y="20983"/>
                  <a:pt x="16930" y="22107"/>
                </a:cubicBezTo>
                <a:cubicBezTo>
                  <a:pt x="17842" y="22655"/>
                  <a:pt x="18845" y="23171"/>
                  <a:pt x="19879" y="23536"/>
                </a:cubicBezTo>
                <a:cubicBezTo>
                  <a:pt x="20264" y="23698"/>
                  <a:pt x="20716" y="23725"/>
                  <a:pt x="21164" y="23725"/>
                </a:cubicBezTo>
                <a:cubicBezTo>
                  <a:pt x="21388" y="23725"/>
                  <a:pt x="21611" y="23718"/>
                  <a:pt x="21824" y="23718"/>
                </a:cubicBezTo>
                <a:cubicBezTo>
                  <a:pt x="22554" y="23718"/>
                  <a:pt x="23070" y="23354"/>
                  <a:pt x="23496" y="22776"/>
                </a:cubicBezTo>
                <a:cubicBezTo>
                  <a:pt x="23648" y="22594"/>
                  <a:pt x="23800" y="22351"/>
                  <a:pt x="23952" y="22168"/>
                </a:cubicBezTo>
                <a:cubicBezTo>
                  <a:pt x="23952" y="21530"/>
                  <a:pt x="23921" y="20892"/>
                  <a:pt x="23921" y="20223"/>
                </a:cubicBezTo>
                <a:cubicBezTo>
                  <a:pt x="23314" y="18186"/>
                  <a:pt x="22158" y="16424"/>
                  <a:pt x="20730" y="14904"/>
                </a:cubicBezTo>
                <a:cubicBezTo>
                  <a:pt x="19909" y="14083"/>
                  <a:pt x="19089" y="13354"/>
                  <a:pt x="18237" y="12563"/>
                </a:cubicBezTo>
                <a:cubicBezTo>
                  <a:pt x="18025" y="12381"/>
                  <a:pt x="17782" y="12138"/>
                  <a:pt x="17538" y="11925"/>
                </a:cubicBezTo>
                <a:cubicBezTo>
                  <a:pt x="17994" y="11499"/>
                  <a:pt x="18389" y="11165"/>
                  <a:pt x="18785" y="10800"/>
                </a:cubicBezTo>
                <a:cubicBezTo>
                  <a:pt x="20152" y="9645"/>
                  <a:pt x="21368" y="8369"/>
                  <a:pt x="22341" y="6910"/>
                </a:cubicBezTo>
                <a:cubicBezTo>
                  <a:pt x="23040" y="5907"/>
                  <a:pt x="23617" y="4873"/>
                  <a:pt x="23830" y="3657"/>
                </a:cubicBezTo>
                <a:cubicBezTo>
                  <a:pt x="24013" y="3019"/>
                  <a:pt x="24073" y="2381"/>
                  <a:pt x="23830" y="1742"/>
                </a:cubicBezTo>
                <a:cubicBezTo>
                  <a:pt x="23351" y="558"/>
                  <a:pt x="22580" y="0"/>
                  <a:pt x="21412" y="0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0" name="Google Shape;2860;p35"/>
          <p:cNvSpPr/>
          <p:nvPr/>
        </p:nvSpPr>
        <p:spPr>
          <a:xfrm>
            <a:off x="1802994" y="4397633"/>
            <a:ext cx="805634" cy="572916"/>
          </a:xfrm>
          <a:custGeom>
            <a:avLst/>
            <a:gdLst/>
            <a:ahLst/>
            <a:cxnLst/>
            <a:rect l="l" t="t" r="r" b="b"/>
            <a:pathLst>
              <a:path w="34166" h="23770" extrusionOk="0">
                <a:moveTo>
                  <a:pt x="3192" y="0"/>
                </a:moveTo>
                <a:cubicBezTo>
                  <a:pt x="2129" y="0"/>
                  <a:pt x="1065" y="31"/>
                  <a:pt x="1" y="31"/>
                </a:cubicBezTo>
                <a:cubicBezTo>
                  <a:pt x="761" y="213"/>
                  <a:pt x="1490" y="365"/>
                  <a:pt x="2189" y="608"/>
                </a:cubicBezTo>
                <a:cubicBezTo>
                  <a:pt x="6870" y="2158"/>
                  <a:pt x="10001" y="6292"/>
                  <a:pt x="10335" y="11368"/>
                </a:cubicBezTo>
                <a:cubicBezTo>
                  <a:pt x="10335" y="11550"/>
                  <a:pt x="10366" y="11733"/>
                  <a:pt x="10366" y="11915"/>
                </a:cubicBezTo>
                <a:cubicBezTo>
                  <a:pt x="10460" y="11913"/>
                  <a:pt x="10555" y="11911"/>
                  <a:pt x="10649" y="11911"/>
                </a:cubicBezTo>
                <a:cubicBezTo>
                  <a:pt x="16133" y="11911"/>
                  <a:pt x="21172" y="16240"/>
                  <a:pt x="22068" y="22037"/>
                </a:cubicBezTo>
                <a:cubicBezTo>
                  <a:pt x="22190" y="22614"/>
                  <a:pt x="22159" y="23162"/>
                  <a:pt x="22159" y="23739"/>
                </a:cubicBezTo>
                <a:cubicBezTo>
                  <a:pt x="22615" y="23739"/>
                  <a:pt x="23010" y="23769"/>
                  <a:pt x="23466" y="23769"/>
                </a:cubicBezTo>
                <a:lnTo>
                  <a:pt x="33011" y="23769"/>
                </a:lnTo>
                <a:cubicBezTo>
                  <a:pt x="33406" y="23769"/>
                  <a:pt x="33771" y="23739"/>
                  <a:pt x="34166" y="23709"/>
                </a:cubicBezTo>
                <a:lnTo>
                  <a:pt x="34105" y="23709"/>
                </a:lnTo>
                <a:lnTo>
                  <a:pt x="34105" y="21794"/>
                </a:lnTo>
                <a:cubicBezTo>
                  <a:pt x="34014" y="21155"/>
                  <a:pt x="33892" y="20517"/>
                  <a:pt x="33740" y="19909"/>
                </a:cubicBezTo>
                <a:cubicBezTo>
                  <a:pt x="31947" y="8572"/>
                  <a:pt x="21916" y="31"/>
                  <a:pt x="10487" y="31"/>
                </a:cubicBezTo>
                <a:cubicBezTo>
                  <a:pt x="8086" y="31"/>
                  <a:pt x="5655" y="0"/>
                  <a:pt x="3253" y="0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1" name="Google Shape;2861;p35"/>
          <p:cNvSpPr/>
          <p:nvPr/>
        </p:nvSpPr>
        <p:spPr>
          <a:xfrm>
            <a:off x="1492649" y="3828387"/>
            <a:ext cx="551182" cy="568530"/>
          </a:xfrm>
          <a:custGeom>
            <a:avLst/>
            <a:gdLst/>
            <a:ahLst/>
            <a:cxnLst/>
            <a:rect l="l" t="t" r="r" b="b"/>
            <a:pathLst>
              <a:path w="23375" h="23588" extrusionOk="0">
                <a:moveTo>
                  <a:pt x="16566" y="1"/>
                </a:moveTo>
                <a:cubicBezTo>
                  <a:pt x="14864" y="1824"/>
                  <a:pt x="13314" y="3466"/>
                  <a:pt x="11703" y="5168"/>
                </a:cubicBezTo>
                <a:cubicBezTo>
                  <a:pt x="10062" y="3466"/>
                  <a:pt x="8542" y="1794"/>
                  <a:pt x="6992" y="153"/>
                </a:cubicBezTo>
                <a:cubicBezTo>
                  <a:pt x="6931" y="214"/>
                  <a:pt x="6870" y="214"/>
                  <a:pt x="6809" y="244"/>
                </a:cubicBezTo>
                <a:cubicBezTo>
                  <a:pt x="6870" y="2493"/>
                  <a:pt x="6931" y="4712"/>
                  <a:pt x="6992" y="7083"/>
                </a:cubicBezTo>
                <a:cubicBezTo>
                  <a:pt x="4651" y="6992"/>
                  <a:pt x="2402" y="6961"/>
                  <a:pt x="153" y="6901"/>
                </a:cubicBezTo>
                <a:cubicBezTo>
                  <a:pt x="122" y="6961"/>
                  <a:pt x="122" y="6992"/>
                  <a:pt x="92" y="7083"/>
                </a:cubicBezTo>
                <a:cubicBezTo>
                  <a:pt x="1764" y="8633"/>
                  <a:pt x="3375" y="10183"/>
                  <a:pt x="5107" y="11794"/>
                </a:cubicBezTo>
                <a:cubicBezTo>
                  <a:pt x="4195" y="12615"/>
                  <a:pt x="3344" y="13375"/>
                  <a:pt x="2554" y="14195"/>
                </a:cubicBezTo>
                <a:cubicBezTo>
                  <a:pt x="1764" y="14986"/>
                  <a:pt x="852" y="15685"/>
                  <a:pt x="1" y="16688"/>
                </a:cubicBezTo>
                <a:cubicBezTo>
                  <a:pt x="1995" y="16688"/>
                  <a:pt x="3813" y="16493"/>
                  <a:pt x="5660" y="16493"/>
                </a:cubicBezTo>
                <a:cubicBezTo>
                  <a:pt x="6121" y="16493"/>
                  <a:pt x="6584" y="16506"/>
                  <a:pt x="7052" y="16536"/>
                </a:cubicBezTo>
                <a:cubicBezTo>
                  <a:pt x="6961" y="18937"/>
                  <a:pt x="6900" y="21217"/>
                  <a:pt x="6809" y="23527"/>
                </a:cubicBezTo>
                <a:lnTo>
                  <a:pt x="6992" y="23527"/>
                </a:lnTo>
                <a:cubicBezTo>
                  <a:pt x="7387" y="23071"/>
                  <a:pt x="7812" y="22585"/>
                  <a:pt x="8207" y="22129"/>
                </a:cubicBezTo>
                <a:cubicBezTo>
                  <a:pt x="9119" y="21156"/>
                  <a:pt x="10031" y="20153"/>
                  <a:pt x="11004" y="19180"/>
                </a:cubicBezTo>
                <a:cubicBezTo>
                  <a:pt x="11186" y="18937"/>
                  <a:pt x="11399" y="18755"/>
                  <a:pt x="11703" y="18451"/>
                </a:cubicBezTo>
                <a:cubicBezTo>
                  <a:pt x="13314" y="20183"/>
                  <a:pt x="14864" y="21855"/>
                  <a:pt x="16414" y="23588"/>
                </a:cubicBezTo>
                <a:lnTo>
                  <a:pt x="16505" y="23588"/>
                </a:lnTo>
                <a:cubicBezTo>
                  <a:pt x="16475" y="22159"/>
                  <a:pt x="16414" y="20731"/>
                  <a:pt x="16475" y="19332"/>
                </a:cubicBezTo>
                <a:lnTo>
                  <a:pt x="16475" y="16506"/>
                </a:lnTo>
                <a:cubicBezTo>
                  <a:pt x="18785" y="16536"/>
                  <a:pt x="21065" y="16627"/>
                  <a:pt x="23314" y="16688"/>
                </a:cubicBezTo>
                <a:cubicBezTo>
                  <a:pt x="23345" y="16627"/>
                  <a:pt x="23345" y="16597"/>
                  <a:pt x="23375" y="16506"/>
                </a:cubicBezTo>
                <a:cubicBezTo>
                  <a:pt x="21703" y="14955"/>
                  <a:pt x="20062" y="13436"/>
                  <a:pt x="18360" y="11794"/>
                </a:cubicBezTo>
                <a:cubicBezTo>
                  <a:pt x="19271" y="10943"/>
                  <a:pt x="20062" y="10153"/>
                  <a:pt x="20913" y="9393"/>
                </a:cubicBezTo>
                <a:cubicBezTo>
                  <a:pt x="21734" y="8633"/>
                  <a:pt x="22615" y="7873"/>
                  <a:pt x="23345" y="6961"/>
                </a:cubicBezTo>
                <a:cubicBezTo>
                  <a:pt x="21034" y="6961"/>
                  <a:pt x="18785" y="7083"/>
                  <a:pt x="16475" y="7083"/>
                </a:cubicBezTo>
                <a:cubicBezTo>
                  <a:pt x="16353" y="4682"/>
                  <a:pt x="16688" y="2432"/>
                  <a:pt x="16566" y="1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2" name="Google Shape;2862;p35"/>
          <p:cNvSpPr/>
          <p:nvPr/>
        </p:nvSpPr>
        <p:spPr>
          <a:xfrm>
            <a:off x="381696" y="4410069"/>
            <a:ext cx="532554" cy="548019"/>
          </a:xfrm>
          <a:custGeom>
            <a:avLst/>
            <a:gdLst/>
            <a:ahLst/>
            <a:cxnLst/>
            <a:rect l="l" t="t" r="r" b="b"/>
            <a:pathLst>
              <a:path w="22585" h="22737" extrusionOk="0">
                <a:moveTo>
                  <a:pt x="2066" y="17996"/>
                </a:moveTo>
                <a:lnTo>
                  <a:pt x="2066" y="17996"/>
                </a:lnTo>
                <a:cubicBezTo>
                  <a:pt x="2036" y="18006"/>
                  <a:pt x="2006" y="18015"/>
                  <a:pt x="1976" y="18025"/>
                </a:cubicBezTo>
                <a:lnTo>
                  <a:pt x="2037" y="18025"/>
                </a:lnTo>
                <a:cubicBezTo>
                  <a:pt x="2047" y="18016"/>
                  <a:pt x="2056" y="18006"/>
                  <a:pt x="2066" y="17996"/>
                </a:cubicBezTo>
                <a:close/>
                <a:moveTo>
                  <a:pt x="12402" y="1"/>
                </a:moveTo>
                <a:cubicBezTo>
                  <a:pt x="12037" y="1369"/>
                  <a:pt x="11703" y="2706"/>
                  <a:pt x="11368" y="4074"/>
                </a:cubicBezTo>
                <a:cubicBezTo>
                  <a:pt x="11277" y="4104"/>
                  <a:pt x="11247" y="4104"/>
                  <a:pt x="11216" y="4104"/>
                </a:cubicBezTo>
                <a:cubicBezTo>
                  <a:pt x="10912" y="2828"/>
                  <a:pt x="10578" y="1521"/>
                  <a:pt x="10213" y="244"/>
                </a:cubicBezTo>
                <a:cubicBezTo>
                  <a:pt x="9818" y="1521"/>
                  <a:pt x="10061" y="2888"/>
                  <a:pt x="9757" y="4408"/>
                </a:cubicBezTo>
                <a:cubicBezTo>
                  <a:pt x="9058" y="2980"/>
                  <a:pt x="8450" y="1764"/>
                  <a:pt x="7842" y="487"/>
                </a:cubicBezTo>
                <a:cubicBezTo>
                  <a:pt x="7751" y="548"/>
                  <a:pt x="7721" y="548"/>
                  <a:pt x="7690" y="578"/>
                </a:cubicBezTo>
                <a:lnTo>
                  <a:pt x="8359" y="4682"/>
                </a:lnTo>
                <a:cubicBezTo>
                  <a:pt x="8298" y="4712"/>
                  <a:pt x="8268" y="4712"/>
                  <a:pt x="8177" y="4743"/>
                </a:cubicBezTo>
                <a:lnTo>
                  <a:pt x="6019" y="2007"/>
                </a:lnTo>
                <a:cubicBezTo>
                  <a:pt x="5897" y="2098"/>
                  <a:pt x="5836" y="2159"/>
                  <a:pt x="5715" y="2250"/>
                </a:cubicBezTo>
                <a:cubicBezTo>
                  <a:pt x="6110" y="3314"/>
                  <a:pt x="6566" y="4378"/>
                  <a:pt x="6991" y="5442"/>
                </a:cubicBezTo>
                <a:cubicBezTo>
                  <a:pt x="5806" y="4834"/>
                  <a:pt x="4985" y="3831"/>
                  <a:pt x="3921" y="3192"/>
                </a:cubicBezTo>
                <a:cubicBezTo>
                  <a:pt x="3891" y="3223"/>
                  <a:pt x="3830" y="3314"/>
                  <a:pt x="3800" y="3344"/>
                </a:cubicBezTo>
                <a:cubicBezTo>
                  <a:pt x="4499" y="4378"/>
                  <a:pt x="5137" y="5350"/>
                  <a:pt x="5775" y="6384"/>
                </a:cubicBezTo>
                <a:cubicBezTo>
                  <a:pt x="5806" y="6414"/>
                  <a:pt x="5806" y="6505"/>
                  <a:pt x="5806" y="6566"/>
                </a:cubicBezTo>
                <a:lnTo>
                  <a:pt x="5715" y="6475"/>
                </a:lnTo>
                <a:cubicBezTo>
                  <a:pt x="5441" y="6384"/>
                  <a:pt x="5168" y="6262"/>
                  <a:pt x="4955" y="6171"/>
                </a:cubicBezTo>
                <a:cubicBezTo>
                  <a:pt x="4104" y="5715"/>
                  <a:pt x="3222" y="5290"/>
                  <a:pt x="2402" y="4834"/>
                </a:cubicBezTo>
                <a:lnTo>
                  <a:pt x="2280" y="4955"/>
                </a:lnTo>
                <a:cubicBezTo>
                  <a:pt x="3161" y="5867"/>
                  <a:pt x="4073" y="6779"/>
                  <a:pt x="4955" y="7691"/>
                </a:cubicBezTo>
                <a:cubicBezTo>
                  <a:pt x="4894" y="7752"/>
                  <a:pt x="4894" y="7782"/>
                  <a:pt x="4864" y="7843"/>
                </a:cubicBezTo>
                <a:cubicBezTo>
                  <a:pt x="3678" y="7539"/>
                  <a:pt x="2462" y="7205"/>
                  <a:pt x="1307" y="6840"/>
                </a:cubicBezTo>
                <a:lnTo>
                  <a:pt x="1186" y="7083"/>
                </a:lnTo>
                <a:cubicBezTo>
                  <a:pt x="2250" y="7752"/>
                  <a:pt x="3344" y="8451"/>
                  <a:pt x="4408" y="9120"/>
                </a:cubicBezTo>
                <a:cubicBezTo>
                  <a:pt x="4377" y="9211"/>
                  <a:pt x="4377" y="9241"/>
                  <a:pt x="4347" y="9271"/>
                </a:cubicBezTo>
                <a:cubicBezTo>
                  <a:pt x="2918" y="9180"/>
                  <a:pt x="1520" y="9089"/>
                  <a:pt x="122" y="8968"/>
                </a:cubicBezTo>
                <a:lnTo>
                  <a:pt x="122" y="8968"/>
                </a:lnTo>
                <a:cubicBezTo>
                  <a:pt x="1338" y="9697"/>
                  <a:pt x="2705" y="10001"/>
                  <a:pt x="3921" y="10700"/>
                </a:cubicBezTo>
                <a:cubicBezTo>
                  <a:pt x="2645" y="11034"/>
                  <a:pt x="1277" y="11065"/>
                  <a:pt x="0" y="11460"/>
                </a:cubicBezTo>
                <a:cubicBezTo>
                  <a:pt x="1307" y="11794"/>
                  <a:pt x="2675" y="11825"/>
                  <a:pt x="3921" y="12311"/>
                </a:cubicBezTo>
                <a:cubicBezTo>
                  <a:pt x="2675" y="12767"/>
                  <a:pt x="1368" y="13284"/>
                  <a:pt x="122" y="13740"/>
                </a:cubicBezTo>
                <a:cubicBezTo>
                  <a:pt x="383" y="13769"/>
                  <a:pt x="643" y="13779"/>
                  <a:pt x="903" y="13779"/>
                </a:cubicBezTo>
                <a:cubicBezTo>
                  <a:pt x="1510" y="13779"/>
                  <a:pt x="2114" y="13723"/>
                  <a:pt x="2719" y="13723"/>
                </a:cubicBezTo>
                <a:cubicBezTo>
                  <a:pt x="3209" y="13723"/>
                  <a:pt x="3700" y="13760"/>
                  <a:pt x="4195" y="13892"/>
                </a:cubicBezTo>
                <a:cubicBezTo>
                  <a:pt x="3131" y="14560"/>
                  <a:pt x="2098" y="15199"/>
                  <a:pt x="1034" y="15867"/>
                </a:cubicBezTo>
                <a:cubicBezTo>
                  <a:pt x="1066" y="15868"/>
                  <a:pt x="1097" y="15868"/>
                  <a:pt x="1129" y="15868"/>
                </a:cubicBezTo>
                <a:cubicBezTo>
                  <a:pt x="2339" y="15868"/>
                  <a:pt x="3466" y="15315"/>
                  <a:pt x="4651" y="15107"/>
                </a:cubicBezTo>
                <a:cubicBezTo>
                  <a:pt x="4772" y="15107"/>
                  <a:pt x="4833" y="15107"/>
                  <a:pt x="4864" y="15047"/>
                </a:cubicBezTo>
                <a:lnTo>
                  <a:pt x="4864" y="15047"/>
                </a:lnTo>
                <a:cubicBezTo>
                  <a:pt x="4833" y="15138"/>
                  <a:pt x="4803" y="15168"/>
                  <a:pt x="4772" y="15229"/>
                </a:cubicBezTo>
                <a:cubicBezTo>
                  <a:pt x="3870" y="16131"/>
                  <a:pt x="2968" y="17093"/>
                  <a:pt x="2066" y="17996"/>
                </a:cubicBezTo>
                <a:lnTo>
                  <a:pt x="2066" y="17996"/>
                </a:lnTo>
                <a:cubicBezTo>
                  <a:pt x="2401" y="17888"/>
                  <a:pt x="2731" y="17800"/>
                  <a:pt x="3009" y="17661"/>
                </a:cubicBezTo>
                <a:cubicBezTo>
                  <a:pt x="3921" y="17205"/>
                  <a:pt x="4803" y="16718"/>
                  <a:pt x="5715" y="16232"/>
                </a:cubicBezTo>
                <a:cubicBezTo>
                  <a:pt x="5745" y="16262"/>
                  <a:pt x="5775" y="16354"/>
                  <a:pt x="5836" y="16384"/>
                </a:cubicBezTo>
                <a:cubicBezTo>
                  <a:pt x="5107" y="17478"/>
                  <a:pt x="4347" y="18542"/>
                  <a:pt x="3617" y="19636"/>
                </a:cubicBezTo>
                <a:cubicBezTo>
                  <a:pt x="3709" y="19697"/>
                  <a:pt x="3739" y="19728"/>
                  <a:pt x="3769" y="19758"/>
                </a:cubicBezTo>
                <a:cubicBezTo>
                  <a:pt x="4104" y="19545"/>
                  <a:pt x="4408" y="19272"/>
                  <a:pt x="4712" y="19028"/>
                </a:cubicBezTo>
                <a:cubicBezTo>
                  <a:pt x="5411" y="18512"/>
                  <a:pt x="6079" y="17934"/>
                  <a:pt x="6779" y="17417"/>
                </a:cubicBezTo>
                <a:cubicBezTo>
                  <a:pt x="6839" y="17417"/>
                  <a:pt x="6900" y="17357"/>
                  <a:pt x="6961" y="17326"/>
                </a:cubicBezTo>
                <a:lnTo>
                  <a:pt x="6961" y="17326"/>
                </a:lnTo>
                <a:cubicBezTo>
                  <a:pt x="6961" y="17417"/>
                  <a:pt x="6930" y="17478"/>
                  <a:pt x="6930" y="17569"/>
                </a:cubicBezTo>
                <a:cubicBezTo>
                  <a:pt x="6535" y="18573"/>
                  <a:pt x="6140" y="19576"/>
                  <a:pt x="5745" y="20548"/>
                </a:cubicBezTo>
                <a:cubicBezTo>
                  <a:pt x="5867" y="20639"/>
                  <a:pt x="5927" y="20761"/>
                  <a:pt x="6049" y="20822"/>
                </a:cubicBezTo>
                <a:cubicBezTo>
                  <a:pt x="6779" y="19910"/>
                  <a:pt x="7447" y="18998"/>
                  <a:pt x="8177" y="18086"/>
                </a:cubicBezTo>
                <a:cubicBezTo>
                  <a:pt x="8268" y="18086"/>
                  <a:pt x="8298" y="18117"/>
                  <a:pt x="8359" y="18177"/>
                </a:cubicBezTo>
                <a:cubicBezTo>
                  <a:pt x="8146" y="19484"/>
                  <a:pt x="7903" y="20852"/>
                  <a:pt x="7690" y="22190"/>
                </a:cubicBezTo>
                <a:cubicBezTo>
                  <a:pt x="8146" y="21612"/>
                  <a:pt x="8420" y="21004"/>
                  <a:pt x="8754" y="20396"/>
                </a:cubicBezTo>
                <a:cubicBezTo>
                  <a:pt x="9089" y="19788"/>
                  <a:pt x="9241" y="19089"/>
                  <a:pt x="9848" y="18512"/>
                </a:cubicBezTo>
                <a:cubicBezTo>
                  <a:pt x="9940" y="19940"/>
                  <a:pt x="9848" y="21278"/>
                  <a:pt x="10183" y="22615"/>
                </a:cubicBezTo>
                <a:cubicBezTo>
                  <a:pt x="10548" y="21278"/>
                  <a:pt x="10852" y="20001"/>
                  <a:pt x="11186" y="18694"/>
                </a:cubicBezTo>
                <a:cubicBezTo>
                  <a:pt x="11247" y="18725"/>
                  <a:pt x="11307" y="18725"/>
                  <a:pt x="11368" y="18725"/>
                </a:cubicBezTo>
                <a:lnTo>
                  <a:pt x="12402" y="22737"/>
                </a:lnTo>
                <a:cubicBezTo>
                  <a:pt x="12463" y="22676"/>
                  <a:pt x="12523" y="22676"/>
                  <a:pt x="12554" y="22676"/>
                </a:cubicBezTo>
                <a:cubicBezTo>
                  <a:pt x="12614" y="21308"/>
                  <a:pt x="12675" y="20001"/>
                  <a:pt x="12736" y="18633"/>
                </a:cubicBezTo>
                <a:cubicBezTo>
                  <a:pt x="12827" y="18633"/>
                  <a:pt x="12858" y="18573"/>
                  <a:pt x="12918" y="18573"/>
                </a:cubicBezTo>
                <a:cubicBezTo>
                  <a:pt x="13526" y="19758"/>
                  <a:pt x="14104" y="20974"/>
                  <a:pt x="14712" y="22190"/>
                </a:cubicBezTo>
                <a:cubicBezTo>
                  <a:pt x="14742" y="22159"/>
                  <a:pt x="14833" y="22159"/>
                  <a:pt x="14864" y="22129"/>
                </a:cubicBezTo>
                <a:cubicBezTo>
                  <a:pt x="14651" y="20852"/>
                  <a:pt x="14438" y="19576"/>
                  <a:pt x="14225" y="18269"/>
                </a:cubicBezTo>
                <a:cubicBezTo>
                  <a:pt x="14256" y="18269"/>
                  <a:pt x="14347" y="18238"/>
                  <a:pt x="14408" y="18208"/>
                </a:cubicBezTo>
                <a:lnTo>
                  <a:pt x="16809" y="21156"/>
                </a:lnTo>
                <a:cubicBezTo>
                  <a:pt x="16870" y="20822"/>
                  <a:pt x="16809" y="20548"/>
                  <a:pt x="16688" y="20305"/>
                </a:cubicBezTo>
                <a:cubicBezTo>
                  <a:pt x="16414" y="19576"/>
                  <a:pt x="16080" y="18846"/>
                  <a:pt x="15806" y="18086"/>
                </a:cubicBezTo>
                <a:cubicBezTo>
                  <a:pt x="15715" y="17813"/>
                  <a:pt x="15745" y="17509"/>
                  <a:pt x="15715" y="17205"/>
                </a:cubicBezTo>
                <a:lnTo>
                  <a:pt x="15654" y="17205"/>
                </a:lnTo>
                <a:lnTo>
                  <a:pt x="15715" y="17174"/>
                </a:lnTo>
                <a:cubicBezTo>
                  <a:pt x="16566" y="17965"/>
                  <a:pt x="17447" y="18725"/>
                  <a:pt x="18329" y="19484"/>
                </a:cubicBezTo>
                <a:cubicBezTo>
                  <a:pt x="18390" y="19424"/>
                  <a:pt x="18481" y="19302"/>
                  <a:pt x="18602" y="19241"/>
                </a:cubicBezTo>
                <a:cubicBezTo>
                  <a:pt x="17934" y="18269"/>
                  <a:pt x="17265" y="17417"/>
                  <a:pt x="16718" y="16414"/>
                </a:cubicBezTo>
                <a:cubicBezTo>
                  <a:pt x="16779" y="16384"/>
                  <a:pt x="16839" y="16354"/>
                  <a:pt x="16870" y="16293"/>
                </a:cubicBezTo>
                <a:cubicBezTo>
                  <a:pt x="17903" y="16870"/>
                  <a:pt x="18967" y="17417"/>
                  <a:pt x="20001" y="17965"/>
                </a:cubicBezTo>
                <a:cubicBezTo>
                  <a:pt x="20061" y="17904"/>
                  <a:pt x="20122" y="17813"/>
                  <a:pt x="20183" y="17752"/>
                </a:cubicBezTo>
                <a:cubicBezTo>
                  <a:pt x="19302" y="16870"/>
                  <a:pt x="18450" y="16050"/>
                  <a:pt x="17569" y="15168"/>
                </a:cubicBezTo>
                <a:cubicBezTo>
                  <a:pt x="18329" y="15168"/>
                  <a:pt x="18937" y="15351"/>
                  <a:pt x="19575" y="15533"/>
                </a:cubicBezTo>
                <a:lnTo>
                  <a:pt x="21399" y="15989"/>
                </a:lnTo>
                <a:cubicBezTo>
                  <a:pt x="21429" y="15928"/>
                  <a:pt x="21429" y="15898"/>
                  <a:pt x="21490" y="15807"/>
                </a:cubicBezTo>
                <a:cubicBezTo>
                  <a:pt x="21125" y="15624"/>
                  <a:pt x="20821" y="15381"/>
                  <a:pt x="20517" y="15199"/>
                </a:cubicBezTo>
                <a:cubicBezTo>
                  <a:pt x="19818" y="14712"/>
                  <a:pt x="19058" y="14165"/>
                  <a:pt x="18298" y="13679"/>
                </a:cubicBezTo>
                <a:lnTo>
                  <a:pt x="18298" y="13679"/>
                </a:lnTo>
                <a:cubicBezTo>
                  <a:pt x="19210" y="13709"/>
                  <a:pt x="20153" y="13709"/>
                  <a:pt x="21095" y="13770"/>
                </a:cubicBezTo>
                <a:cubicBezTo>
                  <a:pt x="21265" y="13770"/>
                  <a:pt x="21435" y="13780"/>
                  <a:pt x="21607" y="13780"/>
                </a:cubicBezTo>
                <a:cubicBezTo>
                  <a:pt x="21866" y="13780"/>
                  <a:pt x="22128" y="13758"/>
                  <a:pt x="22402" y="13648"/>
                </a:cubicBezTo>
                <a:cubicBezTo>
                  <a:pt x="21125" y="13193"/>
                  <a:pt x="19849" y="12706"/>
                  <a:pt x="18602" y="12250"/>
                </a:cubicBezTo>
                <a:lnTo>
                  <a:pt x="18602" y="12037"/>
                </a:lnTo>
                <a:cubicBezTo>
                  <a:pt x="19909" y="11855"/>
                  <a:pt x="21247" y="11642"/>
                  <a:pt x="22584" y="11430"/>
                </a:cubicBezTo>
                <a:cubicBezTo>
                  <a:pt x="21247" y="10974"/>
                  <a:pt x="19909" y="11034"/>
                  <a:pt x="18633" y="10487"/>
                </a:cubicBezTo>
                <a:cubicBezTo>
                  <a:pt x="19879" y="10031"/>
                  <a:pt x="21125" y="9545"/>
                  <a:pt x="22402" y="9089"/>
                </a:cubicBezTo>
                <a:cubicBezTo>
                  <a:pt x="22402" y="9059"/>
                  <a:pt x="22341" y="8968"/>
                  <a:pt x="22341" y="8937"/>
                </a:cubicBezTo>
                <a:cubicBezTo>
                  <a:pt x="20973" y="8998"/>
                  <a:pt x="19605" y="9120"/>
                  <a:pt x="18238" y="9211"/>
                </a:cubicBezTo>
                <a:cubicBezTo>
                  <a:pt x="18238" y="9150"/>
                  <a:pt x="18207" y="9089"/>
                  <a:pt x="18207" y="9059"/>
                </a:cubicBezTo>
                <a:cubicBezTo>
                  <a:pt x="19302" y="8360"/>
                  <a:pt x="20426" y="7630"/>
                  <a:pt x="21520" y="6961"/>
                </a:cubicBezTo>
                <a:cubicBezTo>
                  <a:pt x="21490" y="6870"/>
                  <a:pt x="21490" y="6840"/>
                  <a:pt x="21429" y="6779"/>
                </a:cubicBezTo>
                <a:cubicBezTo>
                  <a:pt x="20183" y="7113"/>
                  <a:pt x="18967" y="7448"/>
                  <a:pt x="17721" y="7782"/>
                </a:cubicBezTo>
                <a:cubicBezTo>
                  <a:pt x="17691" y="7721"/>
                  <a:pt x="17691" y="7691"/>
                  <a:pt x="17630" y="7600"/>
                </a:cubicBezTo>
                <a:cubicBezTo>
                  <a:pt x="18511" y="6779"/>
                  <a:pt x="19423" y="5898"/>
                  <a:pt x="20305" y="5047"/>
                </a:cubicBezTo>
                <a:cubicBezTo>
                  <a:pt x="20305" y="4955"/>
                  <a:pt x="20335" y="4834"/>
                  <a:pt x="20335" y="4712"/>
                </a:cubicBezTo>
                <a:lnTo>
                  <a:pt x="20335" y="4712"/>
                </a:lnTo>
                <a:cubicBezTo>
                  <a:pt x="19241" y="5259"/>
                  <a:pt x="18177" y="5806"/>
                  <a:pt x="17083" y="6384"/>
                </a:cubicBezTo>
                <a:cubicBezTo>
                  <a:pt x="16991" y="6414"/>
                  <a:pt x="16931" y="6414"/>
                  <a:pt x="16839" y="6475"/>
                </a:cubicBezTo>
                <a:cubicBezTo>
                  <a:pt x="16870" y="6384"/>
                  <a:pt x="16870" y="6262"/>
                  <a:pt x="16931" y="6202"/>
                </a:cubicBezTo>
                <a:cubicBezTo>
                  <a:pt x="17569" y="5259"/>
                  <a:pt x="18177" y="4287"/>
                  <a:pt x="18785" y="3344"/>
                </a:cubicBezTo>
                <a:cubicBezTo>
                  <a:pt x="18694" y="3314"/>
                  <a:pt x="18633" y="3223"/>
                  <a:pt x="18542" y="3162"/>
                </a:cubicBezTo>
                <a:cubicBezTo>
                  <a:pt x="17599" y="3922"/>
                  <a:pt x="16688" y="4712"/>
                  <a:pt x="15745" y="5472"/>
                </a:cubicBezTo>
                <a:cubicBezTo>
                  <a:pt x="15715" y="5442"/>
                  <a:pt x="15624" y="5411"/>
                  <a:pt x="15593" y="5350"/>
                </a:cubicBezTo>
                <a:cubicBezTo>
                  <a:pt x="15988" y="4226"/>
                  <a:pt x="16414" y="3132"/>
                  <a:pt x="16839" y="1977"/>
                </a:cubicBezTo>
                <a:cubicBezTo>
                  <a:pt x="16748" y="1946"/>
                  <a:pt x="16718" y="1916"/>
                  <a:pt x="16657" y="1855"/>
                </a:cubicBezTo>
                <a:cubicBezTo>
                  <a:pt x="15897" y="2767"/>
                  <a:pt x="15137" y="3739"/>
                  <a:pt x="14377" y="4651"/>
                </a:cubicBezTo>
                <a:cubicBezTo>
                  <a:pt x="14286" y="4651"/>
                  <a:pt x="14256" y="4591"/>
                  <a:pt x="14165" y="4560"/>
                </a:cubicBezTo>
                <a:cubicBezTo>
                  <a:pt x="14377" y="3375"/>
                  <a:pt x="14590" y="2220"/>
                  <a:pt x="14803" y="1034"/>
                </a:cubicBezTo>
                <a:cubicBezTo>
                  <a:pt x="14681" y="1034"/>
                  <a:pt x="14560" y="1004"/>
                  <a:pt x="14438" y="1004"/>
                </a:cubicBezTo>
                <a:cubicBezTo>
                  <a:pt x="13952" y="2068"/>
                  <a:pt x="13405" y="3132"/>
                  <a:pt x="12888" y="4195"/>
                </a:cubicBezTo>
                <a:cubicBezTo>
                  <a:pt x="12797" y="4195"/>
                  <a:pt x="12766" y="4135"/>
                  <a:pt x="12706" y="4135"/>
                </a:cubicBezTo>
                <a:cubicBezTo>
                  <a:pt x="12614" y="2767"/>
                  <a:pt x="12584" y="1399"/>
                  <a:pt x="12523" y="31"/>
                </a:cubicBezTo>
                <a:cubicBezTo>
                  <a:pt x="12463" y="1"/>
                  <a:pt x="12432" y="1"/>
                  <a:pt x="12402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3" name="Google Shape;2863;p35"/>
          <p:cNvSpPr/>
          <p:nvPr/>
        </p:nvSpPr>
        <p:spPr>
          <a:xfrm>
            <a:off x="2109777" y="4111901"/>
            <a:ext cx="993402" cy="531918"/>
          </a:xfrm>
          <a:custGeom>
            <a:avLst/>
            <a:gdLst/>
            <a:ahLst/>
            <a:cxnLst/>
            <a:rect l="l" t="t" r="r" b="b"/>
            <a:pathLst>
              <a:path w="42129" h="22069" extrusionOk="0">
                <a:moveTo>
                  <a:pt x="0" y="1"/>
                </a:moveTo>
                <a:cubicBezTo>
                  <a:pt x="5684" y="822"/>
                  <a:pt x="10548" y="3192"/>
                  <a:pt x="14499" y="7326"/>
                </a:cubicBezTo>
                <a:cubicBezTo>
                  <a:pt x="18451" y="11430"/>
                  <a:pt x="20578" y="16384"/>
                  <a:pt x="21095" y="22068"/>
                </a:cubicBezTo>
                <a:cubicBezTo>
                  <a:pt x="21672" y="16445"/>
                  <a:pt x="23770" y="11460"/>
                  <a:pt x="27691" y="7357"/>
                </a:cubicBezTo>
                <a:cubicBezTo>
                  <a:pt x="31612" y="3253"/>
                  <a:pt x="36445" y="852"/>
                  <a:pt x="42129" y="1"/>
                </a:cubicBezTo>
                <a:lnTo>
                  <a:pt x="24408" y="1"/>
                </a:lnTo>
                <a:cubicBezTo>
                  <a:pt x="24195" y="335"/>
                  <a:pt x="23922" y="609"/>
                  <a:pt x="23770" y="943"/>
                </a:cubicBezTo>
                <a:cubicBezTo>
                  <a:pt x="22706" y="3040"/>
                  <a:pt x="21916" y="5229"/>
                  <a:pt x="21520" y="7569"/>
                </a:cubicBezTo>
                <a:cubicBezTo>
                  <a:pt x="21399" y="8360"/>
                  <a:pt x="21247" y="9150"/>
                  <a:pt x="21156" y="9940"/>
                </a:cubicBezTo>
                <a:cubicBezTo>
                  <a:pt x="20700" y="6749"/>
                  <a:pt x="20183" y="4834"/>
                  <a:pt x="19028" y="2098"/>
                </a:cubicBezTo>
                <a:cubicBezTo>
                  <a:pt x="18663" y="1369"/>
                  <a:pt x="18451" y="518"/>
                  <a:pt x="17751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4" name="Google Shape;2864;p35"/>
          <p:cNvSpPr/>
          <p:nvPr/>
        </p:nvSpPr>
        <p:spPr>
          <a:xfrm>
            <a:off x="1205956" y="4111901"/>
            <a:ext cx="292439" cy="286482"/>
          </a:xfrm>
          <a:custGeom>
            <a:avLst/>
            <a:gdLst/>
            <a:ahLst/>
            <a:cxnLst/>
            <a:rect l="l" t="t" r="r" b="b"/>
            <a:pathLst>
              <a:path w="12402" h="11886" extrusionOk="0">
                <a:moveTo>
                  <a:pt x="5076" y="1"/>
                </a:moveTo>
                <a:cubicBezTo>
                  <a:pt x="4499" y="183"/>
                  <a:pt x="3861" y="335"/>
                  <a:pt x="3283" y="670"/>
                </a:cubicBezTo>
                <a:cubicBezTo>
                  <a:pt x="1824" y="1399"/>
                  <a:pt x="791" y="2584"/>
                  <a:pt x="304" y="4135"/>
                </a:cubicBezTo>
                <a:cubicBezTo>
                  <a:pt x="183" y="4408"/>
                  <a:pt x="122" y="4712"/>
                  <a:pt x="0" y="5016"/>
                </a:cubicBezTo>
                <a:lnTo>
                  <a:pt x="0" y="6901"/>
                </a:lnTo>
                <a:cubicBezTo>
                  <a:pt x="92" y="7083"/>
                  <a:pt x="122" y="7296"/>
                  <a:pt x="183" y="7509"/>
                </a:cubicBezTo>
                <a:cubicBezTo>
                  <a:pt x="1064" y="10548"/>
                  <a:pt x="3861" y="11886"/>
                  <a:pt x="5958" y="11886"/>
                </a:cubicBezTo>
                <a:cubicBezTo>
                  <a:pt x="8238" y="11886"/>
                  <a:pt x="10882" y="10366"/>
                  <a:pt x="11642" y="7752"/>
                </a:cubicBezTo>
                <a:cubicBezTo>
                  <a:pt x="12402" y="5138"/>
                  <a:pt x="11642" y="2554"/>
                  <a:pt x="9332" y="1034"/>
                </a:cubicBezTo>
                <a:cubicBezTo>
                  <a:pt x="8602" y="578"/>
                  <a:pt x="7690" y="335"/>
                  <a:pt x="6900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5" name="Google Shape;2865;p35"/>
          <p:cNvSpPr/>
          <p:nvPr/>
        </p:nvSpPr>
        <p:spPr>
          <a:xfrm>
            <a:off x="1484042" y="4396885"/>
            <a:ext cx="249453" cy="243267"/>
          </a:xfrm>
          <a:custGeom>
            <a:avLst/>
            <a:gdLst/>
            <a:ahLst/>
            <a:cxnLst/>
            <a:rect l="l" t="t" r="r" b="b"/>
            <a:pathLst>
              <a:path w="10579" h="10093" extrusionOk="0">
                <a:moveTo>
                  <a:pt x="7083" y="1"/>
                </a:moveTo>
                <a:cubicBezTo>
                  <a:pt x="4803" y="31"/>
                  <a:pt x="2493" y="31"/>
                  <a:pt x="214" y="31"/>
                </a:cubicBezTo>
                <a:cubicBezTo>
                  <a:pt x="92" y="639"/>
                  <a:pt x="62" y="1156"/>
                  <a:pt x="1" y="1703"/>
                </a:cubicBezTo>
                <a:cubicBezTo>
                  <a:pt x="214" y="2341"/>
                  <a:pt x="183" y="2979"/>
                  <a:pt x="1" y="3618"/>
                </a:cubicBezTo>
                <a:cubicBezTo>
                  <a:pt x="31" y="3983"/>
                  <a:pt x="92" y="4317"/>
                  <a:pt x="92" y="4651"/>
                </a:cubicBezTo>
                <a:cubicBezTo>
                  <a:pt x="92" y="6475"/>
                  <a:pt x="153" y="8268"/>
                  <a:pt x="153" y="10092"/>
                </a:cubicBezTo>
                <a:cubicBezTo>
                  <a:pt x="244" y="9727"/>
                  <a:pt x="366" y="9302"/>
                  <a:pt x="487" y="8907"/>
                </a:cubicBezTo>
                <a:cubicBezTo>
                  <a:pt x="1733" y="4621"/>
                  <a:pt x="4499" y="1824"/>
                  <a:pt x="8755" y="487"/>
                </a:cubicBezTo>
                <a:cubicBezTo>
                  <a:pt x="9332" y="305"/>
                  <a:pt x="9971" y="213"/>
                  <a:pt x="10579" y="62"/>
                </a:cubicBezTo>
                <a:cubicBezTo>
                  <a:pt x="9484" y="31"/>
                  <a:pt x="8390" y="31"/>
                  <a:pt x="7296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6" name="Google Shape;2866;p35"/>
          <p:cNvSpPr/>
          <p:nvPr/>
        </p:nvSpPr>
        <p:spPr>
          <a:xfrm>
            <a:off x="722153" y="4418867"/>
            <a:ext cx="10776" cy="16872"/>
          </a:xfrm>
          <a:custGeom>
            <a:avLst/>
            <a:gdLst/>
            <a:ahLst/>
            <a:cxnLst/>
            <a:rect l="l" t="t" r="r" b="b"/>
            <a:pathLst>
              <a:path w="457" h="700" extrusionOk="0">
                <a:moveTo>
                  <a:pt x="304" y="1"/>
                </a:moveTo>
                <a:cubicBezTo>
                  <a:pt x="213" y="213"/>
                  <a:pt x="122" y="457"/>
                  <a:pt x="0" y="669"/>
                </a:cubicBezTo>
                <a:cubicBezTo>
                  <a:pt x="122" y="669"/>
                  <a:pt x="243" y="700"/>
                  <a:pt x="365" y="700"/>
                </a:cubicBezTo>
                <a:cubicBezTo>
                  <a:pt x="395" y="487"/>
                  <a:pt x="456" y="305"/>
                  <a:pt x="456" y="61"/>
                </a:cubicBezTo>
                <a:cubicBezTo>
                  <a:pt x="426" y="31"/>
                  <a:pt x="365" y="31"/>
                  <a:pt x="304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7" name="Google Shape;2867;p35"/>
          <p:cNvSpPr/>
          <p:nvPr/>
        </p:nvSpPr>
        <p:spPr>
          <a:xfrm>
            <a:off x="510705" y="4446705"/>
            <a:ext cx="13653" cy="17619"/>
          </a:xfrm>
          <a:custGeom>
            <a:avLst/>
            <a:gdLst/>
            <a:ahLst/>
            <a:cxnLst/>
            <a:rect l="l" t="t" r="r" b="b"/>
            <a:pathLst>
              <a:path w="579" h="731" extrusionOk="0">
                <a:moveTo>
                  <a:pt x="152" y="1"/>
                </a:moveTo>
                <a:cubicBezTo>
                  <a:pt x="122" y="31"/>
                  <a:pt x="61" y="92"/>
                  <a:pt x="0" y="122"/>
                </a:cubicBezTo>
                <a:cubicBezTo>
                  <a:pt x="122" y="305"/>
                  <a:pt x="183" y="548"/>
                  <a:pt x="274" y="730"/>
                </a:cubicBezTo>
                <a:cubicBezTo>
                  <a:pt x="396" y="669"/>
                  <a:pt x="456" y="578"/>
                  <a:pt x="578" y="517"/>
                </a:cubicBezTo>
                <a:cubicBezTo>
                  <a:pt x="426" y="305"/>
                  <a:pt x="304" y="153"/>
                  <a:pt x="152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8" name="Google Shape;2868;p35"/>
          <p:cNvSpPr/>
          <p:nvPr/>
        </p:nvSpPr>
        <p:spPr>
          <a:xfrm>
            <a:off x="398179" y="4569795"/>
            <a:ext cx="13629" cy="10268"/>
          </a:xfrm>
          <a:custGeom>
            <a:avLst/>
            <a:gdLst/>
            <a:ahLst/>
            <a:cxnLst/>
            <a:rect l="l" t="t" r="r" b="b"/>
            <a:pathLst>
              <a:path w="578" h="426" extrusionOk="0">
                <a:moveTo>
                  <a:pt x="31" y="0"/>
                </a:moveTo>
                <a:cubicBezTo>
                  <a:pt x="31" y="30"/>
                  <a:pt x="0" y="122"/>
                  <a:pt x="0" y="152"/>
                </a:cubicBezTo>
                <a:cubicBezTo>
                  <a:pt x="152" y="274"/>
                  <a:pt x="304" y="334"/>
                  <a:pt x="456" y="426"/>
                </a:cubicBezTo>
                <a:lnTo>
                  <a:pt x="578" y="182"/>
                </a:lnTo>
                <a:cubicBezTo>
                  <a:pt x="426" y="152"/>
                  <a:pt x="213" y="122"/>
                  <a:pt x="31" y="0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9" name="Google Shape;2869;p35"/>
          <p:cNvSpPr/>
          <p:nvPr/>
        </p:nvSpPr>
        <p:spPr>
          <a:xfrm>
            <a:off x="817466" y="4478954"/>
            <a:ext cx="11507" cy="13208"/>
          </a:xfrm>
          <a:custGeom>
            <a:avLst/>
            <a:gdLst/>
            <a:ahLst/>
            <a:cxnLst/>
            <a:rect l="l" t="t" r="r" b="b"/>
            <a:pathLst>
              <a:path w="488" h="548" extrusionOk="0">
                <a:moveTo>
                  <a:pt x="366" y="0"/>
                </a:moveTo>
                <a:cubicBezTo>
                  <a:pt x="214" y="122"/>
                  <a:pt x="122" y="243"/>
                  <a:pt x="1" y="334"/>
                </a:cubicBezTo>
                <a:cubicBezTo>
                  <a:pt x="62" y="395"/>
                  <a:pt x="153" y="456"/>
                  <a:pt x="214" y="547"/>
                </a:cubicBezTo>
                <a:cubicBezTo>
                  <a:pt x="335" y="395"/>
                  <a:pt x="426" y="213"/>
                  <a:pt x="487" y="91"/>
                </a:cubicBezTo>
                <a:cubicBezTo>
                  <a:pt x="457" y="91"/>
                  <a:pt x="426" y="30"/>
                  <a:pt x="366" y="0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0" name="Google Shape;2870;p35"/>
          <p:cNvSpPr/>
          <p:nvPr/>
        </p:nvSpPr>
        <p:spPr>
          <a:xfrm>
            <a:off x="775893" y="4445235"/>
            <a:ext cx="8630" cy="11762"/>
          </a:xfrm>
          <a:custGeom>
            <a:avLst/>
            <a:gdLst/>
            <a:ahLst/>
            <a:cxnLst/>
            <a:rect l="l" t="t" r="r" b="b"/>
            <a:pathLst>
              <a:path w="366" h="488" extrusionOk="0">
                <a:moveTo>
                  <a:pt x="153" y="1"/>
                </a:moveTo>
                <a:cubicBezTo>
                  <a:pt x="122" y="153"/>
                  <a:pt x="62" y="305"/>
                  <a:pt x="1" y="457"/>
                </a:cubicBezTo>
                <a:cubicBezTo>
                  <a:pt x="62" y="457"/>
                  <a:pt x="122" y="487"/>
                  <a:pt x="153" y="487"/>
                </a:cubicBezTo>
                <a:cubicBezTo>
                  <a:pt x="214" y="366"/>
                  <a:pt x="274" y="214"/>
                  <a:pt x="366" y="62"/>
                </a:cubicBezTo>
                <a:cubicBezTo>
                  <a:pt x="305" y="31"/>
                  <a:pt x="244" y="31"/>
                  <a:pt x="153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1" name="Google Shape;2871;p35"/>
          <p:cNvSpPr/>
          <p:nvPr/>
        </p:nvSpPr>
        <p:spPr>
          <a:xfrm>
            <a:off x="858331" y="4525085"/>
            <a:ext cx="6461" cy="8098"/>
          </a:xfrm>
          <a:custGeom>
            <a:avLst/>
            <a:gdLst/>
            <a:ahLst/>
            <a:cxnLst/>
            <a:rect l="l" t="t" r="r" b="b"/>
            <a:pathLst>
              <a:path w="274" h="336" extrusionOk="0">
                <a:moveTo>
                  <a:pt x="61" y="1"/>
                </a:moveTo>
                <a:cubicBezTo>
                  <a:pt x="61" y="92"/>
                  <a:pt x="0" y="214"/>
                  <a:pt x="0" y="335"/>
                </a:cubicBezTo>
                <a:cubicBezTo>
                  <a:pt x="274" y="92"/>
                  <a:pt x="274" y="92"/>
                  <a:pt x="61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2" name="Google Shape;2872;p35"/>
          <p:cNvSpPr/>
          <p:nvPr/>
        </p:nvSpPr>
        <p:spPr>
          <a:xfrm>
            <a:off x="894173" y="4572711"/>
            <a:ext cx="1438" cy="771"/>
          </a:xfrm>
          <a:custGeom>
            <a:avLst/>
            <a:gdLst/>
            <a:ahLst/>
            <a:cxnLst/>
            <a:rect l="l" t="t" r="r" b="b"/>
            <a:pathLst>
              <a:path w="61" h="32" extrusionOk="0">
                <a:moveTo>
                  <a:pt x="0" y="1"/>
                </a:moveTo>
                <a:lnTo>
                  <a:pt x="0" y="31"/>
                </a:lnTo>
                <a:lnTo>
                  <a:pt x="61" y="1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3" name="Google Shape;2873;p35"/>
          <p:cNvSpPr/>
          <p:nvPr/>
        </p:nvSpPr>
        <p:spPr>
          <a:xfrm>
            <a:off x="431852" y="4526555"/>
            <a:ext cx="5777" cy="3688"/>
          </a:xfrm>
          <a:custGeom>
            <a:avLst/>
            <a:gdLst/>
            <a:ahLst/>
            <a:cxnLst/>
            <a:rect l="l" t="t" r="r" b="b"/>
            <a:pathLst>
              <a:path w="245" h="153" extrusionOk="0">
                <a:moveTo>
                  <a:pt x="1" y="1"/>
                </a:moveTo>
                <a:cubicBezTo>
                  <a:pt x="62" y="31"/>
                  <a:pt x="92" y="122"/>
                  <a:pt x="123" y="153"/>
                </a:cubicBezTo>
                <a:lnTo>
                  <a:pt x="244" y="31"/>
                </a:lnTo>
                <a:cubicBezTo>
                  <a:pt x="153" y="31"/>
                  <a:pt x="92" y="1"/>
                  <a:pt x="1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4" name="Google Shape;2874;p35"/>
          <p:cNvSpPr/>
          <p:nvPr/>
        </p:nvSpPr>
        <p:spPr>
          <a:xfrm>
            <a:off x="866938" y="4522169"/>
            <a:ext cx="731" cy="747"/>
          </a:xfrm>
          <a:custGeom>
            <a:avLst/>
            <a:gdLst/>
            <a:ahLst/>
            <a:cxnLst/>
            <a:rect l="l" t="t" r="r" b="b"/>
            <a:pathLst>
              <a:path w="31" h="31" extrusionOk="0">
                <a:moveTo>
                  <a:pt x="0" y="0"/>
                </a:moveTo>
                <a:lnTo>
                  <a:pt x="31" y="31"/>
                </a:lnTo>
                <a:lnTo>
                  <a:pt x="31" y="0"/>
                </a:ln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5" name="Google Shape;2875;p35"/>
          <p:cNvSpPr/>
          <p:nvPr/>
        </p:nvSpPr>
        <p:spPr>
          <a:xfrm>
            <a:off x="1089845" y="3990305"/>
            <a:ext cx="235824" cy="241772"/>
          </a:xfrm>
          <a:custGeom>
            <a:avLst/>
            <a:gdLst/>
            <a:ahLst/>
            <a:cxnLst/>
            <a:rect l="l" t="t" r="r" b="b"/>
            <a:pathLst>
              <a:path w="10001" h="10031" extrusionOk="0">
                <a:moveTo>
                  <a:pt x="4985" y="0"/>
                </a:moveTo>
                <a:cubicBezTo>
                  <a:pt x="4894" y="213"/>
                  <a:pt x="4864" y="395"/>
                  <a:pt x="4772" y="638"/>
                </a:cubicBezTo>
                <a:cubicBezTo>
                  <a:pt x="4134" y="2918"/>
                  <a:pt x="2645" y="4316"/>
                  <a:pt x="335" y="4894"/>
                </a:cubicBezTo>
                <a:cubicBezTo>
                  <a:pt x="213" y="4924"/>
                  <a:pt x="122" y="5015"/>
                  <a:pt x="0" y="5046"/>
                </a:cubicBezTo>
                <a:cubicBezTo>
                  <a:pt x="973" y="5319"/>
                  <a:pt x="1946" y="5654"/>
                  <a:pt x="2736" y="6292"/>
                </a:cubicBezTo>
                <a:cubicBezTo>
                  <a:pt x="3952" y="7234"/>
                  <a:pt x="4620" y="8541"/>
                  <a:pt x="4985" y="10031"/>
                </a:cubicBezTo>
                <a:cubicBezTo>
                  <a:pt x="5076" y="9757"/>
                  <a:pt x="5167" y="9453"/>
                  <a:pt x="5289" y="9149"/>
                </a:cubicBezTo>
                <a:cubicBezTo>
                  <a:pt x="5775" y="7599"/>
                  <a:pt x="6748" y="6414"/>
                  <a:pt x="8237" y="5684"/>
                </a:cubicBezTo>
                <a:cubicBezTo>
                  <a:pt x="8785" y="5380"/>
                  <a:pt x="9392" y="5228"/>
                  <a:pt x="10000" y="5046"/>
                </a:cubicBezTo>
                <a:cubicBezTo>
                  <a:pt x="9696" y="4924"/>
                  <a:pt x="9332" y="4863"/>
                  <a:pt x="8997" y="4742"/>
                </a:cubicBezTo>
                <a:cubicBezTo>
                  <a:pt x="7326" y="4134"/>
                  <a:pt x="6110" y="3070"/>
                  <a:pt x="5441" y="1429"/>
                </a:cubicBezTo>
                <a:cubicBezTo>
                  <a:pt x="5228" y="973"/>
                  <a:pt x="5137" y="486"/>
                  <a:pt x="4985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6" name="Google Shape;2876;p35"/>
          <p:cNvSpPr/>
          <p:nvPr/>
        </p:nvSpPr>
        <p:spPr>
          <a:xfrm>
            <a:off x="928578" y="3999826"/>
            <a:ext cx="116132" cy="219791"/>
          </a:xfrm>
          <a:custGeom>
            <a:avLst/>
            <a:gdLst/>
            <a:ahLst/>
            <a:cxnLst/>
            <a:rect l="l" t="t" r="r" b="b"/>
            <a:pathLst>
              <a:path w="4925" h="9119" extrusionOk="0">
                <a:moveTo>
                  <a:pt x="0" y="0"/>
                </a:moveTo>
                <a:lnTo>
                  <a:pt x="0" y="9119"/>
                </a:lnTo>
                <a:cubicBezTo>
                  <a:pt x="335" y="8450"/>
                  <a:pt x="578" y="7873"/>
                  <a:pt x="882" y="7386"/>
                </a:cubicBezTo>
                <a:cubicBezTo>
                  <a:pt x="1824" y="5867"/>
                  <a:pt x="3222" y="5076"/>
                  <a:pt x="4924" y="4681"/>
                </a:cubicBezTo>
                <a:cubicBezTo>
                  <a:pt x="4742" y="4620"/>
                  <a:pt x="4590" y="4529"/>
                  <a:pt x="4408" y="4499"/>
                </a:cubicBezTo>
                <a:cubicBezTo>
                  <a:pt x="2310" y="3891"/>
                  <a:pt x="912" y="2584"/>
                  <a:pt x="183" y="547"/>
                </a:cubicBezTo>
                <a:cubicBezTo>
                  <a:pt x="152" y="365"/>
                  <a:pt x="61" y="213"/>
                  <a:pt x="0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7" name="Google Shape;2877;p35"/>
          <p:cNvSpPr/>
          <p:nvPr/>
        </p:nvSpPr>
        <p:spPr>
          <a:xfrm>
            <a:off x="4449233" y="3992499"/>
            <a:ext cx="235847" cy="240326"/>
          </a:xfrm>
          <a:custGeom>
            <a:avLst/>
            <a:gdLst/>
            <a:ahLst/>
            <a:cxnLst/>
            <a:rect l="l" t="t" r="r" b="b"/>
            <a:pathLst>
              <a:path w="10002" h="9971" extrusionOk="0">
                <a:moveTo>
                  <a:pt x="4986" y="0"/>
                </a:moveTo>
                <a:cubicBezTo>
                  <a:pt x="4955" y="152"/>
                  <a:pt x="4864" y="304"/>
                  <a:pt x="4834" y="456"/>
                </a:cubicBezTo>
                <a:cubicBezTo>
                  <a:pt x="4195" y="2797"/>
                  <a:pt x="2676" y="4225"/>
                  <a:pt x="366" y="4833"/>
                </a:cubicBezTo>
                <a:cubicBezTo>
                  <a:pt x="244" y="4864"/>
                  <a:pt x="122" y="4955"/>
                  <a:pt x="1" y="4985"/>
                </a:cubicBezTo>
                <a:cubicBezTo>
                  <a:pt x="852" y="5320"/>
                  <a:pt x="1733" y="5563"/>
                  <a:pt x="2433" y="6019"/>
                </a:cubicBezTo>
                <a:cubicBezTo>
                  <a:pt x="3892" y="6931"/>
                  <a:pt x="4621" y="8329"/>
                  <a:pt x="4986" y="9970"/>
                </a:cubicBezTo>
                <a:cubicBezTo>
                  <a:pt x="5047" y="9636"/>
                  <a:pt x="5168" y="9332"/>
                  <a:pt x="5290" y="8967"/>
                </a:cubicBezTo>
                <a:cubicBezTo>
                  <a:pt x="5776" y="7478"/>
                  <a:pt x="6688" y="6383"/>
                  <a:pt x="8056" y="5654"/>
                </a:cubicBezTo>
                <a:cubicBezTo>
                  <a:pt x="8664" y="5380"/>
                  <a:pt x="9363" y="5168"/>
                  <a:pt x="10001" y="4955"/>
                </a:cubicBezTo>
                <a:cubicBezTo>
                  <a:pt x="7357" y="4347"/>
                  <a:pt x="5715" y="2706"/>
                  <a:pt x="5016" y="92"/>
                </a:cubicBezTo>
                <a:cubicBezTo>
                  <a:pt x="5016" y="61"/>
                  <a:pt x="4986" y="61"/>
                  <a:pt x="4986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8" name="Google Shape;2878;p35"/>
          <p:cNvSpPr/>
          <p:nvPr/>
        </p:nvSpPr>
        <p:spPr>
          <a:xfrm>
            <a:off x="4285820" y="4002019"/>
            <a:ext cx="119008" cy="209547"/>
          </a:xfrm>
          <a:custGeom>
            <a:avLst/>
            <a:gdLst/>
            <a:ahLst/>
            <a:cxnLst/>
            <a:rect l="l" t="t" r="r" b="b"/>
            <a:pathLst>
              <a:path w="5047" h="8694" extrusionOk="0">
                <a:moveTo>
                  <a:pt x="153" y="0"/>
                </a:moveTo>
                <a:cubicBezTo>
                  <a:pt x="1" y="3314"/>
                  <a:pt x="31" y="8055"/>
                  <a:pt x="213" y="8694"/>
                </a:cubicBezTo>
                <a:cubicBezTo>
                  <a:pt x="487" y="8177"/>
                  <a:pt x="761" y="7599"/>
                  <a:pt x="1095" y="7052"/>
                </a:cubicBezTo>
                <a:cubicBezTo>
                  <a:pt x="2037" y="5654"/>
                  <a:pt x="3405" y="4894"/>
                  <a:pt x="5046" y="4499"/>
                </a:cubicBezTo>
                <a:cubicBezTo>
                  <a:pt x="4864" y="4438"/>
                  <a:pt x="4621" y="4408"/>
                  <a:pt x="4438" y="4317"/>
                </a:cubicBezTo>
                <a:cubicBezTo>
                  <a:pt x="2524" y="3739"/>
                  <a:pt x="1216" y="2584"/>
                  <a:pt x="457" y="760"/>
                </a:cubicBezTo>
                <a:cubicBezTo>
                  <a:pt x="365" y="517"/>
                  <a:pt x="244" y="274"/>
                  <a:pt x="153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9" name="Google Shape;2879;p35"/>
          <p:cNvSpPr/>
          <p:nvPr/>
        </p:nvSpPr>
        <p:spPr>
          <a:xfrm>
            <a:off x="6526379" y="4723639"/>
            <a:ext cx="278834" cy="528953"/>
          </a:xfrm>
          <a:custGeom>
            <a:avLst/>
            <a:gdLst/>
            <a:ahLst/>
            <a:cxnLst/>
            <a:rect l="l" t="t" r="r" b="b"/>
            <a:pathLst>
              <a:path w="11825" h="21946" extrusionOk="0">
                <a:moveTo>
                  <a:pt x="61" y="0"/>
                </a:moveTo>
                <a:cubicBezTo>
                  <a:pt x="31" y="1094"/>
                  <a:pt x="31" y="2189"/>
                  <a:pt x="31" y="3313"/>
                </a:cubicBezTo>
                <a:cubicBezTo>
                  <a:pt x="31" y="5593"/>
                  <a:pt x="1" y="7903"/>
                  <a:pt x="1" y="10183"/>
                </a:cubicBezTo>
                <a:lnTo>
                  <a:pt x="1" y="12645"/>
                </a:lnTo>
                <a:cubicBezTo>
                  <a:pt x="31" y="13283"/>
                  <a:pt x="31" y="13952"/>
                  <a:pt x="31" y="14620"/>
                </a:cubicBezTo>
                <a:cubicBezTo>
                  <a:pt x="31" y="17052"/>
                  <a:pt x="61" y="19514"/>
                  <a:pt x="61" y="21946"/>
                </a:cubicBezTo>
                <a:cubicBezTo>
                  <a:pt x="335" y="21733"/>
                  <a:pt x="609" y="21490"/>
                  <a:pt x="821" y="21277"/>
                </a:cubicBezTo>
                <a:cubicBezTo>
                  <a:pt x="4013" y="18086"/>
                  <a:pt x="7265" y="14894"/>
                  <a:pt x="10457" y="11672"/>
                </a:cubicBezTo>
                <a:cubicBezTo>
                  <a:pt x="10913" y="11155"/>
                  <a:pt x="11369" y="10699"/>
                  <a:pt x="11825" y="10213"/>
                </a:cubicBezTo>
                <a:cubicBezTo>
                  <a:pt x="11703" y="10183"/>
                  <a:pt x="11551" y="10183"/>
                  <a:pt x="11429" y="10183"/>
                </a:cubicBezTo>
                <a:cubicBezTo>
                  <a:pt x="6110" y="9939"/>
                  <a:pt x="1703" y="6383"/>
                  <a:pt x="365" y="1186"/>
                </a:cubicBezTo>
                <a:cubicBezTo>
                  <a:pt x="305" y="790"/>
                  <a:pt x="183" y="365"/>
                  <a:pt x="61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0" name="Google Shape;2880;p35"/>
          <p:cNvSpPr/>
          <p:nvPr/>
        </p:nvSpPr>
        <p:spPr>
          <a:xfrm>
            <a:off x="4696523" y="4484063"/>
            <a:ext cx="151973" cy="400029"/>
          </a:xfrm>
          <a:custGeom>
            <a:avLst/>
            <a:gdLst/>
            <a:ahLst/>
            <a:cxnLst/>
            <a:rect l="l" t="t" r="r" b="b"/>
            <a:pathLst>
              <a:path w="6445" h="16597" extrusionOk="0">
                <a:moveTo>
                  <a:pt x="6292" y="1"/>
                </a:moveTo>
                <a:cubicBezTo>
                  <a:pt x="6232" y="183"/>
                  <a:pt x="6232" y="366"/>
                  <a:pt x="6171" y="518"/>
                </a:cubicBezTo>
                <a:cubicBezTo>
                  <a:pt x="5472" y="2615"/>
                  <a:pt x="4195" y="4317"/>
                  <a:pt x="2675" y="5837"/>
                </a:cubicBezTo>
                <a:cubicBezTo>
                  <a:pt x="1794" y="6657"/>
                  <a:pt x="912" y="7478"/>
                  <a:pt x="0" y="8299"/>
                </a:cubicBezTo>
                <a:cubicBezTo>
                  <a:pt x="912" y="9150"/>
                  <a:pt x="1824" y="9940"/>
                  <a:pt x="2706" y="10822"/>
                </a:cubicBezTo>
                <a:cubicBezTo>
                  <a:pt x="4377" y="12433"/>
                  <a:pt x="5715" y="14317"/>
                  <a:pt x="6353" y="16597"/>
                </a:cubicBezTo>
                <a:cubicBezTo>
                  <a:pt x="6384" y="14408"/>
                  <a:pt x="6384" y="12220"/>
                  <a:pt x="6444" y="10062"/>
                </a:cubicBezTo>
                <a:lnTo>
                  <a:pt x="6444" y="6445"/>
                </a:lnTo>
                <a:cubicBezTo>
                  <a:pt x="6444" y="4682"/>
                  <a:pt x="6444" y="2919"/>
                  <a:pt x="6384" y="1125"/>
                </a:cubicBezTo>
                <a:cubicBezTo>
                  <a:pt x="6384" y="730"/>
                  <a:pt x="6323" y="396"/>
                  <a:pt x="6292" y="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1" name="Google Shape;2881;p35"/>
          <p:cNvSpPr/>
          <p:nvPr/>
        </p:nvSpPr>
        <p:spPr>
          <a:xfrm>
            <a:off x="4846331" y="4726556"/>
            <a:ext cx="238677" cy="242519"/>
          </a:xfrm>
          <a:custGeom>
            <a:avLst/>
            <a:gdLst/>
            <a:ahLst/>
            <a:cxnLst/>
            <a:rect l="l" t="t" r="r" b="b"/>
            <a:pathLst>
              <a:path w="10122" h="10062" extrusionOk="0">
                <a:moveTo>
                  <a:pt x="91" y="1"/>
                </a:moveTo>
                <a:cubicBezTo>
                  <a:pt x="31" y="2159"/>
                  <a:pt x="31" y="4347"/>
                  <a:pt x="0" y="6536"/>
                </a:cubicBezTo>
                <a:cubicBezTo>
                  <a:pt x="31" y="7204"/>
                  <a:pt x="31" y="7843"/>
                  <a:pt x="31" y="8511"/>
                </a:cubicBezTo>
                <a:lnTo>
                  <a:pt x="31" y="10062"/>
                </a:lnTo>
                <a:lnTo>
                  <a:pt x="10122" y="10062"/>
                </a:lnTo>
                <a:cubicBezTo>
                  <a:pt x="9727" y="9940"/>
                  <a:pt x="9392" y="9879"/>
                  <a:pt x="8997" y="9758"/>
                </a:cubicBezTo>
                <a:cubicBezTo>
                  <a:pt x="4347" y="8420"/>
                  <a:pt x="1398" y="5381"/>
                  <a:pt x="274" y="639"/>
                </a:cubicBezTo>
                <a:cubicBezTo>
                  <a:pt x="182" y="396"/>
                  <a:pt x="152" y="213"/>
                  <a:pt x="91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2" name="Google Shape;2882;p35"/>
          <p:cNvSpPr/>
          <p:nvPr/>
        </p:nvSpPr>
        <p:spPr>
          <a:xfrm>
            <a:off x="4848477" y="4397633"/>
            <a:ext cx="560497" cy="571446"/>
          </a:xfrm>
          <a:custGeom>
            <a:avLst/>
            <a:gdLst/>
            <a:ahLst/>
            <a:cxnLst/>
            <a:rect l="l" t="t" r="r" b="b"/>
            <a:pathLst>
              <a:path w="23770" h="23709" extrusionOk="0">
                <a:moveTo>
                  <a:pt x="11794" y="8511"/>
                </a:moveTo>
                <a:cubicBezTo>
                  <a:pt x="13618" y="8511"/>
                  <a:pt x="15198" y="10061"/>
                  <a:pt x="15137" y="11915"/>
                </a:cubicBezTo>
                <a:cubicBezTo>
                  <a:pt x="15107" y="13739"/>
                  <a:pt x="13587" y="15198"/>
                  <a:pt x="11763" y="15198"/>
                </a:cubicBezTo>
                <a:cubicBezTo>
                  <a:pt x="9940" y="15198"/>
                  <a:pt x="8511" y="13709"/>
                  <a:pt x="8511" y="11854"/>
                </a:cubicBezTo>
                <a:cubicBezTo>
                  <a:pt x="8511" y="10031"/>
                  <a:pt x="9970" y="8511"/>
                  <a:pt x="11794" y="8511"/>
                </a:cubicBezTo>
                <a:close/>
                <a:moveTo>
                  <a:pt x="10396" y="0"/>
                </a:moveTo>
                <a:cubicBezTo>
                  <a:pt x="9909" y="122"/>
                  <a:pt x="9362" y="182"/>
                  <a:pt x="8845" y="334"/>
                </a:cubicBezTo>
                <a:cubicBezTo>
                  <a:pt x="4438" y="1641"/>
                  <a:pt x="1581" y="4438"/>
                  <a:pt x="335" y="8845"/>
                </a:cubicBezTo>
                <a:cubicBezTo>
                  <a:pt x="213" y="9240"/>
                  <a:pt x="91" y="9636"/>
                  <a:pt x="0" y="10031"/>
                </a:cubicBezTo>
                <a:lnTo>
                  <a:pt x="0" y="13648"/>
                </a:lnTo>
                <a:cubicBezTo>
                  <a:pt x="61" y="13860"/>
                  <a:pt x="152" y="14043"/>
                  <a:pt x="183" y="14286"/>
                </a:cubicBezTo>
                <a:cubicBezTo>
                  <a:pt x="1307" y="19028"/>
                  <a:pt x="4256" y="22067"/>
                  <a:pt x="8906" y="23405"/>
                </a:cubicBezTo>
                <a:cubicBezTo>
                  <a:pt x="9301" y="23526"/>
                  <a:pt x="9636" y="23617"/>
                  <a:pt x="10031" y="23709"/>
                </a:cubicBezTo>
                <a:cubicBezTo>
                  <a:pt x="11247" y="23709"/>
                  <a:pt x="12432" y="23709"/>
                  <a:pt x="13648" y="23678"/>
                </a:cubicBezTo>
                <a:cubicBezTo>
                  <a:pt x="13861" y="23617"/>
                  <a:pt x="14013" y="23557"/>
                  <a:pt x="14195" y="23526"/>
                </a:cubicBezTo>
                <a:cubicBezTo>
                  <a:pt x="19180" y="22462"/>
                  <a:pt x="22767" y="18602"/>
                  <a:pt x="23587" y="13587"/>
                </a:cubicBezTo>
                <a:cubicBezTo>
                  <a:pt x="23618" y="13405"/>
                  <a:pt x="23679" y="13253"/>
                  <a:pt x="23739" y="13070"/>
                </a:cubicBezTo>
                <a:cubicBezTo>
                  <a:pt x="23739" y="12645"/>
                  <a:pt x="23770" y="12280"/>
                  <a:pt x="23770" y="11885"/>
                </a:cubicBezTo>
                <a:cubicBezTo>
                  <a:pt x="23648" y="10365"/>
                  <a:pt x="23466" y="8936"/>
                  <a:pt x="22888" y="7508"/>
                </a:cubicBezTo>
                <a:cubicBezTo>
                  <a:pt x="21065" y="3222"/>
                  <a:pt x="17812" y="790"/>
                  <a:pt x="13253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3" name="Google Shape;2883;p35"/>
          <p:cNvSpPr/>
          <p:nvPr/>
        </p:nvSpPr>
        <p:spPr>
          <a:xfrm>
            <a:off x="5406819" y="4683967"/>
            <a:ext cx="278833" cy="285856"/>
          </a:xfrm>
          <a:custGeom>
            <a:avLst/>
            <a:gdLst/>
            <a:ahLst/>
            <a:cxnLst/>
            <a:rect l="l" t="t" r="r" b="b"/>
            <a:pathLst>
              <a:path w="11825" h="11860" extrusionOk="0">
                <a:moveTo>
                  <a:pt x="348" y="1"/>
                </a:moveTo>
                <a:cubicBezTo>
                  <a:pt x="252" y="1"/>
                  <a:pt x="157" y="2"/>
                  <a:pt x="61" y="5"/>
                </a:cubicBezTo>
                <a:cubicBezTo>
                  <a:pt x="61" y="430"/>
                  <a:pt x="31" y="795"/>
                  <a:pt x="31" y="1190"/>
                </a:cubicBezTo>
                <a:lnTo>
                  <a:pt x="1" y="11798"/>
                </a:lnTo>
                <a:lnTo>
                  <a:pt x="92" y="11859"/>
                </a:lnTo>
                <a:lnTo>
                  <a:pt x="9666" y="11859"/>
                </a:lnTo>
                <a:cubicBezTo>
                  <a:pt x="10396" y="11859"/>
                  <a:pt x="11125" y="11829"/>
                  <a:pt x="11824" y="11829"/>
                </a:cubicBezTo>
                <a:cubicBezTo>
                  <a:pt x="11794" y="11251"/>
                  <a:pt x="11824" y="10674"/>
                  <a:pt x="11764" y="10127"/>
                </a:cubicBezTo>
                <a:cubicBezTo>
                  <a:pt x="10808" y="4183"/>
                  <a:pt x="5715" y="1"/>
                  <a:pt x="348" y="1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4" name="Google Shape;2884;p35"/>
          <p:cNvSpPr/>
          <p:nvPr/>
        </p:nvSpPr>
        <p:spPr>
          <a:xfrm>
            <a:off x="5015475" y="4272349"/>
            <a:ext cx="222218" cy="126032"/>
          </a:xfrm>
          <a:custGeom>
            <a:avLst/>
            <a:gdLst/>
            <a:ahLst/>
            <a:cxnLst/>
            <a:rect l="l" t="t" r="r" b="b"/>
            <a:pathLst>
              <a:path w="9424" h="5229" extrusionOk="0">
                <a:moveTo>
                  <a:pt x="4712" y="0"/>
                </a:moveTo>
                <a:cubicBezTo>
                  <a:pt x="3952" y="791"/>
                  <a:pt x="3283" y="1551"/>
                  <a:pt x="2584" y="2280"/>
                </a:cubicBezTo>
                <a:cubicBezTo>
                  <a:pt x="1703" y="3222"/>
                  <a:pt x="882" y="4195"/>
                  <a:pt x="0" y="5168"/>
                </a:cubicBezTo>
                <a:cubicBezTo>
                  <a:pt x="1125" y="5198"/>
                  <a:pt x="2219" y="5198"/>
                  <a:pt x="3314" y="5229"/>
                </a:cubicBezTo>
                <a:lnTo>
                  <a:pt x="6171" y="5229"/>
                </a:lnTo>
                <a:cubicBezTo>
                  <a:pt x="7265" y="5198"/>
                  <a:pt x="8359" y="5198"/>
                  <a:pt x="9423" y="5168"/>
                </a:cubicBezTo>
                <a:cubicBezTo>
                  <a:pt x="7873" y="3435"/>
                  <a:pt x="6353" y="1763"/>
                  <a:pt x="4712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5" name="Google Shape;2885;p35"/>
          <p:cNvSpPr/>
          <p:nvPr/>
        </p:nvSpPr>
        <p:spPr>
          <a:xfrm>
            <a:off x="3850758" y="4774182"/>
            <a:ext cx="5754" cy="4411"/>
          </a:xfrm>
          <a:custGeom>
            <a:avLst/>
            <a:gdLst/>
            <a:ahLst/>
            <a:cxnLst/>
            <a:rect l="l" t="t" r="r" b="b"/>
            <a:pathLst>
              <a:path w="244" h="183" extrusionOk="0">
                <a:moveTo>
                  <a:pt x="0" y="0"/>
                </a:moveTo>
                <a:cubicBezTo>
                  <a:pt x="92" y="31"/>
                  <a:pt x="122" y="92"/>
                  <a:pt x="122" y="183"/>
                </a:cubicBezTo>
                <a:cubicBezTo>
                  <a:pt x="152" y="92"/>
                  <a:pt x="213" y="61"/>
                  <a:pt x="244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6" name="Google Shape;2886;p35"/>
          <p:cNvSpPr/>
          <p:nvPr/>
        </p:nvSpPr>
        <p:spPr>
          <a:xfrm>
            <a:off x="4133866" y="4566131"/>
            <a:ext cx="2169" cy="2941"/>
          </a:xfrm>
          <a:custGeom>
            <a:avLst/>
            <a:gdLst/>
            <a:ahLst/>
            <a:cxnLst/>
            <a:rect l="l" t="t" r="r" b="b"/>
            <a:pathLst>
              <a:path w="92" h="122" extrusionOk="0">
                <a:moveTo>
                  <a:pt x="92" y="0"/>
                </a:moveTo>
                <a:cubicBezTo>
                  <a:pt x="92" y="0"/>
                  <a:pt x="62" y="31"/>
                  <a:pt x="62" y="61"/>
                </a:cubicBezTo>
                <a:cubicBezTo>
                  <a:pt x="1" y="61"/>
                  <a:pt x="62" y="122"/>
                  <a:pt x="62" y="122"/>
                </a:cubicBezTo>
                <a:cubicBezTo>
                  <a:pt x="62" y="61"/>
                  <a:pt x="92" y="30"/>
                  <a:pt x="92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7" name="Google Shape;2887;p35"/>
          <p:cNvSpPr/>
          <p:nvPr/>
        </p:nvSpPr>
        <p:spPr>
          <a:xfrm>
            <a:off x="3875847" y="4563914"/>
            <a:ext cx="2877" cy="5158"/>
          </a:xfrm>
          <a:custGeom>
            <a:avLst/>
            <a:gdLst/>
            <a:ahLst/>
            <a:cxnLst/>
            <a:rect l="l" t="t" r="r" b="b"/>
            <a:pathLst>
              <a:path w="122" h="214" extrusionOk="0">
                <a:moveTo>
                  <a:pt x="92" y="1"/>
                </a:moveTo>
                <a:cubicBezTo>
                  <a:pt x="61" y="62"/>
                  <a:pt x="0" y="62"/>
                  <a:pt x="0" y="92"/>
                </a:cubicBezTo>
                <a:lnTo>
                  <a:pt x="122" y="214"/>
                </a:lnTo>
                <a:cubicBezTo>
                  <a:pt x="92" y="153"/>
                  <a:pt x="92" y="92"/>
                  <a:pt x="92" y="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8" name="Google Shape;2888;p35"/>
          <p:cNvSpPr/>
          <p:nvPr/>
        </p:nvSpPr>
        <p:spPr>
          <a:xfrm>
            <a:off x="4136012" y="4559527"/>
            <a:ext cx="6485" cy="6628"/>
          </a:xfrm>
          <a:custGeom>
            <a:avLst/>
            <a:gdLst/>
            <a:ahLst/>
            <a:cxnLst/>
            <a:rect l="l" t="t" r="r" b="b"/>
            <a:pathLst>
              <a:path w="275" h="275" extrusionOk="0">
                <a:moveTo>
                  <a:pt x="123" y="1"/>
                </a:moveTo>
                <a:cubicBezTo>
                  <a:pt x="62" y="122"/>
                  <a:pt x="31" y="183"/>
                  <a:pt x="1" y="274"/>
                </a:cubicBezTo>
                <a:cubicBezTo>
                  <a:pt x="62" y="244"/>
                  <a:pt x="183" y="244"/>
                  <a:pt x="275" y="213"/>
                </a:cubicBezTo>
                <a:cubicBezTo>
                  <a:pt x="214" y="153"/>
                  <a:pt x="153" y="92"/>
                  <a:pt x="123" y="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9" name="Google Shape;2889;p35"/>
          <p:cNvSpPr/>
          <p:nvPr/>
        </p:nvSpPr>
        <p:spPr>
          <a:xfrm>
            <a:off x="4077957" y="4526555"/>
            <a:ext cx="3608" cy="1494"/>
          </a:xfrm>
          <a:custGeom>
            <a:avLst/>
            <a:gdLst/>
            <a:ahLst/>
            <a:cxnLst/>
            <a:rect l="l" t="t" r="r" b="b"/>
            <a:pathLst>
              <a:path w="153" h="62" extrusionOk="0">
                <a:moveTo>
                  <a:pt x="62" y="31"/>
                </a:moveTo>
                <a:cubicBezTo>
                  <a:pt x="31" y="1"/>
                  <a:pt x="1" y="1"/>
                  <a:pt x="153" y="62"/>
                </a:cubicBezTo>
                <a:cubicBezTo>
                  <a:pt x="1" y="1"/>
                  <a:pt x="31" y="1"/>
                  <a:pt x="62" y="3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0" name="Google Shape;2890;p35"/>
          <p:cNvSpPr/>
          <p:nvPr/>
        </p:nvSpPr>
        <p:spPr>
          <a:xfrm>
            <a:off x="1335673" y="4484063"/>
            <a:ext cx="152704" cy="400776"/>
          </a:xfrm>
          <a:custGeom>
            <a:avLst/>
            <a:gdLst/>
            <a:ahLst/>
            <a:cxnLst/>
            <a:rect l="l" t="t" r="r" b="b"/>
            <a:pathLst>
              <a:path w="6476" h="16628" extrusionOk="0">
                <a:moveTo>
                  <a:pt x="6323" y="1"/>
                </a:moveTo>
                <a:cubicBezTo>
                  <a:pt x="6110" y="1247"/>
                  <a:pt x="5533" y="2280"/>
                  <a:pt x="4834" y="3284"/>
                </a:cubicBezTo>
                <a:cubicBezTo>
                  <a:pt x="3800" y="4773"/>
                  <a:pt x="2585" y="6019"/>
                  <a:pt x="1278" y="7205"/>
                </a:cubicBezTo>
                <a:cubicBezTo>
                  <a:pt x="852" y="7569"/>
                  <a:pt x="457" y="7934"/>
                  <a:pt x="1" y="8299"/>
                </a:cubicBezTo>
                <a:cubicBezTo>
                  <a:pt x="275" y="8542"/>
                  <a:pt x="518" y="8724"/>
                  <a:pt x="730" y="8937"/>
                </a:cubicBezTo>
                <a:cubicBezTo>
                  <a:pt x="1582" y="9758"/>
                  <a:pt x="2402" y="10457"/>
                  <a:pt x="3192" y="11308"/>
                </a:cubicBezTo>
                <a:cubicBezTo>
                  <a:pt x="4682" y="12828"/>
                  <a:pt x="5776" y="14560"/>
                  <a:pt x="6384" y="16627"/>
                </a:cubicBezTo>
                <a:cubicBezTo>
                  <a:pt x="6445" y="14469"/>
                  <a:pt x="6445" y="12250"/>
                  <a:pt x="6475" y="10092"/>
                </a:cubicBezTo>
                <a:lnTo>
                  <a:pt x="6475" y="6475"/>
                </a:lnTo>
                <a:cubicBezTo>
                  <a:pt x="6475" y="4651"/>
                  <a:pt x="6475" y="2858"/>
                  <a:pt x="6445" y="1034"/>
                </a:cubicBezTo>
                <a:cubicBezTo>
                  <a:pt x="6445" y="700"/>
                  <a:pt x="6354" y="366"/>
                  <a:pt x="6323" y="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1" name="Google Shape;2891;p35"/>
          <p:cNvSpPr/>
          <p:nvPr/>
        </p:nvSpPr>
        <p:spPr>
          <a:xfrm>
            <a:off x="1486919" y="4727303"/>
            <a:ext cx="237969" cy="241772"/>
          </a:xfrm>
          <a:custGeom>
            <a:avLst/>
            <a:gdLst/>
            <a:ahLst/>
            <a:cxnLst/>
            <a:rect l="l" t="t" r="r" b="b"/>
            <a:pathLst>
              <a:path w="10092" h="10031" extrusionOk="0">
                <a:moveTo>
                  <a:pt x="61" y="0"/>
                </a:moveTo>
                <a:cubicBezTo>
                  <a:pt x="31" y="2158"/>
                  <a:pt x="31" y="4377"/>
                  <a:pt x="0" y="6535"/>
                </a:cubicBezTo>
                <a:cubicBezTo>
                  <a:pt x="31" y="7173"/>
                  <a:pt x="31" y="7812"/>
                  <a:pt x="31" y="8480"/>
                </a:cubicBezTo>
                <a:lnTo>
                  <a:pt x="31" y="10031"/>
                </a:lnTo>
                <a:lnTo>
                  <a:pt x="10092" y="10031"/>
                </a:lnTo>
                <a:cubicBezTo>
                  <a:pt x="9727" y="9909"/>
                  <a:pt x="9362" y="9848"/>
                  <a:pt x="8998" y="9727"/>
                </a:cubicBezTo>
                <a:cubicBezTo>
                  <a:pt x="4286" y="8389"/>
                  <a:pt x="1307" y="5319"/>
                  <a:pt x="213" y="517"/>
                </a:cubicBezTo>
                <a:cubicBezTo>
                  <a:pt x="183" y="334"/>
                  <a:pt x="92" y="182"/>
                  <a:pt x="61" y="0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2" name="Google Shape;2892;p35"/>
          <p:cNvSpPr/>
          <p:nvPr/>
        </p:nvSpPr>
        <p:spPr>
          <a:xfrm>
            <a:off x="1488358" y="4398356"/>
            <a:ext cx="561228" cy="571470"/>
          </a:xfrm>
          <a:custGeom>
            <a:avLst/>
            <a:gdLst/>
            <a:ahLst/>
            <a:cxnLst/>
            <a:rect l="l" t="t" r="r" b="b"/>
            <a:pathLst>
              <a:path w="23801" h="23710" extrusionOk="0">
                <a:moveTo>
                  <a:pt x="11787" y="8480"/>
                </a:moveTo>
                <a:cubicBezTo>
                  <a:pt x="13588" y="8480"/>
                  <a:pt x="15168" y="9989"/>
                  <a:pt x="15168" y="11824"/>
                </a:cubicBezTo>
                <a:cubicBezTo>
                  <a:pt x="15168" y="13648"/>
                  <a:pt x="13678" y="15138"/>
                  <a:pt x="11855" y="15168"/>
                </a:cubicBezTo>
                <a:cubicBezTo>
                  <a:pt x="11835" y="15168"/>
                  <a:pt x="11816" y="15168"/>
                  <a:pt x="11797" y="15168"/>
                </a:cubicBezTo>
                <a:cubicBezTo>
                  <a:pt x="10000" y="15168"/>
                  <a:pt x="8541" y="13750"/>
                  <a:pt x="8511" y="11885"/>
                </a:cubicBezTo>
                <a:cubicBezTo>
                  <a:pt x="8481" y="10031"/>
                  <a:pt x="9909" y="8511"/>
                  <a:pt x="11733" y="8481"/>
                </a:cubicBezTo>
                <a:cubicBezTo>
                  <a:pt x="11751" y="8481"/>
                  <a:pt x="11769" y="8480"/>
                  <a:pt x="11787" y="8480"/>
                </a:cubicBezTo>
                <a:close/>
                <a:moveTo>
                  <a:pt x="10456" y="1"/>
                </a:moveTo>
                <a:cubicBezTo>
                  <a:pt x="9848" y="152"/>
                  <a:pt x="9241" y="244"/>
                  <a:pt x="8633" y="426"/>
                </a:cubicBezTo>
                <a:cubicBezTo>
                  <a:pt x="4347" y="1763"/>
                  <a:pt x="1550" y="4560"/>
                  <a:pt x="335" y="8846"/>
                </a:cubicBezTo>
                <a:cubicBezTo>
                  <a:pt x="243" y="9241"/>
                  <a:pt x="122" y="9666"/>
                  <a:pt x="0" y="10031"/>
                </a:cubicBezTo>
                <a:lnTo>
                  <a:pt x="0" y="13648"/>
                </a:lnTo>
                <a:cubicBezTo>
                  <a:pt x="31" y="13830"/>
                  <a:pt x="122" y="13982"/>
                  <a:pt x="152" y="14165"/>
                </a:cubicBezTo>
                <a:cubicBezTo>
                  <a:pt x="1246" y="18967"/>
                  <a:pt x="4225" y="22007"/>
                  <a:pt x="8937" y="23375"/>
                </a:cubicBezTo>
                <a:cubicBezTo>
                  <a:pt x="9301" y="23496"/>
                  <a:pt x="9666" y="23587"/>
                  <a:pt x="10031" y="23679"/>
                </a:cubicBezTo>
                <a:cubicBezTo>
                  <a:pt x="11247" y="23679"/>
                  <a:pt x="12462" y="23679"/>
                  <a:pt x="13678" y="23709"/>
                </a:cubicBezTo>
                <a:cubicBezTo>
                  <a:pt x="13861" y="23648"/>
                  <a:pt x="14013" y="23557"/>
                  <a:pt x="14225" y="23527"/>
                </a:cubicBezTo>
                <a:cubicBezTo>
                  <a:pt x="19180" y="22402"/>
                  <a:pt x="22797" y="18603"/>
                  <a:pt x="23587" y="13587"/>
                </a:cubicBezTo>
                <a:cubicBezTo>
                  <a:pt x="23648" y="13405"/>
                  <a:pt x="23709" y="13253"/>
                  <a:pt x="23739" y="13071"/>
                </a:cubicBezTo>
                <a:cubicBezTo>
                  <a:pt x="23739" y="12645"/>
                  <a:pt x="23800" y="12280"/>
                  <a:pt x="23800" y="11885"/>
                </a:cubicBezTo>
                <a:cubicBezTo>
                  <a:pt x="23800" y="11703"/>
                  <a:pt x="23739" y="11520"/>
                  <a:pt x="23739" y="11308"/>
                </a:cubicBezTo>
                <a:cubicBezTo>
                  <a:pt x="23405" y="6262"/>
                  <a:pt x="20305" y="2128"/>
                  <a:pt x="15624" y="578"/>
                </a:cubicBezTo>
                <a:cubicBezTo>
                  <a:pt x="14894" y="335"/>
                  <a:pt x="14134" y="183"/>
                  <a:pt x="13405" y="1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3" name="Google Shape;2893;p35"/>
          <p:cNvSpPr/>
          <p:nvPr/>
        </p:nvSpPr>
        <p:spPr>
          <a:xfrm>
            <a:off x="2047407" y="4683967"/>
            <a:ext cx="278833" cy="285856"/>
          </a:xfrm>
          <a:custGeom>
            <a:avLst/>
            <a:gdLst/>
            <a:ahLst/>
            <a:cxnLst/>
            <a:rect l="l" t="t" r="r" b="b"/>
            <a:pathLst>
              <a:path w="11825" h="11860" extrusionOk="0">
                <a:moveTo>
                  <a:pt x="314" y="1"/>
                </a:moveTo>
                <a:cubicBezTo>
                  <a:pt x="220" y="1"/>
                  <a:pt x="126" y="2"/>
                  <a:pt x="31" y="5"/>
                </a:cubicBezTo>
                <a:cubicBezTo>
                  <a:pt x="31" y="430"/>
                  <a:pt x="1" y="795"/>
                  <a:pt x="1" y="1190"/>
                </a:cubicBezTo>
                <a:lnTo>
                  <a:pt x="1" y="11798"/>
                </a:lnTo>
                <a:lnTo>
                  <a:pt x="92" y="11859"/>
                </a:lnTo>
                <a:lnTo>
                  <a:pt x="9454" y="11859"/>
                </a:lnTo>
                <a:cubicBezTo>
                  <a:pt x="10275" y="11859"/>
                  <a:pt x="11035" y="11829"/>
                  <a:pt x="11825" y="11829"/>
                </a:cubicBezTo>
                <a:cubicBezTo>
                  <a:pt x="11794" y="11251"/>
                  <a:pt x="11825" y="10674"/>
                  <a:pt x="11734" y="10127"/>
                </a:cubicBezTo>
                <a:cubicBezTo>
                  <a:pt x="10837" y="4329"/>
                  <a:pt x="5798" y="1"/>
                  <a:pt x="314" y="1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4" name="Google Shape;2894;p35"/>
          <p:cNvSpPr/>
          <p:nvPr/>
        </p:nvSpPr>
        <p:spPr>
          <a:xfrm>
            <a:off x="1656063" y="4273820"/>
            <a:ext cx="222218" cy="124562"/>
          </a:xfrm>
          <a:custGeom>
            <a:avLst/>
            <a:gdLst/>
            <a:ahLst/>
            <a:cxnLst/>
            <a:rect l="l" t="t" r="r" b="b"/>
            <a:pathLst>
              <a:path w="9424" h="5168" extrusionOk="0">
                <a:moveTo>
                  <a:pt x="4712" y="0"/>
                </a:moveTo>
                <a:cubicBezTo>
                  <a:pt x="4439" y="304"/>
                  <a:pt x="4195" y="487"/>
                  <a:pt x="3983" y="730"/>
                </a:cubicBezTo>
                <a:cubicBezTo>
                  <a:pt x="3071" y="1702"/>
                  <a:pt x="2129" y="2705"/>
                  <a:pt x="1217" y="3678"/>
                </a:cubicBezTo>
                <a:cubicBezTo>
                  <a:pt x="791" y="4134"/>
                  <a:pt x="396" y="4590"/>
                  <a:pt x="1" y="5107"/>
                </a:cubicBezTo>
                <a:cubicBezTo>
                  <a:pt x="1095" y="5137"/>
                  <a:pt x="2189" y="5137"/>
                  <a:pt x="3284" y="5168"/>
                </a:cubicBezTo>
                <a:lnTo>
                  <a:pt x="6262" y="5168"/>
                </a:lnTo>
                <a:cubicBezTo>
                  <a:pt x="7326" y="5137"/>
                  <a:pt x="8390" y="5137"/>
                  <a:pt x="9423" y="5137"/>
                </a:cubicBezTo>
                <a:cubicBezTo>
                  <a:pt x="7873" y="3435"/>
                  <a:pt x="6293" y="1763"/>
                  <a:pt x="4712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5" name="Google Shape;2895;p35"/>
          <p:cNvSpPr/>
          <p:nvPr/>
        </p:nvSpPr>
        <p:spPr>
          <a:xfrm>
            <a:off x="491346" y="4774182"/>
            <a:ext cx="5046" cy="4411"/>
          </a:xfrm>
          <a:custGeom>
            <a:avLst/>
            <a:gdLst/>
            <a:ahLst/>
            <a:cxnLst/>
            <a:rect l="l" t="t" r="r" b="b"/>
            <a:pathLst>
              <a:path w="214" h="183" extrusionOk="0">
                <a:moveTo>
                  <a:pt x="1" y="0"/>
                </a:moveTo>
                <a:cubicBezTo>
                  <a:pt x="62" y="31"/>
                  <a:pt x="122" y="92"/>
                  <a:pt x="92" y="183"/>
                </a:cubicBezTo>
                <a:cubicBezTo>
                  <a:pt x="153" y="92"/>
                  <a:pt x="183" y="61"/>
                  <a:pt x="214" y="0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6" name="Google Shape;2896;p35"/>
          <p:cNvSpPr/>
          <p:nvPr/>
        </p:nvSpPr>
        <p:spPr>
          <a:xfrm>
            <a:off x="811028" y="4739016"/>
            <a:ext cx="731" cy="2217"/>
          </a:xfrm>
          <a:custGeom>
            <a:avLst/>
            <a:gdLst/>
            <a:ahLst/>
            <a:cxnLst/>
            <a:rect l="l" t="t" r="r" b="b"/>
            <a:pathLst>
              <a:path w="31" h="92" extrusionOk="0">
                <a:moveTo>
                  <a:pt x="31" y="0"/>
                </a:moveTo>
                <a:lnTo>
                  <a:pt x="0" y="92"/>
                </a:lnTo>
                <a:lnTo>
                  <a:pt x="0" y="92"/>
                </a:lnTo>
                <a:lnTo>
                  <a:pt x="31" y="31"/>
                </a:lnTo>
                <a:lnTo>
                  <a:pt x="31" y="0"/>
                </a:ln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7" name="Google Shape;2897;p35"/>
          <p:cNvSpPr/>
          <p:nvPr/>
        </p:nvSpPr>
        <p:spPr>
          <a:xfrm>
            <a:off x="516436" y="4563914"/>
            <a:ext cx="2900" cy="5158"/>
          </a:xfrm>
          <a:custGeom>
            <a:avLst/>
            <a:gdLst/>
            <a:ahLst/>
            <a:cxnLst/>
            <a:rect l="l" t="t" r="r" b="b"/>
            <a:pathLst>
              <a:path w="123" h="214" extrusionOk="0">
                <a:moveTo>
                  <a:pt x="61" y="1"/>
                </a:moveTo>
                <a:lnTo>
                  <a:pt x="1" y="92"/>
                </a:lnTo>
                <a:lnTo>
                  <a:pt x="122" y="214"/>
                </a:lnTo>
                <a:cubicBezTo>
                  <a:pt x="61" y="153"/>
                  <a:pt x="61" y="92"/>
                  <a:pt x="61" y="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8" name="Google Shape;2898;p35"/>
          <p:cNvSpPr/>
          <p:nvPr/>
        </p:nvSpPr>
        <p:spPr>
          <a:xfrm>
            <a:off x="778062" y="4560250"/>
            <a:ext cx="5023" cy="6628"/>
          </a:xfrm>
          <a:custGeom>
            <a:avLst/>
            <a:gdLst/>
            <a:ahLst/>
            <a:cxnLst/>
            <a:rect l="l" t="t" r="r" b="b"/>
            <a:pathLst>
              <a:path w="213" h="275" extrusionOk="0">
                <a:moveTo>
                  <a:pt x="61" y="1"/>
                </a:moveTo>
                <a:cubicBezTo>
                  <a:pt x="30" y="92"/>
                  <a:pt x="30" y="214"/>
                  <a:pt x="0" y="274"/>
                </a:cubicBezTo>
                <a:cubicBezTo>
                  <a:pt x="61" y="244"/>
                  <a:pt x="152" y="244"/>
                  <a:pt x="213" y="214"/>
                </a:cubicBezTo>
                <a:cubicBezTo>
                  <a:pt x="152" y="123"/>
                  <a:pt x="122" y="62"/>
                  <a:pt x="61" y="1"/>
                </a:cubicBezTo>
                <a:close/>
              </a:path>
            </a:pathLst>
          </a:custGeom>
          <a:solidFill>
            <a:srgbClr val="FFF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9" name="Google Shape;2899;p35"/>
          <p:cNvSpPr/>
          <p:nvPr/>
        </p:nvSpPr>
        <p:spPr>
          <a:xfrm>
            <a:off x="1810162" y="4712649"/>
            <a:ext cx="237262" cy="257174"/>
          </a:xfrm>
          <a:custGeom>
            <a:avLst/>
            <a:gdLst/>
            <a:ahLst/>
            <a:cxnLst/>
            <a:rect l="l" t="t" r="r" b="b"/>
            <a:pathLst>
              <a:path w="10062" h="10670" extrusionOk="0">
                <a:moveTo>
                  <a:pt x="10062" y="0"/>
                </a:moveTo>
                <a:cubicBezTo>
                  <a:pt x="10001" y="152"/>
                  <a:pt x="9940" y="335"/>
                  <a:pt x="9910" y="517"/>
                </a:cubicBezTo>
                <a:cubicBezTo>
                  <a:pt x="9120" y="5593"/>
                  <a:pt x="5533" y="9392"/>
                  <a:pt x="518" y="10456"/>
                </a:cubicBezTo>
                <a:cubicBezTo>
                  <a:pt x="335" y="10517"/>
                  <a:pt x="183" y="10547"/>
                  <a:pt x="1" y="10639"/>
                </a:cubicBezTo>
                <a:cubicBezTo>
                  <a:pt x="3314" y="10639"/>
                  <a:pt x="6597" y="10669"/>
                  <a:pt x="9910" y="10669"/>
                </a:cubicBezTo>
                <a:cubicBezTo>
                  <a:pt x="9940" y="10639"/>
                  <a:pt x="10031" y="10608"/>
                  <a:pt x="10062" y="10608"/>
                </a:cubicBezTo>
                <a:lnTo>
                  <a:pt x="10062" y="0"/>
                </a:ln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0" name="Google Shape;2900;p35"/>
          <p:cNvSpPr/>
          <p:nvPr/>
        </p:nvSpPr>
        <p:spPr>
          <a:xfrm>
            <a:off x="5171012" y="4713372"/>
            <a:ext cx="237262" cy="256451"/>
          </a:xfrm>
          <a:custGeom>
            <a:avLst/>
            <a:gdLst/>
            <a:ahLst/>
            <a:cxnLst/>
            <a:rect l="l" t="t" r="r" b="b"/>
            <a:pathLst>
              <a:path w="10062" h="10640" extrusionOk="0">
                <a:moveTo>
                  <a:pt x="10061" y="1"/>
                </a:moveTo>
                <a:cubicBezTo>
                  <a:pt x="9970" y="153"/>
                  <a:pt x="9940" y="335"/>
                  <a:pt x="9909" y="548"/>
                </a:cubicBezTo>
                <a:cubicBezTo>
                  <a:pt x="9149" y="5563"/>
                  <a:pt x="5502" y="9393"/>
                  <a:pt x="517" y="10457"/>
                </a:cubicBezTo>
                <a:cubicBezTo>
                  <a:pt x="335" y="10487"/>
                  <a:pt x="183" y="10517"/>
                  <a:pt x="0" y="10609"/>
                </a:cubicBezTo>
                <a:cubicBezTo>
                  <a:pt x="3253" y="10609"/>
                  <a:pt x="6566" y="10639"/>
                  <a:pt x="9879" y="10639"/>
                </a:cubicBezTo>
                <a:cubicBezTo>
                  <a:pt x="9909" y="10609"/>
                  <a:pt x="9970" y="10578"/>
                  <a:pt x="10031" y="10578"/>
                </a:cubicBezTo>
                <a:cubicBezTo>
                  <a:pt x="10031" y="7022"/>
                  <a:pt x="10031" y="3496"/>
                  <a:pt x="10061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1" name="Google Shape;2901;p35"/>
          <p:cNvSpPr/>
          <p:nvPr/>
        </p:nvSpPr>
        <p:spPr>
          <a:xfrm>
            <a:off x="5047733" y="4602742"/>
            <a:ext cx="157703" cy="161222"/>
          </a:xfrm>
          <a:custGeom>
            <a:avLst/>
            <a:gdLst/>
            <a:ahLst/>
            <a:cxnLst/>
            <a:rect l="l" t="t" r="r" b="b"/>
            <a:pathLst>
              <a:path w="6688" h="6689" extrusionOk="0">
                <a:moveTo>
                  <a:pt x="3313" y="1"/>
                </a:moveTo>
                <a:cubicBezTo>
                  <a:pt x="1520" y="1"/>
                  <a:pt x="0" y="1521"/>
                  <a:pt x="0" y="3344"/>
                </a:cubicBezTo>
                <a:cubicBezTo>
                  <a:pt x="0" y="5199"/>
                  <a:pt x="1459" y="6688"/>
                  <a:pt x="3313" y="6688"/>
                </a:cubicBezTo>
                <a:cubicBezTo>
                  <a:pt x="3332" y="6688"/>
                  <a:pt x="3351" y="6688"/>
                  <a:pt x="3369" y="6688"/>
                </a:cubicBezTo>
                <a:cubicBezTo>
                  <a:pt x="5198" y="6688"/>
                  <a:pt x="6687" y="5211"/>
                  <a:pt x="6657" y="3405"/>
                </a:cubicBezTo>
                <a:cubicBezTo>
                  <a:pt x="6687" y="1551"/>
                  <a:pt x="5168" y="1"/>
                  <a:pt x="3313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2" name="Google Shape;2902;p35"/>
          <p:cNvSpPr/>
          <p:nvPr/>
        </p:nvSpPr>
        <p:spPr>
          <a:xfrm>
            <a:off x="1686883" y="4602742"/>
            <a:ext cx="159872" cy="161222"/>
          </a:xfrm>
          <a:custGeom>
            <a:avLst/>
            <a:gdLst/>
            <a:ahLst/>
            <a:cxnLst/>
            <a:rect l="l" t="t" r="r" b="b"/>
            <a:pathLst>
              <a:path w="6780" h="6689" extrusionOk="0">
                <a:moveTo>
                  <a:pt x="3337" y="0"/>
                </a:moveTo>
                <a:cubicBezTo>
                  <a:pt x="3319" y="0"/>
                  <a:pt x="3302" y="1"/>
                  <a:pt x="3284" y="1"/>
                </a:cubicBezTo>
                <a:cubicBezTo>
                  <a:pt x="1460" y="62"/>
                  <a:pt x="1" y="1581"/>
                  <a:pt x="62" y="3405"/>
                </a:cubicBezTo>
                <a:cubicBezTo>
                  <a:pt x="92" y="5270"/>
                  <a:pt x="1550" y="6688"/>
                  <a:pt x="3378" y="6688"/>
                </a:cubicBezTo>
                <a:cubicBezTo>
                  <a:pt x="3397" y="6688"/>
                  <a:pt x="3416" y="6688"/>
                  <a:pt x="3436" y="6688"/>
                </a:cubicBezTo>
                <a:cubicBezTo>
                  <a:pt x="5259" y="6688"/>
                  <a:pt x="6779" y="5168"/>
                  <a:pt x="6718" y="3344"/>
                </a:cubicBezTo>
                <a:cubicBezTo>
                  <a:pt x="6718" y="1509"/>
                  <a:pt x="5139" y="0"/>
                  <a:pt x="3337" y="0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3" name="Google Shape;2903;p35"/>
          <p:cNvSpPr/>
          <p:nvPr/>
        </p:nvSpPr>
        <p:spPr>
          <a:xfrm>
            <a:off x="7076137" y="3837811"/>
            <a:ext cx="1131015" cy="574507"/>
          </a:xfrm>
          <a:custGeom>
            <a:avLst/>
            <a:gdLst/>
            <a:ahLst/>
            <a:cxnLst/>
            <a:rect l="l" t="t" r="r" b="b"/>
            <a:pathLst>
              <a:path w="47965" h="23836" extrusionOk="0">
                <a:moveTo>
                  <a:pt x="30712" y="1"/>
                </a:moveTo>
                <a:cubicBezTo>
                  <a:pt x="29698" y="1"/>
                  <a:pt x="28682" y="6"/>
                  <a:pt x="27660" y="6"/>
                </a:cubicBezTo>
                <a:lnTo>
                  <a:pt x="25533" y="6"/>
                </a:lnTo>
                <a:cubicBezTo>
                  <a:pt x="25016" y="6"/>
                  <a:pt x="24469" y="36"/>
                  <a:pt x="23952" y="66"/>
                </a:cubicBezTo>
                <a:lnTo>
                  <a:pt x="23952" y="10675"/>
                </a:lnTo>
                <a:cubicBezTo>
                  <a:pt x="23952" y="10978"/>
                  <a:pt x="23922" y="11313"/>
                  <a:pt x="23922" y="11617"/>
                </a:cubicBezTo>
                <a:cubicBezTo>
                  <a:pt x="23861" y="11617"/>
                  <a:pt x="23800" y="11678"/>
                  <a:pt x="23770" y="11678"/>
                </a:cubicBezTo>
                <a:cubicBezTo>
                  <a:pt x="23557" y="11465"/>
                  <a:pt x="23375" y="11374"/>
                  <a:pt x="23192" y="11161"/>
                </a:cubicBezTo>
                <a:lnTo>
                  <a:pt x="12797" y="796"/>
                </a:lnTo>
                <a:cubicBezTo>
                  <a:pt x="12615" y="644"/>
                  <a:pt x="12463" y="431"/>
                  <a:pt x="12311" y="218"/>
                </a:cubicBezTo>
                <a:cubicBezTo>
                  <a:pt x="12250" y="158"/>
                  <a:pt x="12219" y="127"/>
                  <a:pt x="12128" y="66"/>
                </a:cubicBezTo>
                <a:lnTo>
                  <a:pt x="11976" y="66"/>
                </a:lnTo>
                <a:cubicBezTo>
                  <a:pt x="8177" y="3836"/>
                  <a:pt x="4408" y="7635"/>
                  <a:pt x="608" y="11434"/>
                </a:cubicBezTo>
                <a:cubicBezTo>
                  <a:pt x="456" y="11586"/>
                  <a:pt x="213" y="11708"/>
                  <a:pt x="0" y="11830"/>
                </a:cubicBezTo>
                <a:lnTo>
                  <a:pt x="0" y="12194"/>
                </a:lnTo>
                <a:cubicBezTo>
                  <a:pt x="67" y="12172"/>
                  <a:pt x="127" y="12162"/>
                  <a:pt x="182" y="12162"/>
                </a:cubicBezTo>
                <a:cubicBezTo>
                  <a:pt x="503" y="12162"/>
                  <a:pt x="644" y="12499"/>
                  <a:pt x="851" y="12681"/>
                </a:cubicBezTo>
                <a:cubicBezTo>
                  <a:pt x="2584" y="14413"/>
                  <a:pt x="4317" y="16146"/>
                  <a:pt x="6019" y="17848"/>
                </a:cubicBezTo>
                <a:cubicBezTo>
                  <a:pt x="7751" y="19580"/>
                  <a:pt x="9484" y="21313"/>
                  <a:pt x="11186" y="23015"/>
                </a:cubicBezTo>
                <a:cubicBezTo>
                  <a:pt x="11399" y="23258"/>
                  <a:pt x="11612" y="23562"/>
                  <a:pt x="11824" y="23836"/>
                </a:cubicBezTo>
                <a:lnTo>
                  <a:pt x="12128" y="23836"/>
                </a:lnTo>
                <a:lnTo>
                  <a:pt x="23405" y="12529"/>
                </a:lnTo>
                <a:cubicBezTo>
                  <a:pt x="23527" y="12437"/>
                  <a:pt x="23709" y="12346"/>
                  <a:pt x="23861" y="12225"/>
                </a:cubicBezTo>
                <a:lnTo>
                  <a:pt x="23861" y="12164"/>
                </a:lnTo>
                <a:lnTo>
                  <a:pt x="23922" y="12194"/>
                </a:lnTo>
                <a:cubicBezTo>
                  <a:pt x="23952" y="12681"/>
                  <a:pt x="23983" y="13228"/>
                  <a:pt x="24013" y="13714"/>
                </a:cubicBezTo>
                <a:cubicBezTo>
                  <a:pt x="24104" y="14048"/>
                  <a:pt x="24226" y="14352"/>
                  <a:pt x="24287" y="14717"/>
                </a:cubicBezTo>
                <a:cubicBezTo>
                  <a:pt x="25533" y="19307"/>
                  <a:pt x="28420" y="22225"/>
                  <a:pt x="33071" y="23471"/>
                </a:cubicBezTo>
                <a:cubicBezTo>
                  <a:pt x="33405" y="23562"/>
                  <a:pt x="33709" y="23684"/>
                  <a:pt x="34044" y="23745"/>
                </a:cubicBezTo>
                <a:cubicBezTo>
                  <a:pt x="34651" y="23775"/>
                  <a:pt x="35229" y="23775"/>
                  <a:pt x="35807" y="23836"/>
                </a:cubicBezTo>
                <a:cubicBezTo>
                  <a:pt x="36354" y="23775"/>
                  <a:pt x="36901" y="23775"/>
                  <a:pt x="37478" y="23745"/>
                </a:cubicBezTo>
                <a:cubicBezTo>
                  <a:pt x="38846" y="23410"/>
                  <a:pt x="40214" y="23076"/>
                  <a:pt x="41460" y="22346"/>
                </a:cubicBezTo>
                <a:cubicBezTo>
                  <a:pt x="44925" y="20371"/>
                  <a:pt x="46992" y="17392"/>
                  <a:pt x="47539" y="13410"/>
                </a:cubicBezTo>
                <a:lnTo>
                  <a:pt x="47661" y="12954"/>
                </a:lnTo>
                <a:cubicBezTo>
                  <a:pt x="47965" y="7149"/>
                  <a:pt x="44530" y="2103"/>
                  <a:pt x="39120" y="583"/>
                </a:cubicBezTo>
                <a:cubicBezTo>
                  <a:pt x="37843" y="218"/>
                  <a:pt x="36566" y="127"/>
                  <a:pt x="35259" y="66"/>
                </a:cubicBezTo>
                <a:cubicBezTo>
                  <a:pt x="33746" y="12"/>
                  <a:pt x="32232" y="1"/>
                  <a:pt x="30712" y="1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4" name="Google Shape;2904;p35"/>
          <p:cNvSpPr/>
          <p:nvPr/>
        </p:nvSpPr>
        <p:spPr>
          <a:xfrm>
            <a:off x="7075406" y="4409370"/>
            <a:ext cx="563373" cy="571446"/>
          </a:xfrm>
          <a:custGeom>
            <a:avLst/>
            <a:gdLst/>
            <a:ahLst/>
            <a:cxnLst/>
            <a:rect l="l" t="t" r="r" b="b"/>
            <a:pathLst>
              <a:path w="23892" h="23709" extrusionOk="0">
                <a:moveTo>
                  <a:pt x="12220" y="0"/>
                </a:moveTo>
                <a:cubicBezTo>
                  <a:pt x="12190" y="0"/>
                  <a:pt x="12159" y="0"/>
                  <a:pt x="12129" y="31"/>
                </a:cubicBezTo>
                <a:lnTo>
                  <a:pt x="12007" y="31"/>
                </a:lnTo>
                <a:cubicBezTo>
                  <a:pt x="11795" y="274"/>
                  <a:pt x="11582" y="517"/>
                  <a:pt x="11339" y="730"/>
                </a:cubicBezTo>
                <a:cubicBezTo>
                  <a:pt x="7843" y="4164"/>
                  <a:pt x="4378" y="7660"/>
                  <a:pt x="882" y="11125"/>
                </a:cubicBezTo>
                <a:cubicBezTo>
                  <a:pt x="639" y="11399"/>
                  <a:pt x="305" y="11551"/>
                  <a:pt x="1" y="11763"/>
                </a:cubicBezTo>
                <a:lnTo>
                  <a:pt x="1" y="12158"/>
                </a:lnTo>
                <a:cubicBezTo>
                  <a:pt x="47" y="12150"/>
                  <a:pt x="90" y="12146"/>
                  <a:pt x="130" y="12146"/>
                </a:cubicBezTo>
                <a:cubicBezTo>
                  <a:pt x="517" y="12146"/>
                  <a:pt x="665" y="12516"/>
                  <a:pt x="913" y="12736"/>
                </a:cubicBezTo>
                <a:lnTo>
                  <a:pt x="10609" y="22402"/>
                </a:lnTo>
                <a:cubicBezTo>
                  <a:pt x="11065" y="22827"/>
                  <a:pt x="11430" y="23283"/>
                  <a:pt x="11855" y="23709"/>
                </a:cubicBezTo>
                <a:cubicBezTo>
                  <a:pt x="12007" y="23678"/>
                  <a:pt x="12190" y="23587"/>
                  <a:pt x="12342" y="23557"/>
                </a:cubicBezTo>
                <a:cubicBezTo>
                  <a:pt x="12494" y="23435"/>
                  <a:pt x="12615" y="23253"/>
                  <a:pt x="12737" y="23131"/>
                </a:cubicBezTo>
                <a:lnTo>
                  <a:pt x="23284" y="12584"/>
                </a:lnTo>
                <a:cubicBezTo>
                  <a:pt x="23436" y="12432"/>
                  <a:pt x="23649" y="12310"/>
                  <a:pt x="23801" y="12158"/>
                </a:cubicBezTo>
                <a:lnTo>
                  <a:pt x="23892" y="11824"/>
                </a:lnTo>
                <a:cubicBezTo>
                  <a:pt x="23710" y="11672"/>
                  <a:pt x="23527" y="11520"/>
                  <a:pt x="23345" y="11307"/>
                </a:cubicBezTo>
                <a:cubicBezTo>
                  <a:pt x="19789" y="7781"/>
                  <a:pt x="16293" y="4256"/>
                  <a:pt x="12767" y="730"/>
                </a:cubicBezTo>
                <a:cubicBezTo>
                  <a:pt x="12524" y="517"/>
                  <a:pt x="12433" y="274"/>
                  <a:pt x="12220" y="0"/>
                </a:cubicBez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5" name="Google Shape;2905;p35"/>
          <p:cNvSpPr/>
          <p:nvPr/>
        </p:nvSpPr>
        <p:spPr>
          <a:xfrm>
            <a:off x="7080452" y="3837919"/>
            <a:ext cx="281710" cy="283542"/>
          </a:xfrm>
          <a:custGeom>
            <a:avLst/>
            <a:gdLst/>
            <a:ahLst/>
            <a:cxnLst/>
            <a:rect l="l" t="t" r="r" b="b"/>
            <a:pathLst>
              <a:path w="11947" h="11764" extrusionOk="0">
                <a:moveTo>
                  <a:pt x="1" y="1"/>
                </a:moveTo>
                <a:lnTo>
                  <a:pt x="1" y="11764"/>
                </a:lnTo>
                <a:cubicBezTo>
                  <a:pt x="214" y="11642"/>
                  <a:pt x="457" y="11551"/>
                  <a:pt x="609" y="11399"/>
                </a:cubicBezTo>
                <a:lnTo>
                  <a:pt x="11946" y="61"/>
                </a:lnTo>
                <a:cubicBezTo>
                  <a:pt x="11430" y="31"/>
                  <a:pt x="10913" y="31"/>
                  <a:pt x="10457" y="31"/>
                </a:cubicBezTo>
                <a:cubicBezTo>
                  <a:pt x="6961" y="1"/>
                  <a:pt x="3496" y="1"/>
                  <a:pt x="1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6" name="Google Shape;2906;p35"/>
          <p:cNvSpPr/>
          <p:nvPr/>
        </p:nvSpPr>
        <p:spPr>
          <a:xfrm>
            <a:off x="7079745" y="4410081"/>
            <a:ext cx="282418" cy="284289"/>
          </a:xfrm>
          <a:custGeom>
            <a:avLst/>
            <a:gdLst/>
            <a:ahLst/>
            <a:cxnLst/>
            <a:rect l="l" t="t" r="r" b="b"/>
            <a:pathLst>
              <a:path w="11977" h="11795" extrusionOk="0">
                <a:moveTo>
                  <a:pt x="0" y="1"/>
                </a:moveTo>
                <a:lnTo>
                  <a:pt x="0" y="11794"/>
                </a:lnTo>
                <a:cubicBezTo>
                  <a:pt x="274" y="11551"/>
                  <a:pt x="608" y="11399"/>
                  <a:pt x="882" y="11125"/>
                </a:cubicBezTo>
                <a:cubicBezTo>
                  <a:pt x="4377" y="7691"/>
                  <a:pt x="7873" y="4195"/>
                  <a:pt x="11338" y="700"/>
                </a:cubicBezTo>
                <a:cubicBezTo>
                  <a:pt x="11551" y="487"/>
                  <a:pt x="11764" y="244"/>
                  <a:pt x="11976" y="1"/>
                </a:cubicBezTo>
                <a:lnTo>
                  <a:pt x="11976" y="1"/>
                </a:lnTo>
                <a:cubicBezTo>
                  <a:pt x="11946" y="16"/>
                  <a:pt x="11915" y="23"/>
                  <a:pt x="11885" y="23"/>
                </a:cubicBezTo>
                <a:cubicBezTo>
                  <a:pt x="11855" y="23"/>
                  <a:pt x="11824" y="16"/>
                  <a:pt x="11794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7" name="Google Shape;2907;p35"/>
          <p:cNvSpPr/>
          <p:nvPr/>
        </p:nvSpPr>
        <p:spPr>
          <a:xfrm>
            <a:off x="7079745" y="4702972"/>
            <a:ext cx="279541" cy="282240"/>
          </a:xfrm>
          <a:custGeom>
            <a:avLst/>
            <a:gdLst/>
            <a:ahLst/>
            <a:cxnLst/>
            <a:rect l="l" t="t" r="r" b="b"/>
            <a:pathLst>
              <a:path w="11855" h="11710" extrusionOk="0">
                <a:moveTo>
                  <a:pt x="110" y="0"/>
                </a:moveTo>
                <a:cubicBezTo>
                  <a:pt x="76" y="0"/>
                  <a:pt x="39" y="2"/>
                  <a:pt x="0" y="7"/>
                </a:cubicBezTo>
                <a:lnTo>
                  <a:pt x="0" y="11588"/>
                </a:lnTo>
                <a:cubicBezTo>
                  <a:pt x="699" y="11648"/>
                  <a:pt x="1429" y="11679"/>
                  <a:pt x="2098" y="11709"/>
                </a:cubicBezTo>
                <a:cubicBezTo>
                  <a:pt x="2493" y="11679"/>
                  <a:pt x="2858" y="11588"/>
                  <a:pt x="3253" y="11588"/>
                </a:cubicBezTo>
                <a:cubicBezTo>
                  <a:pt x="6140" y="11557"/>
                  <a:pt x="8967" y="11557"/>
                  <a:pt x="11855" y="11557"/>
                </a:cubicBezTo>
                <a:cubicBezTo>
                  <a:pt x="11460" y="11132"/>
                  <a:pt x="11034" y="10676"/>
                  <a:pt x="10608" y="10281"/>
                </a:cubicBezTo>
                <a:lnTo>
                  <a:pt x="912" y="584"/>
                </a:lnTo>
                <a:cubicBezTo>
                  <a:pt x="687" y="331"/>
                  <a:pt x="540" y="0"/>
                  <a:pt x="110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8" name="Google Shape;2908;p35"/>
          <p:cNvSpPr/>
          <p:nvPr/>
        </p:nvSpPr>
        <p:spPr>
          <a:xfrm>
            <a:off x="7079745" y="4130158"/>
            <a:ext cx="278103" cy="279951"/>
          </a:xfrm>
          <a:custGeom>
            <a:avLst/>
            <a:gdLst/>
            <a:ahLst/>
            <a:cxnLst/>
            <a:rect l="l" t="t" r="r" b="b"/>
            <a:pathLst>
              <a:path w="11794" h="11615" extrusionOk="0">
                <a:moveTo>
                  <a:pt x="191" y="0"/>
                </a:moveTo>
                <a:cubicBezTo>
                  <a:pt x="134" y="0"/>
                  <a:pt x="71" y="10"/>
                  <a:pt x="0" y="34"/>
                </a:cubicBezTo>
                <a:lnTo>
                  <a:pt x="0" y="11615"/>
                </a:lnTo>
                <a:lnTo>
                  <a:pt x="11794" y="11615"/>
                </a:lnTo>
                <a:cubicBezTo>
                  <a:pt x="11551" y="11341"/>
                  <a:pt x="11368" y="11098"/>
                  <a:pt x="11186" y="10855"/>
                </a:cubicBezTo>
                <a:cubicBezTo>
                  <a:pt x="9484" y="9122"/>
                  <a:pt x="7721" y="7390"/>
                  <a:pt x="6019" y="5687"/>
                </a:cubicBezTo>
                <a:cubicBezTo>
                  <a:pt x="4317" y="3955"/>
                  <a:pt x="2584" y="2222"/>
                  <a:pt x="851" y="520"/>
                </a:cubicBezTo>
                <a:cubicBezTo>
                  <a:pt x="646" y="315"/>
                  <a:pt x="505" y="0"/>
                  <a:pt x="191" y="0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9" name="Google Shape;2909;p35"/>
          <p:cNvSpPr/>
          <p:nvPr/>
        </p:nvSpPr>
        <p:spPr>
          <a:xfrm>
            <a:off x="7365707" y="3839064"/>
            <a:ext cx="274518" cy="279493"/>
          </a:xfrm>
          <a:custGeom>
            <a:avLst/>
            <a:gdLst/>
            <a:ahLst/>
            <a:cxnLst/>
            <a:rect l="l" t="t" r="r" b="b"/>
            <a:pathLst>
              <a:path w="11642" h="11596" extrusionOk="0">
                <a:moveTo>
                  <a:pt x="5545" y="1"/>
                </a:moveTo>
                <a:cubicBezTo>
                  <a:pt x="4522" y="1"/>
                  <a:pt x="3496" y="4"/>
                  <a:pt x="2462" y="14"/>
                </a:cubicBezTo>
                <a:cubicBezTo>
                  <a:pt x="1672" y="14"/>
                  <a:pt x="851" y="45"/>
                  <a:pt x="31" y="45"/>
                </a:cubicBezTo>
                <a:cubicBezTo>
                  <a:pt x="31" y="106"/>
                  <a:pt x="31" y="136"/>
                  <a:pt x="0" y="166"/>
                </a:cubicBezTo>
                <a:cubicBezTo>
                  <a:pt x="183" y="349"/>
                  <a:pt x="304" y="562"/>
                  <a:pt x="487" y="744"/>
                </a:cubicBezTo>
                <a:lnTo>
                  <a:pt x="10882" y="11109"/>
                </a:lnTo>
                <a:cubicBezTo>
                  <a:pt x="11064" y="11291"/>
                  <a:pt x="11247" y="11443"/>
                  <a:pt x="11429" y="11595"/>
                </a:cubicBezTo>
                <a:cubicBezTo>
                  <a:pt x="11490" y="11565"/>
                  <a:pt x="11551" y="11565"/>
                  <a:pt x="11581" y="11565"/>
                </a:cubicBezTo>
                <a:cubicBezTo>
                  <a:pt x="11581" y="11261"/>
                  <a:pt x="11642" y="10926"/>
                  <a:pt x="11642" y="10623"/>
                </a:cubicBezTo>
                <a:lnTo>
                  <a:pt x="11642" y="14"/>
                </a:lnTo>
                <a:cubicBezTo>
                  <a:pt x="9615" y="14"/>
                  <a:pt x="7589" y="1"/>
                  <a:pt x="5545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0" name="Google Shape;2910;p35"/>
          <p:cNvSpPr/>
          <p:nvPr/>
        </p:nvSpPr>
        <p:spPr>
          <a:xfrm>
            <a:off x="7645232" y="4411564"/>
            <a:ext cx="556205" cy="574387"/>
          </a:xfrm>
          <a:custGeom>
            <a:avLst/>
            <a:gdLst/>
            <a:ahLst/>
            <a:cxnLst/>
            <a:rect l="l" t="t" r="r" b="b"/>
            <a:pathLst>
              <a:path w="23588" h="23831" extrusionOk="0">
                <a:moveTo>
                  <a:pt x="23557" y="0"/>
                </a:moveTo>
                <a:cubicBezTo>
                  <a:pt x="23284" y="274"/>
                  <a:pt x="23010" y="517"/>
                  <a:pt x="22797" y="730"/>
                </a:cubicBezTo>
                <a:lnTo>
                  <a:pt x="821" y="22706"/>
                </a:lnTo>
                <a:cubicBezTo>
                  <a:pt x="578" y="23010"/>
                  <a:pt x="274" y="23223"/>
                  <a:pt x="1" y="23496"/>
                </a:cubicBezTo>
                <a:cubicBezTo>
                  <a:pt x="396" y="23557"/>
                  <a:pt x="791" y="23679"/>
                  <a:pt x="1186" y="23679"/>
                </a:cubicBezTo>
                <a:lnTo>
                  <a:pt x="19910" y="23679"/>
                </a:lnTo>
                <a:cubicBezTo>
                  <a:pt x="20335" y="23679"/>
                  <a:pt x="20791" y="23800"/>
                  <a:pt x="21217" y="23831"/>
                </a:cubicBezTo>
                <a:cubicBezTo>
                  <a:pt x="21916" y="23831"/>
                  <a:pt x="22676" y="23800"/>
                  <a:pt x="23436" y="23800"/>
                </a:cubicBezTo>
                <a:cubicBezTo>
                  <a:pt x="23496" y="23800"/>
                  <a:pt x="23527" y="23770"/>
                  <a:pt x="23557" y="23739"/>
                </a:cubicBezTo>
                <a:cubicBezTo>
                  <a:pt x="23557" y="16292"/>
                  <a:pt x="23557" y="8846"/>
                  <a:pt x="23588" y="1338"/>
                </a:cubicBezTo>
                <a:cubicBezTo>
                  <a:pt x="23588" y="882"/>
                  <a:pt x="23557" y="456"/>
                  <a:pt x="23557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1" name="Google Shape;2911;p35"/>
          <p:cNvSpPr/>
          <p:nvPr/>
        </p:nvSpPr>
        <p:spPr>
          <a:xfrm>
            <a:off x="7637356" y="4410093"/>
            <a:ext cx="563373" cy="568530"/>
          </a:xfrm>
          <a:custGeom>
            <a:avLst/>
            <a:gdLst/>
            <a:ahLst/>
            <a:cxnLst/>
            <a:rect l="l" t="t" r="r" b="b"/>
            <a:pathLst>
              <a:path w="23892" h="23588" extrusionOk="0">
                <a:moveTo>
                  <a:pt x="13678" y="1"/>
                </a:moveTo>
                <a:cubicBezTo>
                  <a:pt x="13101" y="31"/>
                  <a:pt x="12554" y="31"/>
                  <a:pt x="12007" y="92"/>
                </a:cubicBezTo>
                <a:cubicBezTo>
                  <a:pt x="8207" y="3891"/>
                  <a:pt x="4438" y="7691"/>
                  <a:pt x="639" y="11490"/>
                </a:cubicBezTo>
                <a:cubicBezTo>
                  <a:pt x="487" y="11642"/>
                  <a:pt x="304" y="11703"/>
                  <a:pt x="122" y="11824"/>
                </a:cubicBezTo>
                <a:lnTo>
                  <a:pt x="0" y="12159"/>
                </a:lnTo>
                <a:cubicBezTo>
                  <a:pt x="31" y="12554"/>
                  <a:pt x="152" y="12888"/>
                  <a:pt x="152" y="13253"/>
                </a:cubicBezTo>
                <a:lnTo>
                  <a:pt x="152" y="23588"/>
                </a:lnTo>
                <a:lnTo>
                  <a:pt x="304" y="23588"/>
                </a:lnTo>
                <a:cubicBezTo>
                  <a:pt x="547" y="23344"/>
                  <a:pt x="882" y="23071"/>
                  <a:pt x="1186" y="22797"/>
                </a:cubicBezTo>
                <a:lnTo>
                  <a:pt x="23131" y="852"/>
                </a:lnTo>
                <a:cubicBezTo>
                  <a:pt x="23375" y="578"/>
                  <a:pt x="23618" y="335"/>
                  <a:pt x="23891" y="122"/>
                </a:cubicBezTo>
                <a:cubicBezTo>
                  <a:pt x="23861" y="122"/>
                  <a:pt x="23861" y="92"/>
                  <a:pt x="23861" y="31"/>
                </a:cubicBezTo>
                <a:lnTo>
                  <a:pt x="14712" y="31"/>
                </a:lnTo>
                <a:cubicBezTo>
                  <a:pt x="14347" y="31"/>
                  <a:pt x="14013" y="1"/>
                  <a:pt x="13678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2" name="Google Shape;2912;p35"/>
          <p:cNvSpPr/>
          <p:nvPr/>
        </p:nvSpPr>
        <p:spPr>
          <a:xfrm>
            <a:off x="7638794" y="4409370"/>
            <a:ext cx="280979" cy="285012"/>
          </a:xfrm>
          <a:custGeom>
            <a:avLst/>
            <a:gdLst/>
            <a:ahLst/>
            <a:cxnLst/>
            <a:rect l="l" t="t" r="r" b="b"/>
            <a:pathLst>
              <a:path w="11916" h="11825" extrusionOk="0">
                <a:moveTo>
                  <a:pt x="30" y="0"/>
                </a:moveTo>
                <a:cubicBezTo>
                  <a:pt x="30" y="426"/>
                  <a:pt x="91" y="790"/>
                  <a:pt x="91" y="1216"/>
                </a:cubicBezTo>
                <a:lnTo>
                  <a:pt x="91" y="10669"/>
                </a:lnTo>
                <a:cubicBezTo>
                  <a:pt x="91" y="11064"/>
                  <a:pt x="30" y="11429"/>
                  <a:pt x="0" y="11824"/>
                </a:cubicBezTo>
                <a:cubicBezTo>
                  <a:pt x="182" y="11703"/>
                  <a:pt x="395" y="11611"/>
                  <a:pt x="547" y="11459"/>
                </a:cubicBezTo>
                <a:cubicBezTo>
                  <a:pt x="4347" y="7660"/>
                  <a:pt x="8116" y="3860"/>
                  <a:pt x="11915" y="61"/>
                </a:cubicBezTo>
                <a:cubicBezTo>
                  <a:pt x="11338" y="61"/>
                  <a:pt x="10760" y="31"/>
                  <a:pt x="10183" y="0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3" name="Google Shape;2913;p35"/>
          <p:cNvSpPr/>
          <p:nvPr/>
        </p:nvSpPr>
        <p:spPr>
          <a:xfrm>
            <a:off x="7362123" y="4130243"/>
            <a:ext cx="279541" cy="279878"/>
          </a:xfrm>
          <a:custGeom>
            <a:avLst/>
            <a:gdLst/>
            <a:ahLst/>
            <a:cxnLst/>
            <a:rect l="l" t="t" r="r" b="b"/>
            <a:pathLst>
              <a:path w="11855" h="11612" extrusionOk="0">
                <a:moveTo>
                  <a:pt x="11733" y="0"/>
                </a:moveTo>
                <a:cubicBezTo>
                  <a:pt x="11551" y="152"/>
                  <a:pt x="11368" y="213"/>
                  <a:pt x="11277" y="335"/>
                </a:cubicBezTo>
                <a:lnTo>
                  <a:pt x="0" y="11612"/>
                </a:lnTo>
                <a:cubicBezTo>
                  <a:pt x="31" y="11581"/>
                  <a:pt x="61" y="11581"/>
                  <a:pt x="122" y="11581"/>
                </a:cubicBezTo>
                <a:lnTo>
                  <a:pt x="11855" y="11581"/>
                </a:lnTo>
                <a:lnTo>
                  <a:pt x="11855" y="1520"/>
                </a:lnTo>
                <a:cubicBezTo>
                  <a:pt x="11824" y="1004"/>
                  <a:pt x="11794" y="487"/>
                  <a:pt x="11733" y="0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4" name="Google Shape;2914;p35"/>
          <p:cNvSpPr/>
          <p:nvPr/>
        </p:nvSpPr>
        <p:spPr>
          <a:xfrm>
            <a:off x="7958453" y="4150031"/>
            <a:ext cx="242992" cy="260813"/>
          </a:xfrm>
          <a:custGeom>
            <a:avLst/>
            <a:gdLst/>
            <a:ahLst/>
            <a:cxnLst/>
            <a:rect l="l" t="t" r="r" b="b"/>
            <a:pathLst>
              <a:path w="10305" h="10821" extrusionOk="0">
                <a:moveTo>
                  <a:pt x="10183" y="0"/>
                </a:moveTo>
                <a:lnTo>
                  <a:pt x="10092" y="456"/>
                </a:lnTo>
                <a:cubicBezTo>
                  <a:pt x="9545" y="4438"/>
                  <a:pt x="7508" y="7417"/>
                  <a:pt x="4013" y="9392"/>
                </a:cubicBezTo>
                <a:cubicBezTo>
                  <a:pt x="2736" y="10122"/>
                  <a:pt x="1368" y="10456"/>
                  <a:pt x="0" y="10791"/>
                </a:cubicBezTo>
                <a:cubicBezTo>
                  <a:pt x="365" y="10791"/>
                  <a:pt x="700" y="10821"/>
                  <a:pt x="1034" y="10821"/>
                </a:cubicBezTo>
                <a:lnTo>
                  <a:pt x="10213" y="10821"/>
                </a:lnTo>
                <a:cubicBezTo>
                  <a:pt x="10244" y="10821"/>
                  <a:pt x="10274" y="10791"/>
                  <a:pt x="10274" y="10791"/>
                </a:cubicBezTo>
                <a:cubicBezTo>
                  <a:pt x="10305" y="10760"/>
                  <a:pt x="10305" y="10730"/>
                  <a:pt x="10274" y="10669"/>
                </a:cubicBezTo>
                <a:cubicBezTo>
                  <a:pt x="10274" y="8936"/>
                  <a:pt x="10244" y="7143"/>
                  <a:pt x="10244" y="5411"/>
                </a:cubicBezTo>
                <a:cubicBezTo>
                  <a:pt x="10244" y="3587"/>
                  <a:pt x="10183" y="1794"/>
                  <a:pt x="10183" y="0"/>
                </a:cubicBez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5" name="Google Shape;2915;p35"/>
          <p:cNvSpPr/>
          <p:nvPr/>
        </p:nvSpPr>
        <p:spPr>
          <a:xfrm>
            <a:off x="7640940" y="4167601"/>
            <a:ext cx="236531" cy="242519"/>
          </a:xfrm>
          <a:custGeom>
            <a:avLst/>
            <a:gdLst/>
            <a:ahLst/>
            <a:cxnLst/>
            <a:rect l="l" t="t" r="r" b="b"/>
            <a:pathLst>
              <a:path w="10031" h="10062" extrusionOk="0">
                <a:moveTo>
                  <a:pt x="0" y="1"/>
                </a:moveTo>
                <a:lnTo>
                  <a:pt x="0" y="10062"/>
                </a:lnTo>
                <a:cubicBezTo>
                  <a:pt x="3374" y="10062"/>
                  <a:pt x="6718" y="10062"/>
                  <a:pt x="10031" y="10031"/>
                </a:cubicBezTo>
                <a:cubicBezTo>
                  <a:pt x="9696" y="9940"/>
                  <a:pt x="9392" y="9818"/>
                  <a:pt x="9028" y="9758"/>
                </a:cubicBezTo>
                <a:cubicBezTo>
                  <a:pt x="4438" y="8542"/>
                  <a:pt x="1520" y="5593"/>
                  <a:pt x="274" y="973"/>
                </a:cubicBezTo>
                <a:cubicBezTo>
                  <a:pt x="183" y="639"/>
                  <a:pt x="61" y="335"/>
                  <a:pt x="0" y="1"/>
                </a:cubicBez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6" name="Google Shape;2916;p35"/>
          <p:cNvSpPr/>
          <p:nvPr/>
        </p:nvSpPr>
        <p:spPr>
          <a:xfrm>
            <a:off x="7638063" y="4128772"/>
            <a:ext cx="731" cy="2217"/>
          </a:xfrm>
          <a:custGeom>
            <a:avLst/>
            <a:gdLst/>
            <a:ahLst/>
            <a:cxnLst/>
            <a:rect l="l" t="t" r="r" b="b"/>
            <a:pathLst>
              <a:path w="31" h="92" extrusionOk="0">
                <a:moveTo>
                  <a:pt x="1" y="1"/>
                </a:moveTo>
                <a:lnTo>
                  <a:pt x="1" y="92"/>
                </a:lnTo>
                <a:lnTo>
                  <a:pt x="31" y="61"/>
                </a:lnTo>
                <a:lnTo>
                  <a:pt x="1" y="1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7" name="Google Shape;2917;p35"/>
          <p:cNvSpPr/>
          <p:nvPr/>
        </p:nvSpPr>
        <p:spPr>
          <a:xfrm>
            <a:off x="7635210" y="4117059"/>
            <a:ext cx="3584" cy="747"/>
          </a:xfrm>
          <a:custGeom>
            <a:avLst/>
            <a:gdLst/>
            <a:ahLst/>
            <a:cxnLst/>
            <a:rect l="l" t="t" r="r" b="b"/>
            <a:pathLst>
              <a:path w="152" h="31" extrusionOk="0">
                <a:moveTo>
                  <a:pt x="152" y="0"/>
                </a:moveTo>
                <a:cubicBezTo>
                  <a:pt x="122" y="0"/>
                  <a:pt x="61" y="0"/>
                  <a:pt x="0" y="31"/>
                </a:cubicBezTo>
                <a:cubicBezTo>
                  <a:pt x="91" y="31"/>
                  <a:pt x="122" y="31"/>
                  <a:pt x="152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8" name="Google Shape;2918;p35"/>
          <p:cNvSpPr/>
          <p:nvPr/>
        </p:nvSpPr>
        <p:spPr>
          <a:xfrm>
            <a:off x="7364269" y="4409370"/>
            <a:ext cx="275957" cy="285012"/>
          </a:xfrm>
          <a:custGeom>
            <a:avLst/>
            <a:gdLst/>
            <a:ahLst/>
            <a:cxnLst/>
            <a:rect l="l" t="t" r="r" b="b"/>
            <a:pathLst>
              <a:path w="11703" h="11825" extrusionOk="0">
                <a:moveTo>
                  <a:pt x="0" y="0"/>
                </a:moveTo>
                <a:cubicBezTo>
                  <a:pt x="183" y="274"/>
                  <a:pt x="304" y="517"/>
                  <a:pt x="487" y="730"/>
                </a:cubicBezTo>
                <a:cubicBezTo>
                  <a:pt x="3982" y="4256"/>
                  <a:pt x="7508" y="7781"/>
                  <a:pt x="11034" y="11307"/>
                </a:cubicBezTo>
                <a:cubicBezTo>
                  <a:pt x="11247" y="11520"/>
                  <a:pt x="11429" y="11672"/>
                  <a:pt x="11612" y="11824"/>
                </a:cubicBezTo>
                <a:cubicBezTo>
                  <a:pt x="11642" y="11429"/>
                  <a:pt x="11703" y="11064"/>
                  <a:pt x="11703" y="10669"/>
                </a:cubicBezTo>
                <a:lnTo>
                  <a:pt x="11703" y="1216"/>
                </a:lnTo>
                <a:cubicBezTo>
                  <a:pt x="11703" y="790"/>
                  <a:pt x="11703" y="426"/>
                  <a:pt x="11642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9" name="Google Shape;2919;p35"/>
          <p:cNvSpPr/>
          <p:nvPr/>
        </p:nvSpPr>
        <p:spPr>
          <a:xfrm>
            <a:off x="7366414" y="4703128"/>
            <a:ext cx="273811" cy="279155"/>
          </a:xfrm>
          <a:custGeom>
            <a:avLst/>
            <a:gdLst/>
            <a:ahLst/>
            <a:cxnLst/>
            <a:rect l="l" t="t" r="r" b="b"/>
            <a:pathLst>
              <a:path w="11612" h="11582" extrusionOk="0">
                <a:moveTo>
                  <a:pt x="11460" y="1"/>
                </a:moveTo>
                <a:cubicBezTo>
                  <a:pt x="11308" y="122"/>
                  <a:pt x="11095" y="274"/>
                  <a:pt x="10943" y="426"/>
                </a:cubicBezTo>
                <a:lnTo>
                  <a:pt x="396" y="10974"/>
                </a:lnTo>
                <a:cubicBezTo>
                  <a:pt x="244" y="11095"/>
                  <a:pt x="122" y="11247"/>
                  <a:pt x="1" y="11399"/>
                </a:cubicBezTo>
                <a:cubicBezTo>
                  <a:pt x="305" y="11490"/>
                  <a:pt x="609" y="11582"/>
                  <a:pt x="913" y="11582"/>
                </a:cubicBezTo>
                <a:lnTo>
                  <a:pt x="10700" y="11582"/>
                </a:lnTo>
                <a:cubicBezTo>
                  <a:pt x="11004" y="11582"/>
                  <a:pt x="11308" y="11521"/>
                  <a:pt x="11612" y="11430"/>
                </a:cubicBezTo>
                <a:lnTo>
                  <a:pt x="11612" y="1095"/>
                </a:lnTo>
                <a:cubicBezTo>
                  <a:pt x="11612" y="730"/>
                  <a:pt x="11521" y="396"/>
                  <a:pt x="11460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0" name="Google Shape;2920;p35"/>
          <p:cNvSpPr/>
          <p:nvPr/>
        </p:nvSpPr>
        <p:spPr>
          <a:xfrm>
            <a:off x="8199282" y="4409370"/>
            <a:ext cx="562666" cy="574387"/>
          </a:xfrm>
          <a:custGeom>
            <a:avLst/>
            <a:gdLst/>
            <a:ahLst/>
            <a:cxnLst/>
            <a:rect l="l" t="t" r="r" b="b"/>
            <a:pathLst>
              <a:path w="23862" h="23831" extrusionOk="0">
                <a:moveTo>
                  <a:pt x="4317" y="3526"/>
                </a:moveTo>
                <a:cubicBezTo>
                  <a:pt x="4347" y="3556"/>
                  <a:pt x="4347" y="3556"/>
                  <a:pt x="4347" y="3617"/>
                </a:cubicBezTo>
                <a:cubicBezTo>
                  <a:pt x="4347" y="3556"/>
                  <a:pt x="4317" y="3556"/>
                  <a:pt x="4286" y="3526"/>
                </a:cubicBezTo>
                <a:close/>
                <a:moveTo>
                  <a:pt x="17478" y="21551"/>
                </a:moveTo>
                <a:lnTo>
                  <a:pt x="17508" y="21611"/>
                </a:lnTo>
                <a:lnTo>
                  <a:pt x="17417" y="21611"/>
                </a:lnTo>
                <a:lnTo>
                  <a:pt x="17478" y="21551"/>
                </a:lnTo>
                <a:close/>
                <a:moveTo>
                  <a:pt x="61" y="0"/>
                </a:moveTo>
                <a:cubicBezTo>
                  <a:pt x="31" y="31"/>
                  <a:pt x="31" y="61"/>
                  <a:pt x="0" y="61"/>
                </a:cubicBezTo>
                <a:cubicBezTo>
                  <a:pt x="0" y="122"/>
                  <a:pt x="0" y="152"/>
                  <a:pt x="31" y="152"/>
                </a:cubicBezTo>
                <a:cubicBezTo>
                  <a:pt x="31" y="608"/>
                  <a:pt x="61" y="1064"/>
                  <a:pt x="152" y="1520"/>
                </a:cubicBezTo>
                <a:lnTo>
                  <a:pt x="152" y="23830"/>
                </a:lnTo>
                <a:lnTo>
                  <a:pt x="15958" y="23830"/>
                </a:lnTo>
                <a:cubicBezTo>
                  <a:pt x="18542" y="23830"/>
                  <a:pt x="21125" y="23770"/>
                  <a:pt x="23709" y="23770"/>
                </a:cubicBezTo>
                <a:cubicBezTo>
                  <a:pt x="23739" y="23709"/>
                  <a:pt x="23800" y="23678"/>
                  <a:pt x="23861" y="23587"/>
                </a:cubicBezTo>
                <a:lnTo>
                  <a:pt x="23861" y="12189"/>
                </a:lnTo>
                <a:lnTo>
                  <a:pt x="23496" y="11976"/>
                </a:lnTo>
                <a:cubicBezTo>
                  <a:pt x="22098" y="12189"/>
                  <a:pt x="20670" y="12432"/>
                  <a:pt x="19028" y="12675"/>
                </a:cubicBezTo>
                <a:cubicBezTo>
                  <a:pt x="19484" y="12888"/>
                  <a:pt x="19758" y="12979"/>
                  <a:pt x="20001" y="13101"/>
                </a:cubicBezTo>
                <a:cubicBezTo>
                  <a:pt x="20973" y="13496"/>
                  <a:pt x="21946" y="13891"/>
                  <a:pt x="22949" y="14286"/>
                </a:cubicBezTo>
                <a:cubicBezTo>
                  <a:pt x="21642" y="14256"/>
                  <a:pt x="20305" y="14195"/>
                  <a:pt x="18755" y="14165"/>
                </a:cubicBezTo>
                <a:lnTo>
                  <a:pt x="18755" y="14165"/>
                </a:lnTo>
                <a:cubicBezTo>
                  <a:pt x="19940" y="15046"/>
                  <a:pt x="21125" y="15654"/>
                  <a:pt x="22189" y="16383"/>
                </a:cubicBezTo>
                <a:cubicBezTo>
                  <a:pt x="22129" y="16444"/>
                  <a:pt x="22129" y="16475"/>
                  <a:pt x="22098" y="16566"/>
                </a:cubicBezTo>
                <a:cubicBezTo>
                  <a:pt x="20882" y="16231"/>
                  <a:pt x="19697" y="15927"/>
                  <a:pt x="18481" y="15563"/>
                </a:cubicBezTo>
                <a:cubicBezTo>
                  <a:pt x="18451" y="15624"/>
                  <a:pt x="18420" y="15684"/>
                  <a:pt x="18390" y="15715"/>
                </a:cubicBezTo>
                <a:cubicBezTo>
                  <a:pt x="19059" y="16687"/>
                  <a:pt x="20122" y="17326"/>
                  <a:pt x="20973" y="18450"/>
                </a:cubicBezTo>
                <a:cubicBezTo>
                  <a:pt x="20578" y="18298"/>
                  <a:pt x="20396" y="18268"/>
                  <a:pt x="20214" y="18207"/>
                </a:cubicBezTo>
                <a:cubicBezTo>
                  <a:pt x="19545" y="17842"/>
                  <a:pt x="18907" y="17478"/>
                  <a:pt x="18268" y="17174"/>
                </a:cubicBezTo>
                <a:cubicBezTo>
                  <a:pt x="17995" y="17022"/>
                  <a:pt x="17691" y="16991"/>
                  <a:pt x="17387" y="16900"/>
                </a:cubicBezTo>
                <a:lnTo>
                  <a:pt x="17387" y="16900"/>
                </a:lnTo>
                <a:cubicBezTo>
                  <a:pt x="17812" y="17599"/>
                  <a:pt x="18268" y="18268"/>
                  <a:pt x="18694" y="18967"/>
                </a:cubicBezTo>
                <a:cubicBezTo>
                  <a:pt x="18876" y="19210"/>
                  <a:pt x="19028" y="19514"/>
                  <a:pt x="19211" y="19818"/>
                </a:cubicBezTo>
                <a:cubicBezTo>
                  <a:pt x="19302" y="19909"/>
                  <a:pt x="19332" y="19970"/>
                  <a:pt x="19363" y="20061"/>
                </a:cubicBezTo>
                <a:lnTo>
                  <a:pt x="19363" y="20244"/>
                </a:lnTo>
                <a:lnTo>
                  <a:pt x="19241" y="20122"/>
                </a:lnTo>
                <a:cubicBezTo>
                  <a:pt x="19180" y="20092"/>
                  <a:pt x="19089" y="20031"/>
                  <a:pt x="19028" y="19970"/>
                </a:cubicBezTo>
                <a:cubicBezTo>
                  <a:pt x="18147" y="19301"/>
                  <a:pt x="17235" y="18572"/>
                  <a:pt x="16353" y="17903"/>
                </a:cubicBezTo>
                <a:lnTo>
                  <a:pt x="16353" y="17903"/>
                </a:lnTo>
                <a:cubicBezTo>
                  <a:pt x="16475" y="19058"/>
                  <a:pt x="17083" y="20061"/>
                  <a:pt x="17235" y="21277"/>
                </a:cubicBezTo>
                <a:cubicBezTo>
                  <a:pt x="17052" y="21156"/>
                  <a:pt x="16900" y="21004"/>
                  <a:pt x="16748" y="20852"/>
                </a:cubicBezTo>
                <a:cubicBezTo>
                  <a:pt x="16141" y="20092"/>
                  <a:pt x="15502" y="19362"/>
                  <a:pt x="14894" y="18602"/>
                </a:cubicBezTo>
                <a:lnTo>
                  <a:pt x="14894" y="18602"/>
                </a:lnTo>
                <a:cubicBezTo>
                  <a:pt x="15046" y="19727"/>
                  <a:pt x="15198" y="20791"/>
                  <a:pt x="15350" y="21885"/>
                </a:cubicBezTo>
                <a:cubicBezTo>
                  <a:pt x="15381" y="22098"/>
                  <a:pt x="15411" y="22311"/>
                  <a:pt x="15381" y="22554"/>
                </a:cubicBezTo>
                <a:cubicBezTo>
                  <a:pt x="14651" y="21459"/>
                  <a:pt x="14165" y="20274"/>
                  <a:pt x="13435" y="18967"/>
                </a:cubicBezTo>
                <a:cubicBezTo>
                  <a:pt x="13162" y="20426"/>
                  <a:pt x="13253" y="21763"/>
                  <a:pt x="13101" y="23070"/>
                </a:cubicBezTo>
                <a:cubicBezTo>
                  <a:pt x="12554" y="21794"/>
                  <a:pt x="12402" y="20487"/>
                  <a:pt x="11916" y="19028"/>
                </a:cubicBezTo>
                <a:cubicBezTo>
                  <a:pt x="11399" y="20396"/>
                  <a:pt x="11247" y="21733"/>
                  <a:pt x="10821" y="22949"/>
                </a:cubicBezTo>
                <a:lnTo>
                  <a:pt x="10639" y="22949"/>
                </a:lnTo>
                <a:cubicBezTo>
                  <a:pt x="10548" y="21642"/>
                  <a:pt x="10517" y="20365"/>
                  <a:pt x="10487" y="19058"/>
                </a:cubicBezTo>
                <a:cubicBezTo>
                  <a:pt x="10396" y="19058"/>
                  <a:pt x="10365" y="19028"/>
                  <a:pt x="10274" y="19028"/>
                </a:cubicBezTo>
                <a:cubicBezTo>
                  <a:pt x="9757" y="20183"/>
                  <a:pt x="9180" y="21308"/>
                  <a:pt x="8602" y="22463"/>
                </a:cubicBezTo>
                <a:cubicBezTo>
                  <a:pt x="8450" y="21125"/>
                  <a:pt x="8967" y="19909"/>
                  <a:pt x="8998" y="18420"/>
                </a:cubicBezTo>
                <a:lnTo>
                  <a:pt x="8998" y="18420"/>
                </a:lnTo>
                <a:cubicBezTo>
                  <a:pt x="8086" y="19575"/>
                  <a:pt x="7295" y="20548"/>
                  <a:pt x="6536" y="21490"/>
                </a:cubicBezTo>
                <a:cubicBezTo>
                  <a:pt x="6444" y="21459"/>
                  <a:pt x="6414" y="21429"/>
                  <a:pt x="6323" y="21399"/>
                </a:cubicBezTo>
                <a:cubicBezTo>
                  <a:pt x="6687" y="20213"/>
                  <a:pt x="7235" y="19119"/>
                  <a:pt x="7508" y="17812"/>
                </a:cubicBezTo>
                <a:lnTo>
                  <a:pt x="7508" y="17812"/>
                </a:lnTo>
                <a:cubicBezTo>
                  <a:pt x="6900" y="18298"/>
                  <a:pt x="6323" y="18845"/>
                  <a:pt x="5715" y="19301"/>
                </a:cubicBezTo>
                <a:cubicBezTo>
                  <a:pt x="5320" y="19605"/>
                  <a:pt x="4864" y="19879"/>
                  <a:pt x="4438" y="20183"/>
                </a:cubicBezTo>
                <a:cubicBezTo>
                  <a:pt x="4347" y="20244"/>
                  <a:pt x="4286" y="20274"/>
                  <a:pt x="4195" y="20365"/>
                </a:cubicBezTo>
                <a:cubicBezTo>
                  <a:pt x="4256" y="20274"/>
                  <a:pt x="4317" y="20244"/>
                  <a:pt x="4408" y="20183"/>
                </a:cubicBezTo>
                <a:cubicBezTo>
                  <a:pt x="4894" y="19362"/>
                  <a:pt x="5411" y="18572"/>
                  <a:pt x="5928" y="17782"/>
                </a:cubicBezTo>
                <a:cubicBezTo>
                  <a:pt x="6080" y="17508"/>
                  <a:pt x="6262" y="17204"/>
                  <a:pt x="6444" y="16931"/>
                </a:cubicBezTo>
                <a:cubicBezTo>
                  <a:pt x="6384" y="16900"/>
                  <a:pt x="6323" y="16839"/>
                  <a:pt x="6292" y="16779"/>
                </a:cubicBezTo>
                <a:lnTo>
                  <a:pt x="3891" y="18055"/>
                </a:lnTo>
                <a:cubicBezTo>
                  <a:pt x="3557" y="18238"/>
                  <a:pt x="3222" y="18359"/>
                  <a:pt x="2888" y="18511"/>
                </a:cubicBezTo>
                <a:cubicBezTo>
                  <a:pt x="2827" y="18542"/>
                  <a:pt x="2797" y="18542"/>
                  <a:pt x="2766" y="18572"/>
                </a:cubicBezTo>
                <a:cubicBezTo>
                  <a:pt x="2797" y="18542"/>
                  <a:pt x="2797" y="18511"/>
                  <a:pt x="2827" y="18450"/>
                </a:cubicBezTo>
                <a:cubicBezTo>
                  <a:pt x="3405" y="17842"/>
                  <a:pt x="3982" y="17234"/>
                  <a:pt x="4560" y="16687"/>
                </a:cubicBezTo>
                <a:lnTo>
                  <a:pt x="5472" y="15776"/>
                </a:lnTo>
                <a:cubicBezTo>
                  <a:pt x="5411" y="15715"/>
                  <a:pt x="5380" y="15654"/>
                  <a:pt x="5350" y="15563"/>
                </a:cubicBezTo>
                <a:lnTo>
                  <a:pt x="1703" y="16596"/>
                </a:lnTo>
                <a:cubicBezTo>
                  <a:pt x="1672" y="16535"/>
                  <a:pt x="1672" y="16475"/>
                  <a:pt x="1611" y="16414"/>
                </a:cubicBezTo>
                <a:cubicBezTo>
                  <a:pt x="2736" y="15715"/>
                  <a:pt x="3830" y="15016"/>
                  <a:pt x="4925" y="14317"/>
                </a:cubicBezTo>
                <a:cubicBezTo>
                  <a:pt x="4894" y="14256"/>
                  <a:pt x="4894" y="14195"/>
                  <a:pt x="4864" y="14134"/>
                </a:cubicBezTo>
                <a:cubicBezTo>
                  <a:pt x="3435" y="14195"/>
                  <a:pt x="2067" y="14317"/>
                  <a:pt x="669" y="14408"/>
                </a:cubicBezTo>
                <a:cubicBezTo>
                  <a:pt x="669" y="14347"/>
                  <a:pt x="639" y="14317"/>
                  <a:pt x="639" y="14286"/>
                </a:cubicBezTo>
                <a:cubicBezTo>
                  <a:pt x="1915" y="13800"/>
                  <a:pt x="3222" y="13344"/>
                  <a:pt x="4499" y="12827"/>
                </a:cubicBezTo>
                <a:lnTo>
                  <a:pt x="4499" y="12645"/>
                </a:lnTo>
                <a:cubicBezTo>
                  <a:pt x="3131" y="12432"/>
                  <a:pt x="1824" y="12219"/>
                  <a:pt x="456" y="12006"/>
                </a:cubicBezTo>
                <a:lnTo>
                  <a:pt x="456" y="11854"/>
                </a:lnTo>
                <a:cubicBezTo>
                  <a:pt x="1824" y="11672"/>
                  <a:pt x="3131" y="11459"/>
                  <a:pt x="4469" y="11277"/>
                </a:cubicBezTo>
                <a:cubicBezTo>
                  <a:pt x="4469" y="11216"/>
                  <a:pt x="4499" y="11155"/>
                  <a:pt x="4499" y="11095"/>
                </a:cubicBezTo>
                <a:cubicBezTo>
                  <a:pt x="3253" y="10608"/>
                  <a:pt x="2037" y="10152"/>
                  <a:pt x="791" y="9696"/>
                </a:cubicBezTo>
                <a:cubicBezTo>
                  <a:pt x="791" y="9636"/>
                  <a:pt x="821" y="9575"/>
                  <a:pt x="821" y="9544"/>
                </a:cubicBezTo>
                <a:lnTo>
                  <a:pt x="4712" y="9757"/>
                </a:lnTo>
                <a:cubicBezTo>
                  <a:pt x="3739" y="8785"/>
                  <a:pt x="2523" y="8207"/>
                  <a:pt x="1551" y="7295"/>
                </a:cubicBezTo>
                <a:lnTo>
                  <a:pt x="1551" y="7295"/>
                </a:lnTo>
                <a:cubicBezTo>
                  <a:pt x="2827" y="7660"/>
                  <a:pt x="4134" y="8025"/>
                  <a:pt x="5411" y="8389"/>
                </a:cubicBezTo>
                <a:cubicBezTo>
                  <a:pt x="5472" y="8359"/>
                  <a:pt x="5502" y="8268"/>
                  <a:pt x="5532" y="8237"/>
                </a:cubicBezTo>
                <a:cubicBezTo>
                  <a:pt x="4621" y="7356"/>
                  <a:pt x="3739" y="6444"/>
                  <a:pt x="2827" y="5593"/>
                </a:cubicBezTo>
                <a:cubicBezTo>
                  <a:pt x="2888" y="5502"/>
                  <a:pt x="2918" y="5471"/>
                  <a:pt x="2949" y="5380"/>
                </a:cubicBezTo>
                <a:cubicBezTo>
                  <a:pt x="4043" y="5927"/>
                  <a:pt x="5107" y="6444"/>
                  <a:pt x="6171" y="6991"/>
                </a:cubicBezTo>
                <a:cubicBezTo>
                  <a:pt x="6232" y="6961"/>
                  <a:pt x="6262" y="6870"/>
                  <a:pt x="6292" y="6839"/>
                </a:cubicBezTo>
                <a:cubicBezTo>
                  <a:pt x="5654" y="5836"/>
                  <a:pt x="5046" y="4894"/>
                  <a:pt x="4438" y="3921"/>
                </a:cubicBezTo>
                <a:cubicBezTo>
                  <a:pt x="4408" y="3800"/>
                  <a:pt x="4408" y="3708"/>
                  <a:pt x="4347" y="3617"/>
                </a:cubicBezTo>
                <a:lnTo>
                  <a:pt x="4347" y="3617"/>
                </a:lnTo>
                <a:cubicBezTo>
                  <a:pt x="4438" y="3678"/>
                  <a:pt x="4499" y="3708"/>
                  <a:pt x="4590" y="3769"/>
                </a:cubicBezTo>
                <a:cubicBezTo>
                  <a:pt x="5259" y="4286"/>
                  <a:pt x="5928" y="4772"/>
                  <a:pt x="6566" y="5319"/>
                </a:cubicBezTo>
                <a:cubicBezTo>
                  <a:pt x="6839" y="5532"/>
                  <a:pt x="7143" y="5745"/>
                  <a:pt x="7387" y="5927"/>
                </a:cubicBezTo>
                <a:lnTo>
                  <a:pt x="7508" y="5806"/>
                </a:lnTo>
                <a:cubicBezTo>
                  <a:pt x="7174" y="4833"/>
                  <a:pt x="6779" y="3860"/>
                  <a:pt x="6444" y="2888"/>
                </a:cubicBezTo>
                <a:cubicBezTo>
                  <a:pt x="6323" y="2553"/>
                  <a:pt x="6232" y="2249"/>
                  <a:pt x="6110" y="1885"/>
                </a:cubicBezTo>
                <a:lnTo>
                  <a:pt x="6080" y="1854"/>
                </a:lnTo>
                <a:lnTo>
                  <a:pt x="6110" y="1854"/>
                </a:lnTo>
                <a:cubicBezTo>
                  <a:pt x="6292" y="2128"/>
                  <a:pt x="6475" y="2341"/>
                  <a:pt x="6687" y="2614"/>
                </a:cubicBezTo>
                <a:cubicBezTo>
                  <a:pt x="7356" y="3465"/>
                  <a:pt x="8086" y="4316"/>
                  <a:pt x="8754" y="5167"/>
                </a:cubicBezTo>
                <a:cubicBezTo>
                  <a:pt x="8906" y="3921"/>
                  <a:pt x="8450" y="2736"/>
                  <a:pt x="8390" y="1368"/>
                </a:cubicBezTo>
                <a:lnTo>
                  <a:pt x="8390" y="1368"/>
                </a:lnTo>
                <a:cubicBezTo>
                  <a:pt x="9028" y="1854"/>
                  <a:pt x="9119" y="2553"/>
                  <a:pt x="9423" y="3070"/>
                </a:cubicBezTo>
                <a:cubicBezTo>
                  <a:pt x="9727" y="3617"/>
                  <a:pt x="9970" y="4164"/>
                  <a:pt x="10244" y="4742"/>
                </a:cubicBezTo>
                <a:cubicBezTo>
                  <a:pt x="10335" y="4742"/>
                  <a:pt x="10396" y="4712"/>
                  <a:pt x="10487" y="4712"/>
                </a:cubicBezTo>
                <a:cubicBezTo>
                  <a:pt x="10487" y="4104"/>
                  <a:pt x="10517" y="3465"/>
                  <a:pt x="10517" y="2797"/>
                </a:cubicBezTo>
                <a:cubicBezTo>
                  <a:pt x="10548" y="2158"/>
                  <a:pt x="10548" y="1490"/>
                  <a:pt x="10548" y="821"/>
                </a:cubicBezTo>
                <a:cubicBezTo>
                  <a:pt x="10578" y="730"/>
                  <a:pt x="10639" y="639"/>
                  <a:pt x="10669" y="517"/>
                </a:cubicBezTo>
                <a:cubicBezTo>
                  <a:pt x="10730" y="639"/>
                  <a:pt x="10791" y="730"/>
                  <a:pt x="10852" y="790"/>
                </a:cubicBezTo>
                <a:cubicBezTo>
                  <a:pt x="11156" y="2037"/>
                  <a:pt x="11460" y="3344"/>
                  <a:pt x="11764" y="4590"/>
                </a:cubicBezTo>
                <a:lnTo>
                  <a:pt x="12007" y="4590"/>
                </a:lnTo>
                <a:cubicBezTo>
                  <a:pt x="12341" y="3222"/>
                  <a:pt x="12675" y="1824"/>
                  <a:pt x="13010" y="456"/>
                </a:cubicBezTo>
                <a:cubicBezTo>
                  <a:pt x="12979" y="335"/>
                  <a:pt x="12979" y="183"/>
                  <a:pt x="12949" y="61"/>
                </a:cubicBezTo>
                <a:cubicBezTo>
                  <a:pt x="12645" y="31"/>
                  <a:pt x="12311" y="31"/>
                  <a:pt x="12007" y="0"/>
                </a:cubicBezTo>
                <a:cubicBezTo>
                  <a:pt x="9940" y="0"/>
                  <a:pt x="7903" y="31"/>
                  <a:pt x="5836" y="31"/>
                </a:cubicBezTo>
                <a:cubicBezTo>
                  <a:pt x="3891" y="31"/>
                  <a:pt x="2007" y="0"/>
                  <a:pt x="61" y="0"/>
                </a:cubicBez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1" name="Google Shape;2921;p35"/>
          <p:cNvSpPr/>
          <p:nvPr/>
        </p:nvSpPr>
        <p:spPr>
          <a:xfrm>
            <a:off x="8201428" y="3837208"/>
            <a:ext cx="560520" cy="573639"/>
          </a:xfrm>
          <a:custGeom>
            <a:avLst/>
            <a:gdLst/>
            <a:ahLst/>
            <a:cxnLst/>
            <a:rect l="l" t="t" r="r" b="b"/>
            <a:pathLst>
              <a:path w="23771" h="23800" extrusionOk="0">
                <a:moveTo>
                  <a:pt x="23679" y="0"/>
                </a:moveTo>
                <a:cubicBezTo>
                  <a:pt x="23648" y="31"/>
                  <a:pt x="23557" y="31"/>
                  <a:pt x="23527" y="61"/>
                </a:cubicBezTo>
                <a:cubicBezTo>
                  <a:pt x="23345" y="335"/>
                  <a:pt x="23101" y="639"/>
                  <a:pt x="22889" y="851"/>
                </a:cubicBezTo>
                <a:lnTo>
                  <a:pt x="1976" y="21763"/>
                </a:lnTo>
                <a:cubicBezTo>
                  <a:pt x="1338" y="22402"/>
                  <a:pt x="669" y="23010"/>
                  <a:pt x="1" y="23648"/>
                </a:cubicBezTo>
                <a:cubicBezTo>
                  <a:pt x="61" y="23709"/>
                  <a:pt x="61" y="23739"/>
                  <a:pt x="1" y="23770"/>
                </a:cubicBezTo>
                <a:cubicBezTo>
                  <a:pt x="1946" y="23770"/>
                  <a:pt x="3861" y="23800"/>
                  <a:pt x="5776" y="23800"/>
                </a:cubicBezTo>
                <a:cubicBezTo>
                  <a:pt x="7843" y="23800"/>
                  <a:pt x="9879" y="23770"/>
                  <a:pt x="11946" y="23770"/>
                </a:cubicBezTo>
                <a:cubicBezTo>
                  <a:pt x="12098" y="23587"/>
                  <a:pt x="12250" y="23344"/>
                  <a:pt x="12432" y="23192"/>
                </a:cubicBezTo>
                <a:lnTo>
                  <a:pt x="23101" y="12523"/>
                </a:lnTo>
                <a:cubicBezTo>
                  <a:pt x="23314" y="12371"/>
                  <a:pt x="23497" y="12189"/>
                  <a:pt x="23679" y="12037"/>
                </a:cubicBezTo>
                <a:cubicBezTo>
                  <a:pt x="23679" y="11642"/>
                  <a:pt x="23709" y="11277"/>
                  <a:pt x="23709" y="10882"/>
                </a:cubicBezTo>
                <a:lnTo>
                  <a:pt x="23709" y="1398"/>
                </a:lnTo>
                <a:cubicBezTo>
                  <a:pt x="23709" y="943"/>
                  <a:pt x="23770" y="517"/>
                  <a:pt x="23770" y="61"/>
                </a:cubicBezTo>
                <a:lnTo>
                  <a:pt x="23679" y="0"/>
                </a:ln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2" name="Google Shape;2922;p35"/>
          <p:cNvSpPr/>
          <p:nvPr/>
        </p:nvSpPr>
        <p:spPr>
          <a:xfrm>
            <a:off x="8483121" y="4127302"/>
            <a:ext cx="277395" cy="285759"/>
          </a:xfrm>
          <a:custGeom>
            <a:avLst/>
            <a:gdLst/>
            <a:ahLst/>
            <a:cxnLst/>
            <a:rect l="l" t="t" r="r" b="b"/>
            <a:pathLst>
              <a:path w="11764" h="11856" extrusionOk="0">
                <a:moveTo>
                  <a:pt x="11733" y="1"/>
                </a:moveTo>
                <a:cubicBezTo>
                  <a:pt x="11551" y="153"/>
                  <a:pt x="11368" y="305"/>
                  <a:pt x="11155" y="487"/>
                </a:cubicBezTo>
                <a:lnTo>
                  <a:pt x="486" y="11156"/>
                </a:lnTo>
                <a:cubicBezTo>
                  <a:pt x="304" y="11369"/>
                  <a:pt x="152" y="11551"/>
                  <a:pt x="0" y="11734"/>
                </a:cubicBezTo>
                <a:cubicBezTo>
                  <a:pt x="304" y="11734"/>
                  <a:pt x="608" y="11764"/>
                  <a:pt x="912" y="11855"/>
                </a:cubicBezTo>
                <a:lnTo>
                  <a:pt x="1125" y="11855"/>
                </a:lnTo>
                <a:cubicBezTo>
                  <a:pt x="4134" y="11855"/>
                  <a:pt x="7174" y="11825"/>
                  <a:pt x="10183" y="11825"/>
                </a:cubicBezTo>
                <a:cubicBezTo>
                  <a:pt x="10699" y="11825"/>
                  <a:pt x="11247" y="11764"/>
                  <a:pt x="11763" y="11764"/>
                </a:cubicBezTo>
                <a:lnTo>
                  <a:pt x="11763" y="5837"/>
                </a:lnTo>
                <a:cubicBezTo>
                  <a:pt x="11763" y="3861"/>
                  <a:pt x="11733" y="1916"/>
                  <a:pt x="11733" y="1"/>
                </a:cubicBezTo>
                <a:close/>
              </a:path>
            </a:pathLst>
          </a:custGeom>
          <a:solidFill>
            <a:srgbClr val="028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3" name="Google Shape;2923;p35"/>
          <p:cNvSpPr/>
          <p:nvPr/>
        </p:nvSpPr>
        <p:spPr>
          <a:xfrm>
            <a:off x="8212888" y="4421807"/>
            <a:ext cx="541161" cy="542162"/>
          </a:xfrm>
          <a:custGeom>
            <a:avLst/>
            <a:gdLst/>
            <a:ahLst/>
            <a:cxnLst/>
            <a:rect l="l" t="t" r="r" b="b"/>
            <a:pathLst>
              <a:path w="22950" h="22494" extrusionOk="0">
                <a:moveTo>
                  <a:pt x="16810" y="16323"/>
                </a:moveTo>
                <a:cubicBezTo>
                  <a:pt x="16810" y="16337"/>
                  <a:pt x="16816" y="16351"/>
                  <a:pt x="16823" y="16365"/>
                </a:cubicBezTo>
                <a:lnTo>
                  <a:pt x="16823" y="16365"/>
                </a:lnTo>
                <a:cubicBezTo>
                  <a:pt x="16815" y="16359"/>
                  <a:pt x="16810" y="16354"/>
                  <a:pt x="16810" y="16354"/>
                </a:cubicBezTo>
                <a:cubicBezTo>
                  <a:pt x="16779" y="16354"/>
                  <a:pt x="16810" y="16323"/>
                  <a:pt x="16810" y="16323"/>
                </a:cubicBezTo>
                <a:close/>
                <a:moveTo>
                  <a:pt x="12463" y="1"/>
                </a:moveTo>
                <a:cubicBezTo>
                  <a:pt x="12129" y="1369"/>
                  <a:pt x="11794" y="2797"/>
                  <a:pt x="11460" y="4165"/>
                </a:cubicBezTo>
                <a:lnTo>
                  <a:pt x="11217" y="4165"/>
                </a:lnTo>
                <a:cubicBezTo>
                  <a:pt x="10913" y="2889"/>
                  <a:pt x="10609" y="1612"/>
                  <a:pt x="10305" y="366"/>
                </a:cubicBezTo>
                <a:cubicBezTo>
                  <a:pt x="10184" y="366"/>
                  <a:pt x="10123" y="396"/>
                  <a:pt x="10001" y="396"/>
                </a:cubicBezTo>
                <a:cubicBezTo>
                  <a:pt x="10001" y="1034"/>
                  <a:pt x="9971" y="1733"/>
                  <a:pt x="9971" y="2372"/>
                </a:cubicBezTo>
                <a:cubicBezTo>
                  <a:pt x="9971" y="2980"/>
                  <a:pt x="9940" y="3618"/>
                  <a:pt x="9940" y="4256"/>
                </a:cubicBezTo>
                <a:cubicBezTo>
                  <a:pt x="9849" y="4256"/>
                  <a:pt x="9788" y="4317"/>
                  <a:pt x="9697" y="4317"/>
                </a:cubicBezTo>
                <a:cubicBezTo>
                  <a:pt x="9424" y="3740"/>
                  <a:pt x="9180" y="3162"/>
                  <a:pt x="8877" y="2645"/>
                </a:cubicBezTo>
                <a:cubicBezTo>
                  <a:pt x="8573" y="2098"/>
                  <a:pt x="8481" y="1430"/>
                  <a:pt x="7843" y="913"/>
                </a:cubicBezTo>
                <a:lnTo>
                  <a:pt x="7843" y="913"/>
                </a:lnTo>
                <a:cubicBezTo>
                  <a:pt x="7904" y="2281"/>
                  <a:pt x="8329" y="3466"/>
                  <a:pt x="8238" y="4712"/>
                </a:cubicBezTo>
                <a:cubicBezTo>
                  <a:pt x="7539" y="3892"/>
                  <a:pt x="6810" y="3010"/>
                  <a:pt x="6141" y="2189"/>
                </a:cubicBezTo>
                <a:cubicBezTo>
                  <a:pt x="6071" y="2236"/>
                  <a:pt x="6019" y="2301"/>
                  <a:pt x="6026" y="2301"/>
                </a:cubicBezTo>
                <a:cubicBezTo>
                  <a:pt x="6028" y="2301"/>
                  <a:pt x="6036" y="2295"/>
                  <a:pt x="6050" y="2281"/>
                </a:cubicBezTo>
                <a:cubicBezTo>
                  <a:pt x="6384" y="3284"/>
                  <a:pt x="6779" y="4226"/>
                  <a:pt x="7114" y="5229"/>
                </a:cubicBezTo>
                <a:lnTo>
                  <a:pt x="7114" y="5442"/>
                </a:lnTo>
                <a:lnTo>
                  <a:pt x="6992" y="5320"/>
                </a:lnTo>
                <a:cubicBezTo>
                  <a:pt x="6688" y="5138"/>
                  <a:pt x="6445" y="4955"/>
                  <a:pt x="6171" y="4712"/>
                </a:cubicBezTo>
                <a:cubicBezTo>
                  <a:pt x="5472" y="4226"/>
                  <a:pt x="4834" y="3709"/>
                  <a:pt x="4196" y="3162"/>
                </a:cubicBezTo>
                <a:cubicBezTo>
                  <a:pt x="4165" y="3253"/>
                  <a:pt x="4074" y="3284"/>
                  <a:pt x="4044" y="3314"/>
                </a:cubicBezTo>
                <a:cubicBezTo>
                  <a:pt x="4682" y="4317"/>
                  <a:pt x="5290" y="5259"/>
                  <a:pt x="5898" y="6232"/>
                </a:cubicBezTo>
                <a:cubicBezTo>
                  <a:pt x="5928" y="6323"/>
                  <a:pt x="6019" y="6384"/>
                  <a:pt x="6050" y="6475"/>
                </a:cubicBezTo>
                <a:cubicBezTo>
                  <a:pt x="5928" y="6475"/>
                  <a:pt x="5867" y="6445"/>
                  <a:pt x="5746" y="6445"/>
                </a:cubicBezTo>
                <a:cubicBezTo>
                  <a:pt x="4652" y="5898"/>
                  <a:pt x="3588" y="5381"/>
                  <a:pt x="2524" y="4834"/>
                </a:cubicBezTo>
                <a:cubicBezTo>
                  <a:pt x="2493" y="4925"/>
                  <a:pt x="2433" y="4955"/>
                  <a:pt x="2402" y="5016"/>
                </a:cubicBezTo>
                <a:cubicBezTo>
                  <a:pt x="3314" y="5898"/>
                  <a:pt x="4196" y="6810"/>
                  <a:pt x="5107" y="7691"/>
                </a:cubicBezTo>
                <a:cubicBezTo>
                  <a:pt x="5077" y="7721"/>
                  <a:pt x="5016" y="7813"/>
                  <a:pt x="4986" y="7843"/>
                </a:cubicBezTo>
                <a:cubicBezTo>
                  <a:pt x="3709" y="7448"/>
                  <a:pt x="2402" y="7113"/>
                  <a:pt x="1126" y="6749"/>
                </a:cubicBezTo>
                <a:lnTo>
                  <a:pt x="1126" y="6749"/>
                </a:lnTo>
                <a:cubicBezTo>
                  <a:pt x="2098" y="7661"/>
                  <a:pt x="3314" y="8208"/>
                  <a:pt x="4256" y="9211"/>
                </a:cubicBezTo>
                <a:lnTo>
                  <a:pt x="396" y="8968"/>
                </a:lnTo>
                <a:cubicBezTo>
                  <a:pt x="396" y="9028"/>
                  <a:pt x="366" y="9089"/>
                  <a:pt x="366" y="9120"/>
                </a:cubicBezTo>
                <a:cubicBezTo>
                  <a:pt x="1612" y="9636"/>
                  <a:pt x="2828" y="10092"/>
                  <a:pt x="4074" y="10548"/>
                </a:cubicBezTo>
                <a:cubicBezTo>
                  <a:pt x="4074" y="10609"/>
                  <a:pt x="4044" y="10639"/>
                  <a:pt x="4044" y="10731"/>
                </a:cubicBezTo>
                <a:cubicBezTo>
                  <a:pt x="2676" y="10913"/>
                  <a:pt x="1338" y="11095"/>
                  <a:pt x="1" y="11308"/>
                </a:cubicBezTo>
                <a:lnTo>
                  <a:pt x="1" y="11460"/>
                </a:lnTo>
                <a:cubicBezTo>
                  <a:pt x="1369" y="11673"/>
                  <a:pt x="2706" y="11855"/>
                  <a:pt x="4074" y="12098"/>
                </a:cubicBezTo>
                <a:lnTo>
                  <a:pt x="4074" y="12281"/>
                </a:lnTo>
                <a:cubicBezTo>
                  <a:pt x="2797" y="12767"/>
                  <a:pt x="1490" y="13223"/>
                  <a:pt x="214" y="13740"/>
                </a:cubicBezTo>
                <a:cubicBezTo>
                  <a:pt x="214" y="13770"/>
                  <a:pt x="244" y="13801"/>
                  <a:pt x="244" y="13831"/>
                </a:cubicBezTo>
                <a:cubicBezTo>
                  <a:pt x="1642" y="13770"/>
                  <a:pt x="3010" y="13649"/>
                  <a:pt x="4408" y="13588"/>
                </a:cubicBezTo>
                <a:cubicBezTo>
                  <a:pt x="4469" y="13649"/>
                  <a:pt x="4469" y="13679"/>
                  <a:pt x="4500" y="13770"/>
                </a:cubicBezTo>
                <a:cubicBezTo>
                  <a:pt x="3405" y="14439"/>
                  <a:pt x="2281" y="15168"/>
                  <a:pt x="1186" y="15867"/>
                </a:cubicBezTo>
                <a:cubicBezTo>
                  <a:pt x="1217" y="15928"/>
                  <a:pt x="1217" y="15959"/>
                  <a:pt x="1278" y="16050"/>
                </a:cubicBezTo>
                <a:lnTo>
                  <a:pt x="4925" y="15016"/>
                </a:lnTo>
                <a:cubicBezTo>
                  <a:pt x="4955" y="15047"/>
                  <a:pt x="4986" y="15138"/>
                  <a:pt x="5016" y="15199"/>
                </a:cubicBezTo>
                <a:lnTo>
                  <a:pt x="4104" y="16111"/>
                </a:lnTo>
                <a:cubicBezTo>
                  <a:pt x="3557" y="16718"/>
                  <a:pt x="2980" y="17296"/>
                  <a:pt x="2402" y="17904"/>
                </a:cubicBezTo>
                <a:lnTo>
                  <a:pt x="2433" y="17934"/>
                </a:lnTo>
                <a:lnTo>
                  <a:pt x="3466" y="17478"/>
                </a:lnTo>
                <a:lnTo>
                  <a:pt x="5867" y="16232"/>
                </a:lnTo>
                <a:cubicBezTo>
                  <a:pt x="5928" y="16263"/>
                  <a:pt x="5989" y="16354"/>
                  <a:pt x="6019" y="16384"/>
                </a:cubicBezTo>
                <a:cubicBezTo>
                  <a:pt x="5867" y="16658"/>
                  <a:pt x="5685" y="16962"/>
                  <a:pt x="5472" y="17235"/>
                </a:cubicBezTo>
                <a:cubicBezTo>
                  <a:pt x="4986" y="18026"/>
                  <a:pt x="4469" y="18816"/>
                  <a:pt x="3952" y="19606"/>
                </a:cubicBezTo>
                <a:cubicBezTo>
                  <a:pt x="4378" y="19302"/>
                  <a:pt x="4834" y="19059"/>
                  <a:pt x="5259" y="18755"/>
                </a:cubicBezTo>
                <a:cubicBezTo>
                  <a:pt x="5867" y="18238"/>
                  <a:pt x="6445" y="17752"/>
                  <a:pt x="7053" y="17266"/>
                </a:cubicBezTo>
                <a:lnTo>
                  <a:pt x="7053" y="17266"/>
                </a:lnTo>
                <a:cubicBezTo>
                  <a:pt x="6810" y="18542"/>
                  <a:pt x="6232" y="19667"/>
                  <a:pt x="5867" y="20822"/>
                </a:cubicBezTo>
                <a:cubicBezTo>
                  <a:pt x="5928" y="20883"/>
                  <a:pt x="5989" y="20913"/>
                  <a:pt x="6050" y="20943"/>
                </a:cubicBezTo>
                <a:cubicBezTo>
                  <a:pt x="6840" y="19971"/>
                  <a:pt x="7600" y="18998"/>
                  <a:pt x="8512" y="17874"/>
                </a:cubicBezTo>
                <a:lnTo>
                  <a:pt x="8512" y="17874"/>
                </a:lnTo>
                <a:cubicBezTo>
                  <a:pt x="8451" y="19363"/>
                  <a:pt x="7965" y="20579"/>
                  <a:pt x="8147" y="21886"/>
                </a:cubicBezTo>
                <a:cubicBezTo>
                  <a:pt x="8664" y="20761"/>
                  <a:pt x="9241" y="19606"/>
                  <a:pt x="9819" y="18481"/>
                </a:cubicBezTo>
                <a:cubicBezTo>
                  <a:pt x="9880" y="18481"/>
                  <a:pt x="9940" y="18512"/>
                  <a:pt x="10001" y="18512"/>
                </a:cubicBezTo>
                <a:cubicBezTo>
                  <a:pt x="10092" y="19819"/>
                  <a:pt x="10123" y="21095"/>
                  <a:pt x="10153" y="22402"/>
                </a:cubicBezTo>
                <a:lnTo>
                  <a:pt x="10336" y="22402"/>
                </a:lnTo>
                <a:cubicBezTo>
                  <a:pt x="10761" y="21187"/>
                  <a:pt x="10913" y="19849"/>
                  <a:pt x="11460" y="18481"/>
                </a:cubicBezTo>
                <a:cubicBezTo>
                  <a:pt x="11946" y="19971"/>
                  <a:pt x="12098" y="21278"/>
                  <a:pt x="12615" y="22494"/>
                </a:cubicBezTo>
                <a:cubicBezTo>
                  <a:pt x="12767" y="21217"/>
                  <a:pt x="12676" y="19880"/>
                  <a:pt x="12980" y="18390"/>
                </a:cubicBezTo>
                <a:cubicBezTo>
                  <a:pt x="13740" y="19728"/>
                  <a:pt x="14196" y="20943"/>
                  <a:pt x="14895" y="22007"/>
                </a:cubicBezTo>
                <a:cubicBezTo>
                  <a:pt x="14956" y="21734"/>
                  <a:pt x="14895" y="21551"/>
                  <a:pt x="14864" y="21339"/>
                </a:cubicBezTo>
                <a:cubicBezTo>
                  <a:pt x="14716" y="20242"/>
                  <a:pt x="14568" y="19204"/>
                  <a:pt x="14420" y="18139"/>
                </a:cubicBezTo>
                <a:lnTo>
                  <a:pt x="14420" y="18139"/>
                </a:lnTo>
                <a:cubicBezTo>
                  <a:pt x="15014" y="18881"/>
                  <a:pt x="15609" y="19623"/>
                  <a:pt x="16232" y="20336"/>
                </a:cubicBezTo>
                <a:cubicBezTo>
                  <a:pt x="16384" y="20488"/>
                  <a:pt x="16567" y="20609"/>
                  <a:pt x="16719" y="20761"/>
                </a:cubicBezTo>
                <a:cubicBezTo>
                  <a:pt x="16567" y="19545"/>
                  <a:pt x="15959" y="18542"/>
                  <a:pt x="15868" y="17387"/>
                </a:cubicBezTo>
                <a:lnTo>
                  <a:pt x="15868" y="17387"/>
                </a:lnTo>
                <a:cubicBezTo>
                  <a:pt x="16719" y="18056"/>
                  <a:pt x="17630" y="18785"/>
                  <a:pt x="18512" y="19454"/>
                </a:cubicBezTo>
                <a:cubicBezTo>
                  <a:pt x="18603" y="19424"/>
                  <a:pt x="18634" y="19363"/>
                  <a:pt x="18694" y="19302"/>
                </a:cubicBezTo>
                <a:cubicBezTo>
                  <a:pt x="18512" y="18998"/>
                  <a:pt x="18360" y="18755"/>
                  <a:pt x="18178" y="18451"/>
                </a:cubicBezTo>
                <a:cubicBezTo>
                  <a:pt x="17762" y="17768"/>
                  <a:pt x="17317" y="17114"/>
                  <a:pt x="16900" y="16432"/>
                </a:cubicBezTo>
                <a:lnTo>
                  <a:pt x="16900" y="16432"/>
                </a:lnTo>
                <a:cubicBezTo>
                  <a:pt x="17184" y="16514"/>
                  <a:pt x="17466" y="16574"/>
                  <a:pt x="17722" y="16688"/>
                </a:cubicBezTo>
                <a:lnTo>
                  <a:pt x="19667" y="17722"/>
                </a:lnTo>
                <a:cubicBezTo>
                  <a:pt x="19819" y="17843"/>
                  <a:pt x="20032" y="17874"/>
                  <a:pt x="20427" y="17995"/>
                </a:cubicBezTo>
                <a:cubicBezTo>
                  <a:pt x="19576" y="16840"/>
                  <a:pt x="18542" y="16202"/>
                  <a:pt x="17843" y="15260"/>
                </a:cubicBezTo>
                <a:cubicBezTo>
                  <a:pt x="17874" y="15199"/>
                  <a:pt x="17904" y="15138"/>
                  <a:pt x="17934" y="15108"/>
                </a:cubicBezTo>
                <a:cubicBezTo>
                  <a:pt x="19150" y="15442"/>
                  <a:pt x="20336" y="15746"/>
                  <a:pt x="21552" y="16080"/>
                </a:cubicBezTo>
                <a:cubicBezTo>
                  <a:pt x="21582" y="16019"/>
                  <a:pt x="21582" y="15959"/>
                  <a:pt x="21643" y="15898"/>
                </a:cubicBezTo>
                <a:cubicBezTo>
                  <a:pt x="20579" y="15168"/>
                  <a:pt x="19424" y="14560"/>
                  <a:pt x="18208" y="13679"/>
                </a:cubicBezTo>
                <a:lnTo>
                  <a:pt x="18208" y="13679"/>
                </a:lnTo>
                <a:cubicBezTo>
                  <a:pt x="19758" y="13740"/>
                  <a:pt x="21065" y="13770"/>
                  <a:pt x="22403" y="13801"/>
                </a:cubicBezTo>
                <a:cubicBezTo>
                  <a:pt x="21430" y="13436"/>
                  <a:pt x="20457" y="13010"/>
                  <a:pt x="19454" y="12615"/>
                </a:cubicBezTo>
                <a:cubicBezTo>
                  <a:pt x="19211" y="12524"/>
                  <a:pt x="18937" y="12402"/>
                  <a:pt x="18482" y="12220"/>
                </a:cubicBezTo>
                <a:cubicBezTo>
                  <a:pt x="20123" y="11946"/>
                  <a:pt x="21552" y="11703"/>
                  <a:pt x="22950" y="11490"/>
                </a:cubicBezTo>
                <a:cubicBezTo>
                  <a:pt x="22919" y="11460"/>
                  <a:pt x="22919" y="11399"/>
                  <a:pt x="22919" y="11369"/>
                </a:cubicBezTo>
                <a:cubicBezTo>
                  <a:pt x="21521" y="11217"/>
                  <a:pt x="20153" y="11035"/>
                  <a:pt x="18755" y="10852"/>
                </a:cubicBezTo>
                <a:lnTo>
                  <a:pt x="18755" y="10609"/>
                </a:lnTo>
                <a:cubicBezTo>
                  <a:pt x="20001" y="10123"/>
                  <a:pt x="21248" y="9667"/>
                  <a:pt x="22494" y="9211"/>
                </a:cubicBezTo>
                <a:cubicBezTo>
                  <a:pt x="22494" y="9180"/>
                  <a:pt x="22463" y="9089"/>
                  <a:pt x="22463" y="9059"/>
                </a:cubicBezTo>
                <a:lnTo>
                  <a:pt x="18603" y="9272"/>
                </a:lnTo>
                <a:cubicBezTo>
                  <a:pt x="18573" y="9241"/>
                  <a:pt x="18573" y="9180"/>
                  <a:pt x="18512" y="9120"/>
                </a:cubicBezTo>
                <a:cubicBezTo>
                  <a:pt x="18664" y="9028"/>
                  <a:pt x="18877" y="8816"/>
                  <a:pt x="19059" y="8724"/>
                </a:cubicBezTo>
                <a:cubicBezTo>
                  <a:pt x="19941" y="8147"/>
                  <a:pt x="20761" y="7569"/>
                  <a:pt x="21643" y="6992"/>
                </a:cubicBezTo>
                <a:lnTo>
                  <a:pt x="21643" y="6992"/>
                </a:lnTo>
                <a:cubicBezTo>
                  <a:pt x="21248" y="7053"/>
                  <a:pt x="20883" y="7083"/>
                  <a:pt x="20548" y="7144"/>
                </a:cubicBezTo>
                <a:cubicBezTo>
                  <a:pt x="19637" y="7387"/>
                  <a:pt x="18725" y="7661"/>
                  <a:pt x="17722" y="7752"/>
                </a:cubicBezTo>
                <a:cubicBezTo>
                  <a:pt x="18573" y="6901"/>
                  <a:pt x="19424" y="5989"/>
                  <a:pt x="20305" y="5107"/>
                </a:cubicBezTo>
                <a:lnTo>
                  <a:pt x="20184" y="4986"/>
                </a:lnTo>
                <a:cubicBezTo>
                  <a:pt x="19120" y="5533"/>
                  <a:pt x="18056" y="6050"/>
                  <a:pt x="16810" y="6688"/>
                </a:cubicBezTo>
                <a:cubicBezTo>
                  <a:pt x="16962" y="6323"/>
                  <a:pt x="17053" y="6141"/>
                  <a:pt x="17144" y="5928"/>
                </a:cubicBezTo>
                <a:cubicBezTo>
                  <a:pt x="17661" y="5107"/>
                  <a:pt x="18208" y="4256"/>
                  <a:pt x="18755" y="3436"/>
                </a:cubicBezTo>
                <a:lnTo>
                  <a:pt x="18634" y="3314"/>
                </a:lnTo>
                <a:cubicBezTo>
                  <a:pt x="17691" y="4044"/>
                  <a:pt x="16779" y="4803"/>
                  <a:pt x="15807" y="5533"/>
                </a:cubicBezTo>
                <a:cubicBezTo>
                  <a:pt x="15776" y="5472"/>
                  <a:pt x="15716" y="5442"/>
                  <a:pt x="15655" y="5411"/>
                </a:cubicBezTo>
                <a:cubicBezTo>
                  <a:pt x="16050" y="4196"/>
                  <a:pt x="16658" y="3101"/>
                  <a:pt x="17023" y="1885"/>
                </a:cubicBezTo>
                <a:cubicBezTo>
                  <a:pt x="16992" y="1885"/>
                  <a:pt x="16931" y="1825"/>
                  <a:pt x="16871" y="1794"/>
                </a:cubicBezTo>
                <a:cubicBezTo>
                  <a:pt x="16080" y="2797"/>
                  <a:pt x="15320" y="3740"/>
                  <a:pt x="14561" y="4712"/>
                </a:cubicBezTo>
                <a:lnTo>
                  <a:pt x="14348" y="4621"/>
                </a:lnTo>
                <a:cubicBezTo>
                  <a:pt x="14378" y="3314"/>
                  <a:pt x="14804" y="2098"/>
                  <a:pt x="14743" y="761"/>
                </a:cubicBezTo>
                <a:lnTo>
                  <a:pt x="14743" y="761"/>
                </a:lnTo>
                <a:cubicBezTo>
                  <a:pt x="14196" y="1946"/>
                  <a:pt x="13588" y="3132"/>
                  <a:pt x="13010" y="4317"/>
                </a:cubicBezTo>
                <a:cubicBezTo>
                  <a:pt x="12585" y="2858"/>
                  <a:pt x="12706" y="1430"/>
                  <a:pt x="12585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4" name="Google Shape;2924;p35"/>
          <p:cNvSpPr/>
          <p:nvPr/>
        </p:nvSpPr>
        <p:spPr>
          <a:xfrm>
            <a:off x="8344774" y="4456249"/>
            <a:ext cx="12922" cy="23476"/>
          </a:xfrm>
          <a:custGeom>
            <a:avLst/>
            <a:gdLst/>
            <a:ahLst/>
            <a:cxnLst/>
            <a:rect l="l" t="t" r="r" b="b"/>
            <a:pathLst>
              <a:path w="548" h="974" extrusionOk="0">
                <a:moveTo>
                  <a:pt x="1" y="1"/>
                </a:moveTo>
                <a:lnTo>
                  <a:pt x="1" y="1"/>
                </a:lnTo>
                <a:cubicBezTo>
                  <a:pt x="122" y="335"/>
                  <a:pt x="244" y="639"/>
                  <a:pt x="366" y="973"/>
                </a:cubicBezTo>
                <a:cubicBezTo>
                  <a:pt x="396" y="912"/>
                  <a:pt x="457" y="821"/>
                  <a:pt x="548" y="760"/>
                </a:cubicBezTo>
                <a:cubicBezTo>
                  <a:pt x="366" y="487"/>
                  <a:pt x="153" y="213"/>
                  <a:pt x="1" y="1"/>
                </a:cubicBez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5" name="Google Shape;2925;p35"/>
          <p:cNvSpPr/>
          <p:nvPr/>
        </p:nvSpPr>
        <p:spPr>
          <a:xfrm>
            <a:off x="8448717" y="4422554"/>
            <a:ext cx="7192" cy="8074"/>
          </a:xfrm>
          <a:custGeom>
            <a:avLst/>
            <a:gdLst/>
            <a:ahLst/>
            <a:cxnLst/>
            <a:rect l="l" t="t" r="r" b="b"/>
            <a:pathLst>
              <a:path w="305" h="335" extrusionOk="0">
                <a:moveTo>
                  <a:pt x="122" y="0"/>
                </a:moveTo>
                <a:cubicBezTo>
                  <a:pt x="91" y="122"/>
                  <a:pt x="31" y="213"/>
                  <a:pt x="0" y="335"/>
                </a:cubicBezTo>
                <a:cubicBezTo>
                  <a:pt x="122" y="335"/>
                  <a:pt x="183" y="274"/>
                  <a:pt x="304" y="274"/>
                </a:cubicBezTo>
                <a:cubicBezTo>
                  <a:pt x="243" y="183"/>
                  <a:pt x="152" y="92"/>
                  <a:pt x="122" y="0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6" name="Google Shape;2926;p35"/>
          <p:cNvSpPr/>
          <p:nvPr/>
        </p:nvSpPr>
        <p:spPr>
          <a:xfrm>
            <a:off x="8504627" y="4410817"/>
            <a:ext cx="5023" cy="9882"/>
          </a:xfrm>
          <a:custGeom>
            <a:avLst/>
            <a:gdLst/>
            <a:ahLst/>
            <a:cxnLst/>
            <a:rect l="l" t="t" r="r" b="b"/>
            <a:pathLst>
              <a:path w="213" h="410" extrusionOk="0">
                <a:moveTo>
                  <a:pt x="0" y="1"/>
                </a:moveTo>
                <a:cubicBezTo>
                  <a:pt x="30" y="123"/>
                  <a:pt x="30" y="275"/>
                  <a:pt x="61" y="396"/>
                </a:cubicBezTo>
                <a:cubicBezTo>
                  <a:pt x="81" y="406"/>
                  <a:pt x="98" y="410"/>
                  <a:pt x="113" y="410"/>
                </a:cubicBezTo>
                <a:cubicBezTo>
                  <a:pt x="142" y="410"/>
                  <a:pt x="162" y="396"/>
                  <a:pt x="182" y="396"/>
                </a:cubicBezTo>
                <a:cubicBezTo>
                  <a:pt x="182" y="275"/>
                  <a:pt x="213" y="153"/>
                  <a:pt x="213" y="1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7" name="Google Shape;2927;p35"/>
          <p:cNvSpPr/>
          <p:nvPr/>
        </p:nvSpPr>
        <p:spPr>
          <a:xfrm>
            <a:off x="8301787" y="4495078"/>
            <a:ext cx="2169" cy="2217"/>
          </a:xfrm>
          <a:custGeom>
            <a:avLst/>
            <a:gdLst/>
            <a:ahLst/>
            <a:cxnLst/>
            <a:rect l="l" t="t" r="r" b="b"/>
            <a:pathLst>
              <a:path w="92" h="92" extrusionOk="0">
                <a:moveTo>
                  <a:pt x="0" y="0"/>
                </a:moveTo>
                <a:cubicBezTo>
                  <a:pt x="0" y="61"/>
                  <a:pt x="61" y="61"/>
                  <a:pt x="91" y="92"/>
                </a:cubicBezTo>
                <a:cubicBezTo>
                  <a:pt x="91" y="92"/>
                  <a:pt x="91" y="61"/>
                  <a:pt x="61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8" name="Google Shape;2928;p35"/>
          <p:cNvSpPr/>
          <p:nvPr/>
        </p:nvSpPr>
        <p:spPr>
          <a:xfrm>
            <a:off x="8343336" y="4454779"/>
            <a:ext cx="755" cy="1494"/>
          </a:xfrm>
          <a:custGeom>
            <a:avLst/>
            <a:gdLst/>
            <a:ahLst/>
            <a:cxnLst/>
            <a:rect l="l" t="t" r="r" b="b"/>
            <a:pathLst>
              <a:path w="32" h="62" extrusionOk="0">
                <a:moveTo>
                  <a:pt x="31" y="62"/>
                </a:moveTo>
                <a:lnTo>
                  <a:pt x="1" y="1"/>
                </a:lnTo>
                <a:close/>
              </a:path>
            </a:pathLst>
          </a:custGeom>
          <a:solidFill>
            <a:srgbClr val="C1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9" name="Google Shape;2929;p35"/>
          <p:cNvSpPr/>
          <p:nvPr/>
        </p:nvSpPr>
        <p:spPr>
          <a:xfrm>
            <a:off x="8303932" y="4497271"/>
            <a:ext cx="5023" cy="7351"/>
          </a:xfrm>
          <a:custGeom>
            <a:avLst/>
            <a:gdLst/>
            <a:ahLst/>
            <a:cxnLst/>
            <a:rect l="l" t="t" r="r" b="b"/>
            <a:pathLst>
              <a:path w="213" h="305" extrusionOk="0">
                <a:moveTo>
                  <a:pt x="0" y="1"/>
                </a:moveTo>
                <a:lnTo>
                  <a:pt x="0" y="1"/>
                </a:lnTo>
                <a:cubicBezTo>
                  <a:pt x="31" y="61"/>
                  <a:pt x="61" y="183"/>
                  <a:pt x="61" y="305"/>
                </a:cubicBezTo>
                <a:cubicBezTo>
                  <a:pt x="91" y="213"/>
                  <a:pt x="183" y="183"/>
                  <a:pt x="213" y="153"/>
                </a:cubicBezTo>
                <a:cubicBezTo>
                  <a:pt x="152" y="61"/>
                  <a:pt x="61" y="31"/>
                  <a:pt x="0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0" name="Google Shape;2930;p35"/>
          <p:cNvSpPr/>
          <p:nvPr/>
        </p:nvSpPr>
        <p:spPr>
          <a:xfrm>
            <a:off x="8508919" y="4409370"/>
            <a:ext cx="251599" cy="285012"/>
          </a:xfrm>
          <a:custGeom>
            <a:avLst/>
            <a:gdLst/>
            <a:ahLst/>
            <a:cxnLst/>
            <a:rect l="l" t="t" r="r" b="b"/>
            <a:pathLst>
              <a:path w="10670" h="11825" extrusionOk="0">
                <a:moveTo>
                  <a:pt x="8998" y="7326"/>
                </a:moveTo>
                <a:lnTo>
                  <a:pt x="9089" y="7417"/>
                </a:lnTo>
                <a:cubicBezTo>
                  <a:pt x="9058" y="7417"/>
                  <a:pt x="8967" y="7447"/>
                  <a:pt x="8937" y="7447"/>
                </a:cubicBezTo>
                <a:cubicBezTo>
                  <a:pt x="8967" y="7417"/>
                  <a:pt x="8967" y="7356"/>
                  <a:pt x="8998" y="7326"/>
                </a:cubicBezTo>
                <a:close/>
                <a:moveTo>
                  <a:pt x="10669" y="0"/>
                </a:moveTo>
                <a:cubicBezTo>
                  <a:pt x="10153" y="0"/>
                  <a:pt x="9605" y="31"/>
                  <a:pt x="9089" y="31"/>
                </a:cubicBezTo>
                <a:cubicBezTo>
                  <a:pt x="6080" y="31"/>
                  <a:pt x="3040" y="61"/>
                  <a:pt x="31" y="61"/>
                </a:cubicBezTo>
                <a:cubicBezTo>
                  <a:pt x="31" y="213"/>
                  <a:pt x="0" y="335"/>
                  <a:pt x="0" y="456"/>
                </a:cubicBezTo>
                <a:cubicBezTo>
                  <a:pt x="122" y="1885"/>
                  <a:pt x="0" y="3344"/>
                  <a:pt x="274" y="4712"/>
                </a:cubicBezTo>
                <a:cubicBezTo>
                  <a:pt x="851" y="3526"/>
                  <a:pt x="1459" y="2341"/>
                  <a:pt x="2007" y="1186"/>
                </a:cubicBezTo>
                <a:lnTo>
                  <a:pt x="2007" y="1186"/>
                </a:lnTo>
                <a:cubicBezTo>
                  <a:pt x="2067" y="2493"/>
                  <a:pt x="1642" y="3769"/>
                  <a:pt x="1611" y="5015"/>
                </a:cubicBezTo>
                <a:lnTo>
                  <a:pt x="1824" y="5137"/>
                </a:lnTo>
                <a:cubicBezTo>
                  <a:pt x="2614" y="4134"/>
                  <a:pt x="3374" y="3192"/>
                  <a:pt x="4134" y="2189"/>
                </a:cubicBezTo>
                <a:cubicBezTo>
                  <a:pt x="4195" y="2189"/>
                  <a:pt x="4256" y="2249"/>
                  <a:pt x="4286" y="2280"/>
                </a:cubicBezTo>
                <a:cubicBezTo>
                  <a:pt x="3921" y="3465"/>
                  <a:pt x="3283" y="4590"/>
                  <a:pt x="2918" y="5806"/>
                </a:cubicBezTo>
                <a:cubicBezTo>
                  <a:pt x="2979" y="5836"/>
                  <a:pt x="3040" y="5897"/>
                  <a:pt x="3070" y="5927"/>
                </a:cubicBezTo>
                <a:cubicBezTo>
                  <a:pt x="4043" y="5198"/>
                  <a:pt x="4955" y="4438"/>
                  <a:pt x="5897" y="3708"/>
                </a:cubicBezTo>
                <a:cubicBezTo>
                  <a:pt x="6019" y="3708"/>
                  <a:pt x="6080" y="3678"/>
                  <a:pt x="6201" y="3648"/>
                </a:cubicBezTo>
                <a:lnTo>
                  <a:pt x="6201" y="3648"/>
                </a:lnTo>
                <a:cubicBezTo>
                  <a:pt x="6171" y="3708"/>
                  <a:pt x="6080" y="3800"/>
                  <a:pt x="6049" y="3860"/>
                </a:cubicBezTo>
                <a:lnTo>
                  <a:pt x="4438" y="6383"/>
                </a:lnTo>
                <a:cubicBezTo>
                  <a:pt x="4347" y="6566"/>
                  <a:pt x="4256" y="6748"/>
                  <a:pt x="4104" y="7143"/>
                </a:cubicBezTo>
                <a:cubicBezTo>
                  <a:pt x="5350" y="6505"/>
                  <a:pt x="6414" y="5958"/>
                  <a:pt x="7478" y="5441"/>
                </a:cubicBezTo>
                <a:lnTo>
                  <a:pt x="7721" y="5441"/>
                </a:lnTo>
                <a:lnTo>
                  <a:pt x="7599" y="5532"/>
                </a:lnTo>
                <a:cubicBezTo>
                  <a:pt x="6779" y="6414"/>
                  <a:pt x="5897" y="7326"/>
                  <a:pt x="5016" y="8207"/>
                </a:cubicBezTo>
                <a:cubicBezTo>
                  <a:pt x="6019" y="8085"/>
                  <a:pt x="6931" y="7812"/>
                  <a:pt x="7842" y="7599"/>
                </a:cubicBezTo>
                <a:cubicBezTo>
                  <a:pt x="8177" y="7508"/>
                  <a:pt x="8542" y="7478"/>
                  <a:pt x="8937" y="7447"/>
                </a:cubicBezTo>
                <a:lnTo>
                  <a:pt x="8937" y="7447"/>
                </a:lnTo>
                <a:cubicBezTo>
                  <a:pt x="8055" y="8025"/>
                  <a:pt x="7235" y="8572"/>
                  <a:pt x="6353" y="9149"/>
                </a:cubicBezTo>
                <a:cubicBezTo>
                  <a:pt x="6171" y="9271"/>
                  <a:pt x="6019" y="9423"/>
                  <a:pt x="5806" y="9575"/>
                </a:cubicBezTo>
                <a:cubicBezTo>
                  <a:pt x="5867" y="9605"/>
                  <a:pt x="5867" y="9696"/>
                  <a:pt x="5897" y="9727"/>
                </a:cubicBezTo>
                <a:lnTo>
                  <a:pt x="9757" y="9484"/>
                </a:lnTo>
                <a:cubicBezTo>
                  <a:pt x="9757" y="9544"/>
                  <a:pt x="9818" y="9605"/>
                  <a:pt x="9818" y="9636"/>
                </a:cubicBezTo>
                <a:cubicBezTo>
                  <a:pt x="8542" y="10152"/>
                  <a:pt x="7295" y="10608"/>
                  <a:pt x="6049" y="11064"/>
                </a:cubicBezTo>
                <a:lnTo>
                  <a:pt x="6049" y="11277"/>
                </a:lnTo>
                <a:cubicBezTo>
                  <a:pt x="7447" y="11429"/>
                  <a:pt x="8815" y="11611"/>
                  <a:pt x="10213" y="11824"/>
                </a:cubicBezTo>
                <a:cubicBezTo>
                  <a:pt x="10365" y="11824"/>
                  <a:pt x="10487" y="11763"/>
                  <a:pt x="10608" y="11763"/>
                </a:cubicBezTo>
                <a:cubicBezTo>
                  <a:pt x="10608" y="11368"/>
                  <a:pt x="10639" y="10973"/>
                  <a:pt x="10639" y="10547"/>
                </a:cubicBezTo>
                <a:cubicBezTo>
                  <a:pt x="10669" y="7022"/>
                  <a:pt x="10669" y="3526"/>
                  <a:pt x="10669" y="0"/>
                </a:cubicBez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1" name="Google Shape;2931;p35"/>
          <p:cNvSpPr/>
          <p:nvPr/>
        </p:nvSpPr>
        <p:spPr>
          <a:xfrm>
            <a:off x="8353381" y="4579315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2" name="Google Shape;2932;p35"/>
          <p:cNvSpPr/>
          <p:nvPr/>
        </p:nvSpPr>
        <p:spPr>
          <a:xfrm>
            <a:off x="8345505" y="4574929"/>
            <a:ext cx="7899" cy="4411"/>
          </a:xfrm>
          <a:custGeom>
            <a:avLst/>
            <a:gdLst/>
            <a:ahLst/>
            <a:cxnLst/>
            <a:rect l="l" t="t" r="r" b="b"/>
            <a:pathLst>
              <a:path w="335" h="183" extrusionOk="0">
                <a:moveTo>
                  <a:pt x="122" y="1"/>
                </a:moveTo>
                <a:cubicBezTo>
                  <a:pt x="91" y="31"/>
                  <a:pt x="61" y="122"/>
                  <a:pt x="0" y="153"/>
                </a:cubicBezTo>
                <a:cubicBezTo>
                  <a:pt x="122" y="153"/>
                  <a:pt x="213" y="183"/>
                  <a:pt x="335" y="183"/>
                </a:cubicBezTo>
                <a:cubicBezTo>
                  <a:pt x="274" y="122"/>
                  <a:pt x="213" y="31"/>
                  <a:pt x="122" y="1"/>
                </a:cubicBez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3" name="Google Shape;2933;p35"/>
          <p:cNvSpPr/>
          <p:nvPr/>
        </p:nvSpPr>
        <p:spPr>
          <a:xfrm>
            <a:off x="8374155" y="4550031"/>
            <a:ext cx="2900" cy="5881"/>
          </a:xfrm>
          <a:custGeom>
            <a:avLst/>
            <a:gdLst/>
            <a:ahLst/>
            <a:cxnLst/>
            <a:rect l="l" t="t" r="r" b="b"/>
            <a:pathLst>
              <a:path w="123" h="244" extrusionOk="0">
                <a:moveTo>
                  <a:pt x="123" y="0"/>
                </a:moveTo>
                <a:lnTo>
                  <a:pt x="1" y="122"/>
                </a:lnTo>
                <a:lnTo>
                  <a:pt x="123" y="243"/>
                </a:lnTo>
                <a:lnTo>
                  <a:pt x="123" y="0"/>
                </a:ln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4" name="Google Shape;2934;p35"/>
          <p:cNvSpPr/>
          <p:nvPr/>
        </p:nvSpPr>
        <p:spPr>
          <a:xfrm>
            <a:off x="8607721" y="4565384"/>
            <a:ext cx="5046" cy="2941"/>
          </a:xfrm>
          <a:custGeom>
            <a:avLst/>
            <a:gdLst/>
            <a:ahLst/>
            <a:cxnLst/>
            <a:rect l="l" t="t" r="r" b="b"/>
            <a:pathLst>
              <a:path w="214" h="122" extrusionOk="0">
                <a:moveTo>
                  <a:pt x="1" y="0"/>
                </a:moveTo>
                <a:lnTo>
                  <a:pt x="123" y="122"/>
                </a:lnTo>
                <a:lnTo>
                  <a:pt x="214" y="0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5" name="Google Shape;2935;p35"/>
          <p:cNvSpPr/>
          <p:nvPr/>
        </p:nvSpPr>
        <p:spPr>
          <a:xfrm>
            <a:off x="398713" y="4956675"/>
            <a:ext cx="8363100" cy="219900"/>
          </a:xfrm>
          <a:prstGeom prst="rect">
            <a:avLst/>
          </a:prstGeom>
          <a:solidFill>
            <a:srgbClr val="FF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spTree>
      <p:nvGrpSpPr>
        <p:cNvPr id="1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p3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38" name="Google Shape;2938;p36"/>
          <p:cNvGrpSpPr/>
          <p:nvPr/>
        </p:nvGrpSpPr>
        <p:grpSpPr>
          <a:xfrm>
            <a:off x="337889" y="427903"/>
            <a:ext cx="535056" cy="4311145"/>
            <a:chOff x="337900" y="476900"/>
            <a:chExt cx="559800" cy="4510509"/>
          </a:xfrm>
        </p:grpSpPr>
        <p:sp>
          <p:nvSpPr>
            <p:cNvPr id="2939" name="Google Shape;2939;p36"/>
            <p:cNvSpPr/>
            <p:nvPr/>
          </p:nvSpPr>
          <p:spPr>
            <a:xfrm>
              <a:off x="344342" y="4436609"/>
              <a:ext cx="545700" cy="550800"/>
            </a:xfrm>
            <a:prstGeom prst="rect">
              <a:avLst/>
            </a:pr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6"/>
            <p:cNvSpPr/>
            <p:nvPr/>
          </p:nvSpPr>
          <p:spPr>
            <a:xfrm>
              <a:off x="350387" y="476900"/>
              <a:ext cx="535800" cy="3517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6"/>
            <p:cNvSpPr/>
            <p:nvPr/>
          </p:nvSpPr>
          <p:spPr>
            <a:xfrm>
              <a:off x="622404" y="4713080"/>
              <a:ext cx="275295" cy="271724"/>
            </a:xfrm>
            <a:custGeom>
              <a:avLst/>
              <a:gdLst/>
              <a:ahLst/>
              <a:cxnLst/>
              <a:rect l="l" t="t" r="r" b="b"/>
              <a:pathLst>
                <a:path w="11795" h="11642" extrusionOk="0">
                  <a:moveTo>
                    <a:pt x="11581" y="0"/>
                  </a:moveTo>
                  <a:cubicBezTo>
                    <a:pt x="7751" y="3800"/>
                    <a:pt x="3952" y="7630"/>
                    <a:pt x="153" y="11429"/>
                  </a:cubicBezTo>
                  <a:cubicBezTo>
                    <a:pt x="61" y="11490"/>
                    <a:pt x="31" y="11581"/>
                    <a:pt x="1" y="11642"/>
                  </a:cubicBezTo>
                  <a:lnTo>
                    <a:pt x="11794" y="11642"/>
                  </a:lnTo>
                  <a:cubicBezTo>
                    <a:pt x="11733" y="7812"/>
                    <a:pt x="11733" y="3952"/>
                    <a:pt x="11733" y="61"/>
                  </a:cubicBezTo>
                  <a:cubicBezTo>
                    <a:pt x="11703" y="31"/>
                    <a:pt x="11642" y="31"/>
                    <a:pt x="11581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6"/>
            <p:cNvSpPr/>
            <p:nvPr/>
          </p:nvSpPr>
          <p:spPr>
            <a:xfrm>
              <a:off x="340747" y="4712356"/>
              <a:ext cx="271724" cy="272448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0" y="1"/>
                  </a:moveTo>
                  <a:lnTo>
                    <a:pt x="0" y="8998"/>
                  </a:lnTo>
                  <a:lnTo>
                    <a:pt x="0" y="10123"/>
                  </a:lnTo>
                  <a:cubicBezTo>
                    <a:pt x="31" y="10670"/>
                    <a:pt x="31" y="11156"/>
                    <a:pt x="61" y="11673"/>
                  </a:cubicBezTo>
                  <a:lnTo>
                    <a:pt x="11642" y="11673"/>
                  </a:lnTo>
                  <a:cubicBezTo>
                    <a:pt x="11520" y="11521"/>
                    <a:pt x="11460" y="11338"/>
                    <a:pt x="11338" y="11217"/>
                  </a:cubicBezTo>
                  <a:cubicBezTo>
                    <a:pt x="7782" y="7600"/>
                    <a:pt x="4165" y="4043"/>
                    <a:pt x="548" y="426"/>
                  </a:cubicBezTo>
                  <a:cubicBezTo>
                    <a:pt x="456" y="335"/>
                    <a:pt x="304" y="244"/>
                    <a:pt x="0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6"/>
            <p:cNvSpPr/>
            <p:nvPr/>
          </p:nvSpPr>
          <p:spPr>
            <a:xfrm>
              <a:off x="346419" y="554951"/>
              <a:ext cx="545573" cy="550544"/>
            </a:xfrm>
            <a:custGeom>
              <a:avLst/>
              <a:gdLst/>
              <a:ahLst/>
              <a:cxnLst/>
              <a:rect l="l" t="t" r="r" b="b"/>
              <a:pathLst>
                <a:path w="23375" h="23588" extrusionOk="0">
                  <a:moveTo>
                    <a:pt x="16566" y="1"/>
                  </a:moveTo>
                  <a:cubicBezTo>
                    <a:pt x="14864" y="1824"/>
                    <a:pt x="13314" y="3466"/>
                    <a:pt x="11703" y="5168"/>
                  </a:cubicBezTo>
                  <a:cubicBezTo>
                    <a:pt x="10062" y="3466"/>
                    <a:pt x="8542" y="1794"/>
                    <a:pt x="6992" y="153"/>
                  </a:cubicBezTo>
                  <a:cubicBezTo>
                    <a:pt x="6931" y="214"/>
                    <a:pt x="6870" y="214"/>
                    <a:pt x="6809" y="244"/>
                  </a:cubicBezTo>
                  <a:cubicBezTo>
                    <a:pt x="6870" y="2493"/>
                    <a:pt x="6931" y="4712"/>
                    <a:pt x="6992" y="7083"/>
                  </a:cubicBezTo>
                  <a:cubicBezTo>
                    <a:pt x="4651" y="6992"/>
                    <a:pt x="2402" y="6961"/>
                    <a:pt x="153" y="6901"/>
                  </a:cubicBezTo>
                  <a:cubicBezTo>
                    <a:pt x="122" y="6961"/>
                    <a:pt x="122" y="6992"/>
                    <a:pt x="92" y="7083"/>
                  </a:cubicBezTo>
                  <a:cubicBezTo>
                    <a:pt x="1764" y="8633"/>
                    <a:pt x="3375" y="10183"/>
                    <a:pt x="5107" y="11794"/>
                  </a:cubicBezTo>
                  <a:cubicBezTo>
                    <a:pt x="4195" y="12615"/>
                    <a:pt x="3344" y="13375"/>
                    <a:pt x="2554" y="14195"/>
                  </a:cubicBezTo>
                  <a:cubicBezTo>
                    <a:pt x="1764" y="14986"/>
                    <a:pt x="852" y="15685"/>
                    <a:pt x="1" y="16688"/>
                  </a:cubicBezTo>
                  <a:cubicBezTo>
                    <a:pt x="1995" y="16688"/>
                    <a:pt x="3813" y="16493"/>
                    <a:pt x="5660" y="16493"/>
                  </a:cubicBezTo>
                  <a:cubicBezTo>
                    <a:pt x="6121" y="16493"/>
                    <a:pt x="6584" y="16506"/>
                    <a:pt x="7052" y="16536"/>
                  </a:cubicBezTo>
                  <a:cubicBezTo>
                    <a:pt x="6961" y="18937"/>
                    <a:pt x="6900" y="21217"/>
                    <a:pt x="6809" y="23527"/>
                  </a:cubicBezTo>
                  <a:lnTo>
                    <a:pt x="6992" y="23527"/>
                  </a:lnTo>
                  <a:cubicBezTo>
                    <a:pt x="7387" y="23071"/>
                    <a:pt x="7812" y="22585"/>
                    <a:pt x="8207" y="22129"/>
                  </a:cubicBezTo>
                  <a:cubicBezTo>
                    <a:pt x="9119" y="21156"/>
                    <a:pt x="10031" y="20153"/>
                    <a:pt x="11004" y="19180"/>
                  </a:cubicBezTo>
                  <a:cubicBezTo>
                    <a:pt x="11186" y="18937"/>
                    <a:pt x="11399" y="18755"/>
                    <a:pt x="11703" y="18451"/>
                  </a:cubicBezTo>
                  <a:cubicBezTo>
                    <a:pt x="13314" y="20183"/>
                    <a:pt x="14864" y="21855"/>
                    <a:pt x="16414" y="23588"/>
                  </a:cubicBezTo>
                  <a:lnTo>
                    <a:pt x="16505" y="23588"/>
                  </a:lnTo>
                  <a:cubicBezTo>
                    <a:pt x="16475" y="22159"/>
                    <a:pt x="16414" y="20731"/>
                    <a:pt x="16475" y="19332"/>
                  </a:cubicBezTo>
                  <a:lnTo>
                    <a:pt x="16475" y="16506"/>
                  </a:lnTo>
                  <a:cubicBezTo>
                    <a:pt x="18785" y="16536"/>
                    <a:pt x="21065" y="16627"/>
                    <a:pt x="23314" y="16688"/>
                  </a:cubicBezTo>
                  <a:cubicBezTo>
                    <a:pt x="23345" y="16627"/>
                    <a:pt x="23345" y="16597"/>
                    <a:pt x="23375" y="16506"/>
                  </a:cubicBezTo>
                  <a:cubicBezTo>
                    <a:pt x="21703" y="14955"/>
                    <a:pt x="20062" y="13436"/>
                    <a:pt x="18360" y="11794"/>
                  </a:cubicBezTo>
                  <a:cubicBezTo>
                    <a:pt x="19271" y="10943"/>
                    <a:pt x="20062" y="10153"/>
                    <a:pt x="20913" y="9393"/>
                  </a:cubicBezTo>
                  <a:cubicBezTo>
                    <a:pt x="21734" y="8633"/>
                    <a:pt x="22615" y="7873"/>
                    <a:pt x="23345" y="6961"/>
                  </a:cubicBezTo>
                  <a:cubicBezTo>
                    <a:pt x="21034" y="6961"/>
                    <a:pt x="18785" y="7083"/>
                    <a:pt x="16475" y="7083"/>
                  </a:cubicBezTo>
                  <a:cubicBezTo>
                    <a:pt x="16353" y="4682"/>
                    <a:pt x="16688" y="2432"/>
                    <a:pt x="16566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6"/>
            <p:cNvSpPr/>
            <p:nvPr/>
          </p:nvSpPr>
          <p:spPr>
            <a:xfrm>
              <a:off x="337900" y="1105489"/>
              <a:ext cx="246914" cy="235571"/>
            </a:xfrm>
            <a:custGeom>
              <a:avLst/>
              <a:gdLst/>
              <a:ahLst/>
              <a:cxnLst/>
              <a:rect l="l" t="t" r="r" b="b"/>
              <a:pathLst>
                <a:path w="10579" h="10093" extrusionOk="0">
                  <a:moveTo>
                    <a:pt x="7083" y="1"/>
                  </a:moveTo>
                  <a:cubicBezTo>
                    <a:pt x="4803" y="31"/>
                    <a:pt x="2493" y="31"/>
                    <a:pt x="214" y="31"/>
                  </a:cubicBezTo>
                  <a:cubicBezTo>
                    <a:pt x="92" y="639"/>
                    <a:pt x="62" y="1156"/>
                    <a:pt x="1" y="1703"/>
                  </a:cubicBezTo>
                  <a:cubicBezTo>
                    <a:pt x="214" y="2341"/>
                    <a:pt x="183" y="2979"/>
                    <a:pt x="1" y="3618"/>
                  </a:cubicBezTo>
                  <a:cubicBezTo>
                    <a:pt x="31" y="3983"/>
                    <a:pt x="92" y="4317"/>
                    <a:pt x="92" y="4651"/>
                  </a:cubicBezTo>
                  <a:cubicBezTo>
                    <a:pt x="92" y="6475"/>
                    <a:pt x="153" y="8268"/>
                    <a:pt x="153" y="10092"/>
                  </a:cubicBezTo>
                  <a:cubicBezTo>
                    <a:pt x="244" y="9727"/>
                    <a:pt x="366" y="9302"/>
                    <a:pt x="487" y="8907"/>
                  </a:cubicBezTo>
                  <a:cubicBezTo>
                    <a:pt x="1733" y="4621"/>
                    <a:pt x="4499" y="1824"/>
                    <a:pt x="8755" y="487"/>
                  </a:cubicBezTo>
                  <a:cubicBezTo>
                    <a:pt x="9332" y="305"/>
                    <a:pt x="9971" y="213"/>
                    <a:pt x="10579" y="62"/>
                  </a:cubicBezTo>
                  <a:cubicBezTo>
                    <a:pt x="9484" y="31"/>
                    <a:pt x="8390" y="31"/>
                    <a:pt x="7296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6"/>
            <p:cNvSpPr/>
            <p:nvPr/>
          </p:nvSpPr>
          <p:spPr>
            <a:xfrm>
              <a:off x="339323" y="2767746"/>
              <a:ext cx="556939" cy="555655"/>
            </a:xfrm>
            <a:custGeom>
              <a:avLst/>
              <a:gdLst/>
              <a:ahLst/>
              <a:cxnLst/>
              <a:rect l="l" t="t" r="r" b="b"/>
              <a:pathLst>
                <a:path w="23862" h="23807" extrusionOk="0">
                  <a:moveTo>
                    <a:pt x="23679" y="1"/>
                  </a:moveTo>
                  <a:cubicBezTo>
                    <a:pt x="21095" y="1"/>
                    <a:pt x="18512" y="61"/>
                    <a:pt x="15928" y="61"/>
                  </a:cubicBezTo>
                  <a:lnTo>
                    <a:pt x="122" y="61"/>
                  </a:lnTo>
                  <a:cubicBezTo>
                    <a:pt x="92" y="92"/>
                    <a:pt x="61" y="122"/>
                    <a:pt x="1" y="122"/>
                  </a:cubicBezTo>
                  <a:cubicBezTo>
                    <a:pt x="1" y="426"/>
                    <a:pt x="61" y="760"/>
                    <a:pt x="61" y="1064"/>
                  </a:cubicBezTo>
                  <a:lnTo>
                    <a:pt x="61" y="11156"/>
                  </a:lnTo>
                  <a:cubicBezTo>
                    <a:pt x="1" y="15320"/>
                    <a:pt x="1" y="19545"/>
                    <a:pt x="1" y="23770"/>
                  </a:cubicBezTo>
                  <a:cubicBezTo>
                    <a:pt x="61" y="23770"/>
                    <a:pt x="92" y="23770"/>
                    <a:pt x="153" y="23800"/>
                  </a:cubicBezTo>
                  <a:cubicBezTo>
                    <a:pt x="321" y="23804"/>
                    <a:pt x="489" y="23806"/>
                    <a:pt x="657" y="23806"/>
                  </a:cubicBezTo>
                  <a:cubicBezTo>
                    <a:pt x="4273" y="23806"/>
                    <a:pt x="7718" y="22874"/>
                    <a:pt x="10913" y="21247"/>
                  </a:cubicBezTo>
                  <a:cubicBezTo>
                    <a:pt x="15259" y="18998"/>
                    <a:pt x="18542" y="15745"/>
                    <a:pt x="20943" y="11490"/>
                  </a:cubicBezTo>
                  <a:cubicBezTo>
                    <a:pt x="22402" y="8876"/>
                    <a:pt x="23253" y="6080"/>
                    <a:pt x="23649" y="3162"/>
                  </a:cubicBezTo>
                  <a:cubicBezTo>
                    <a:pt x="23800" y="2128"/>
                    <a:pt x="23800" y="1064"/>
                    <a:pt x="23861" y="61"/>
                  </a:cubicBezTo>
                  <a:cubicBezTo>
                    <a:pt x="23800" y="61"/>
                    <a:pt x="23709" y="1"/>
                    <a:pt x="23679" y="1"/>
                  </a:cubicBez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6"/>
            <p:cNvSpPr/>
            <p:nvPr/>
          </p:nvSpPr>
          <p:spPr>
            <a:xfrm>
              <a:off x="342171" y="3877341"/>
              <a:ext cx="550544" cy="559763"/>
            </a:xfrm>
            <a:custGeom>
              <a:avLst/>
              <a:gdLst/>
              <a:ahLst/>
              <a:cxnLst/>
              <a:rect l="l" t="t" r="r" b="b"/>
              <a:pathLst>
                <a:path w="23588" h="23983" extrusionOk="0">
                  <a:moveTo>
                    <a:pt x="11703" y="0"/>
                  </a:moveTo>
                  <a:cubicBezTo>
                    <a:pt x="11551" y="213"/>
                    <a:pt x="11429" y="426"/>
                    <a:pt x="11247" y="608"/>
                  </a:cubicBezTo>
                  <a:lnTo>
                    <a:pt x="304" y="11551"/>
                  </a:lnTo>
                  <a:cubicBezTo>
                    <a:pt x="183" y="11642"/>
                    <a:pt x="122" y="11703"/>
                    <a:pt x="0" y="11794"/>
                  </a:cubicBezTo>
                  <a:lnTo>
                    <a:pt x="0" y="12006"/>
                  </a:lnTo>
                  <a:cubicBezTo>
                    <a:pt x="183" y="12189"/>
                    <a:pt x="426" y="12402"/>
                    <a:pt x="639" y="12706"/>
                  </a:cubicBezTo>
                  <a:cubicBezTo>
                    <a:pt x="4104" y="16140"/>
                    <a:pt x="7599" y="19605"/>
                    <a:pt x="11064" y="23101"/>
                  </a:cubicBezTo>
                  <a:cubicBezTo>
                    <a:pt x="11277" y="23283"/>
                    <a:pt x="11429" y="23587"/>
                    <a:pt x="11642" y="23830"/>
                  </a:cubicBezTo>
                  <a:cubicBezTo>
                    <a:pt x="11672" y="23861"/>
                    <a:pt x="11703" y="23922"/>
                    <a:pt x="11703" y="23982"/>
                  </a:cubicBezTo>
                  <a:lnTo>
                    <a:pt x="11915" y="23982"/>
                  </a:lnTo>
                  <a:cubicBezTo>
                    <a:pt x="11915" y="23891"/>
                    <a:pt x="11976" y="23861"/>
                    <a:pt x="12007" y="23830"/>
                  </a:cubicBezTo>
                  <a:cubicBezTo>
                    <a:pt x="12189" y="23557"/>
                    <a:pt x="12432" y="23253"/>
                    <a:pt x="12645" y="23010"/>
                  </a:cubicBezTo>
                  <a:lnTo>
                    <a:pt x="22858" y="12797"/>
                  </a:lnTo>
                  <a:cubicBezTo>
                    <a:pt x="23131" y="12554"/>
                    <a:pt x="23375" y="12219"/>
                    <a:pt x="23587" y="11915"/>
                  </a:cubicBezTo>
                  <a:lnTo>
                    <a:pt x="23587" y="11885"/>
                  </a:lnTo>
                  <a:cubicBezTo>
                    <a:pt x="23405" y="11672"/>
                    <a:pt x="23223" y="11429"/>
                    <a:pt x="23010" y="11247"/>
                  </a:cubicBezTo>
                  <a:lnTo>
                    <a:pt x="12007" y="213"/>
                  </a:lnTo>
                  <a:cubicBezTo>
                    <a:pt x="11915" y="152"/>
                    <a:pt x="11855" y="61"/>
                    <a:pt x="11763" y="31"/>
                  </a:cubicBezTo>
                  <a:lnTo>
                    <a:pt x="11733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6"/>
            <p:cNvSpPr/>
            <p:nvPr/>
          </p:nvSpPr>
          <p:spPr>
            <a:xfrm>
              <a:off x="340747" y="3640386"/>
              <a:ext cx="274572" cy="512220"/>
            </a:xfrm>
            <a:custGeom>
              <a:avLst/>
              <a:gdLst/>
              <a:ahLst/>
              <a:cxnLst/>
              <a:rect l="l" t="t" r="r" b="b"/>
              <a:pathLst>
                <a:path w="11764" h="21946" extrusionOk="0">
                  <a:moveTo>
                    <a:pt x="183" y="0"/>
                  </a:moveTo>
                  <a:cubicBezTo>
                    <a:pt x="152" y="456"/>
                    <a:pt x="61" y="973"/>
                    <a:pt x="61" y="1429"/>
                  </a:cubicBezTo>
                  <a:cubicBezTo>
                    <a:pt x="61" y="4347"/>
                    <a:pt x="31" y="7234"/>
                    <a:pt x="31" y="10122"/>
                  </a:cubicBezTo>
                  <a:cubicBezTo>
                    <a:pt x="31" y="10730"/>
                    <a:pt x="0" y="11368"/>
                    <a:pt x="0" y="12006"/>
                  </a:cubicBezTo>
                  <a:cubicBezTo>
                    <a:pt x="0" y="13587"/>
                    <a:pt x="31" y="15107"/>
                    <a:pt x="31" y="16657"/>
                  </a:cubicBezTo>
                  <a:cubicBezTo>
                    <a:pt x="31" y="18389"/>
                    <a:pt x="61" y="20183"/>
                    <a:pt x="61" y="21946"/>
                  </a:cubicBezTo>
                  <a:cubicBezTo>
                    <a:pt x="183" y="21855"/>
                    <a:pt x="304" y="21794"/>
                    <a:pt x="365" y="21703"/>
                  </a:cubicBezTo>
                  <a:lnTo>
                    <a:pt x="11308" y="10760"/>
                  </a:lnTo>
                  <a:cubicBezTo>
                    <a:pt x="11490" y="10578"/>
                    <a:pt x="11612" y="10335"/>
                    <a:pt x="11764" y="10152"/>
                  </a:cubicBezTo>
                  <a:cubicBezTo>
                    <a:pt x="5776" y="10091"/>
                    <a:pt x="943" y="5562"/>
                    <a:pt x="183" y="0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6"/>
            <p:cNvSpPr/>
            <p:nvPr/>
          </p:nvSpPr>
          <p:spPr>
            <a:xfrm>
              <a:off x="620980" y="4430003"/>
              <a:ext cx="276719" cy="275272"/>
            </a:xfrm>
            <a:custGeom>
              <a:avLst/>
              <a:gdLst/>
              <a:ahLst/>
              <a:cxnLst/>
              <a:rect l="l" t="t" r="r" b="b"/>
              <a:pathLst>
                <a:path w="11856" h="11794" extrusionOk="0">
                  <a:moveTo>
                    <a:pt x="11855" y="0"/>
                  </a:moveTo>
                  <a:lnTo>
                    <a:pt x="11855" y="0"/>
                  </a:lnTo>
                  <a:cubicBezTo>
                    <a:pt x="7904" y="31"/>
                    <a:pt x="3983" y="31"/>
                    <a:pt x="62" y="31"/>
                  </a:cubicBezTo>
                  <a:cubicBezTo>
                    <a:pt x="31" y="61"/>
                    <a:pt x="1" y="122"/>
                    <a:pt x="1" y="183"/>
                  </a:cubicBezTo>
                  <a:cubicBezTo>
                    <a:pt x="1673" y="1855"/>
                    <a:pt x="3344" y="3526"/>
                    <a:pt x="5046" y="5168"/>
                  </a:cubicBezTo>
                  <a:cubicBezTo>
                    <a:pt x="7235" y="7356"/>
                    <a:pt x="9454" y="9605"/>
                    <a:pt x="11642" y="11794"/>
                  </a:cubicBezTo>
                  <a:cubicBezTo>
                    <a:pt x="11733" y="11794"/>
                    <a:pt x="11764" y="11763"/>
                    <a:pt x="11794" y="11733"/>
                  </a:cubicBezTo>
                  <a:cubicBezTo>
                    <a:pt x="11855" y="7812"/>
                    <a:pt x="11855" y="3921"/>
                    <a:pt x="11855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6"/>
            <p:cNvSpPr/>
            <p:nvPr/>
          </p:nvSpPr>
          <p:spPr>
            <a:xfrm>
              <a:off x="341447" y="4430704"/>
              <a:ext cx="273171" cy="275996"/>
            </a:xfrm>
            <a:custGeom>
              <a:avLst/>
              <a:gdLst/>
              <a:ahLst/>
              <a:cxnLst/>
              <a:rect l="l" t="t" r="r" b="b"/>
              <a:pathLst>
                <a:path w="11704" h="11825" extrusionOk="0">
                  <a:moveTo>
                    <a:pt x="31" y="1"/>
                  </a:moveTo>
                  <a:cubicBezTo>
                    <a:pt x="31" y="153"/>
                    <a:pt x="1" y="305"/>
                    <a:pt x="1" y="457"/>
                  </a:cubicBezTo>
                  <a:lnTo>
                    <a:pt x="1" y="10974"/>
                  </a:lnTo>
                  <a:cubicBezTo>
                    <a:pt x="1" y="11217"/>
                    <a:pt x="31" y="11399"/>
                    <a:pt x="62" y="11825"/>
                  </a:cubicBezTo>
                  <a:cubicBezTo>
                    <a:pt x="4013" y="7843"/>
                    <a:pt x="7873" y="3983"/>
                    <a:pt x="11703" y="153"/>
                  </a:cubicBezTo>
                  <a:cubicBezTo>
                    <a:pt x="11673" y="122"/>
                    <a:pt x="11673" y="31"/>
                    <a:pt x="11612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6"/>
            <p:cNvSpPr/>
            <p:nvPr/>
          </p:nvSpPr>
          <p:spPr>
            <a:xfrm>
              <a:off x="340747" y="4158271"/>
              <a:ext cx="271724" cy="272448"/>
            </a:xfrm>
            <a:custGeom>
              <a:avLst/>
              <a:gdLst/>
              <a:ahLst/>
              <a:cxnLst/>
              <a:rect l="l" t="t" r="r" b="b"/>
              <a:pathLst>
                <a:path w="11642" h="11673" extrusionOk="0">
                  <a:moveTo>
                    <a:pt x="31" y="1"/>
                  </a:moveTo>
                  <a:cubicBezTo>
                    <a:pt x="31" y="426"/>
                    <a:pt x="0" y="822"/>
                    <a:pt x="0" y="1217"/>
                  </a:cubicBezTo>
                  <a:lnTo>
                    <a:pt x="0" y="9059"/>
                  </a:lnTo>
                  <a:cubicBezTo>
                    <a:pt x="0" y="9940"/>
                    <a:pt x="31" y="10791"/>
                    <a:pt x="31" y="11673"/>
                  </a:cubicBezTo>
                  <a:lnTo>
                    <a:pt x="11642" y="11673"/>
                  </a:lnTo>
                  <a:cubicBezTo>
                    <a:pt x="11490" y="11460"/>
                    <a:pt x="11308" y="11186"/>
                    <a:pt x="11095" y="11004"/>
                  </a:cubicBezTo>
                  <a:lnTo>
                    <a:pt x="669" y="578"/>
                  </a:lnTo>
                  <a:cubicBezTo>
                    <a:pt x="456" y="396"/>
                    <a:pt x="244" y="214"/>
                    <a:pt x="31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6"/>
            <p:cNvSpPr/>
            <p:nvPr/>
          </p:nvSpPr>
          <p:spPr>
            <a:xfrm>
              <a:off x="342171" y="1106913"/>
              <a:ext cx="555515" cy="553391"/>
            </a:xfrm>
            <a:custGeom>
              <a:avLst/>
              <a:gdLst/>
              <a:ahLst/>
              <a:cxnLst/>
              <a:rect l="l" t="t" r="r" b="b"/>
              <a:pathLst>
                <a:path w="23801" h="23710" extrusionOk="0">
                  <a:moveTo>
                    <a:pt x="11787" y="8480"/>
                  </a:moveTo>
                  <a:cubicBezTo>
                    <a:pt x="13588" y="8480"/>
                    <a:pt x="15168" y="9989"/>
                    <a:pt x="15168" y="11824"/>
                  </a:cubicBezTo>
                  <a:cubicBezTo>
                    <a:pt x="15168" y="13648"/>
                    <a:pt x="13678" y="15138"/>
                    <a:pt x="11855" y="15168"/>
                  </a:cubicBezTo>
                  <a:cubicBezTo>
                    <a:pt x="11835" y="15168"/>
                    <a:pt x="11816" y="15168"/>
                    <a:pt x="11797" y="15168"/>
                  </a:cubicBezTo>
                  <a:cubicBezTo>
                    <a:pt x="10000" y="15168"/>
                    <a:pt x="8541" y="13750"/>
                    <a:pt x="8511" y="11885"/>
                  </a:cubicBezTo>
                  <a:cubicBezTo>
                    <a:pt x="8481" y="10031"/>
                    <a:pt x="9909" y="8511"/>
                    <a:pt x="11733" y="8481"/>
                  </a:cubicBezTo>
                  <a:cubicBezTo>
                    <a:pt x="11751" y="8481"/>
                    <a:pt x="11769" y="8480"/>
                    <a:pt x="11787" y="8480"/>
                  </a:cubicBezTo>
                  <a:close/>
                  <a:moveTo>
                    <a:pt x="10456" y="1"/>
                  </a:moveTo>
                  <a:cubicBezTo>
                    <a:pt x="9848" y="152"/>
                    <a:pt x="9241" y="244"/>
                    <a:pt x="8633" y="426"/>
                  </a:cubicBezTo>
                  <a:cubicBezTo>
                    <a:pt x="4347" y="1763"/>
                    <a:pt x="1550" y="4560"/>
                    <a:pt x="335" y="8846"/>
                  </a:cubicBezTo>
                  <a:cubicBezTo>
                    <a:pt x="243" y="9241"/>
                    <a:pt x="122" y="9666"/>
                    <a:pt x="0" y="10031"/>
                  </a:cubicBezTo>
                  <a:lnTo>
                    <a:pt x="0" y="13648"/>
                  </a:lnTo>
                  <a:cubicBezTo>
                    <a:pt x="31" y="13830"/>
                    <a:pt x="122" y="13982"/>
                    <a:pt x="152" y="14165"/>
                  </a:cubicBezTo>
                  <a:cubicBezTo>
                    <a:pt x="1246" y="18967"/>
                    <a:pt x="4225" y="22007"/>
                    <a:pt x="8937" y="23375"/>
                  </a:cubicBezTo>
                  <a:cubicBezTo>
                    <a:pt x="9301" y="23496"/>
                    <a:pt x="9666" y="23587"/>
                    <a:pt x="10031" y="23679"/>
                  </a:cubicBezTo>
                  <a:cubicBezTo>
                    <a:pt x="11247" y="23679"/>
                    <a:pt x="12462" y="23679"/>
                    <a:pt x="13678" y="23709"/>
                  </a:cubicBezTo>
                  <a:cubicBezTo>
                    <a:pt x="13861" y="23648"/>
                    <a:pt x="14013" y="23557"/>
                    <a:pt x="14225" y="23527"/>
                  </a:cubicBezTo>
                  <a:cubicBezTo>
                    <a:pt x="19180" y="22402"/>
                    <a:pt x="22797" y="18603"/>
                    <a:pt x="23587" y="13587"/>
                  </a:cubicBezTo>
                  <a:cubicBezTo>
                    <a:pt x="23648" y="13405"/>
                    <a:pt x="23709" y="13253"/>
                    <a:pt x="23739" y="13071"/>
                  </a:cubicBezTo>
                  <a:cubicBezTo>
                    <a:pt x="23739" y="12645"/>
                    <a:pt x="23800" y="12280"/>
                    <a:pt x="23800" y="11885"/>
                  </a:cubicBezTo>
                  <a:cubicBezTo>
                    <a:pt x="23800" y="11703"/>
                    <a:pt x="23739" y="11520"/>
                    <a:pt x="23739" y="11308"/>
                  </a:cubicBezTo>
                  <a:cubicBezTo>
                    <a:pt x="23405" y="6262"/>
                    <a:pt x="20305" y="2128"/>
                    <a:pt x="15624" y="578"/>
                  </a:cubicBezTo>
                  <a:cubicBezTo>
                    <a:pt x="14894" y="335"/>
                    <a:pt x="14134" y="183"/>
                    <a:pt x="13405" y="1"/>
                  </a:cubicBezTo>
                  <a:close/>
                </a:path>
              </a:pathLst>
            </a:custGeom>
            <a:solidFill>
              <a:srgbClr val="838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6"/>
            <p:cNvSpPr/>
            <p:nvPr/>
          </p:nvSpPr>
          <p:spPr>
            <a:xfrm>
              <a:off x="508173" y="986311"/>
              <a:ext cx="219956" cy="120621"/>
            </a:xfrm>
            <a:custGeom>
              <a:avLst/>
              <a:gdLst/>
              <a:ahLst/>
              <a:cxnLst/>
              <a:rect l="l" t="t" r="r" b="b"/>
              <a:pathLst>
                <a:path w="9424" h="5168" extrusionOk="0">
                  <a:moveTo>
                    <a:pt x="4712" y="0"/>
                  </a:moveTo>
                  <a:cubicBezTo>
                    <a:pt x="4439" y="304"/>
                    <a:pt x="4195" y="487"/>
                    <a:pt x="3983" y="730"/>
                  </a:cubicBezTo>
                  <a:cubicBezTo>
                    <a:pt x="3071" y="1702"/>
                    <a:pt x="2129" y="2705"/>
                    <a:pt x="1217" y="3678"/>
                  </a:cubicBezTo>
                  <a:cubicBezTo>
                    <a:pt x="791" y="4134"/>
                    <a:pt x="396" y="4590"/>
                    <a:pt x="1" y="5107"/>
                  </a:cubicBezTo>
                  <a:cubicBezTo>
                    <a:pt x="1095" y="5137"/>
                    <a:pt x="2189" y="5137"/>
                    <a:pt x="3284" y="5168"/>
                  </a:cubicBezTo>
                  <a:lnTo>
                    <a:pt x="6262" y="5168"/>
                  </a:lnTo>
                  <a:cubicBezTo>
                    <a:pt x="7326" y="5137"/>
                    <a:pt x="8390" y="5137"/>
                    <a:pt x="9423" y="5137"/>
                  </a:cubicBezTo>
                  <a:cubicBezTo>
                    <a:pt x="7873" y="3435"/>
                    <a:pt x="6293" y="1763"/>
                    <a:pt x="4712" y="0"/>
                  </a:cubicBezTo>
                  <a:close/>
                </a:path>
              </a:pathLst>
            </a:custGeom>
            <a:solidFill>
              <a:srgbClr val="FF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6"/>
            <p:cNvSpPr/>
            <p:nvPr/>
          </p:nvSpPr>
          <p:spPr>
            <a:xfrm>
              <a:off x="340747" y="2212960"/>
              <a:ext cx="556939" cy="556216"/>
            </a:xfrm>
            <a:custGeom>
              <a:avLst/>
              <a:gdLst/>
              <a:ahLst/>
              <a:cxnLst/>
              <a:rect l="l" t="t" r="r" b="b"/>
              <a:pathLst>
                <a:path w="23862" h="23831" extrusionOk="0">
                  <a:moveTo>
                    <a:pt x="4317" y="3526"/>
                  </a:moveTo>
                  <a:cubicBezTo>
                    <a:pt x="4347" y="3556"/>
                    <a:pt x="4347" y="3556"/>
                    <a:pt x="4347" y="3617"/>
                  </a:cubicBezTo>
                  <a:cubicBezTo>
                    <a:pt x="4347" y="3556"/>
                    <a:pt x="4317" y="3556"/>
                    <a:pt x="4286" y="3526"/>
                  </a:cubicBezTo>
                  <a:close/>
                  <a:moveTo>
                    <a:pt x="17478" y="21551"/>
                  </a:moveTo>
                  <a:lnTo>
                    <a:pt x="17508" y="21611"/>
                  </a:lnTo>
                  <a:lnTo>
                    <a:pt x="17417" y="21611"/>
                  </a:lnTo>
                  <a:lnTo>
                    <a:pt x="17478" y="21551"/>
                  </a:lnTo>
                  <a:close/>
                  <a:moveTo>
                    <a:pt x="61" y="0"/>
                  </a:moveTo>
                  <a:cubicBezTo>
                    <a:pt x="31" y="31"/>
                    <a:pt x="31" y="61"/>
                    <a:pt x="0" y="61"/>
                  </a:cubicBezTo>
                  <a:cubicBezTo>
                    <a:pt x="0" y="122"/>
                    <a:pt x="0" y="152"/>
                    <a:pt x="31" y="152"/>
                  </a:cubicBezTo>
                  <a:cubicBezTo>
                    <a:pt x="31" y="608"/>
                    <a:pt x="61" y="1064"/>
                    <a:pt x="152" y="1520"/>
                  </a:cubicBezTo>
                  <a:lnTo>
                    <a:pt x="152" y="23830"/>
                  </a:lnTo>
                  <a:lnTo>
                    <a:pt x="15958" y="23830"/>
                  </a:lnTo>
                  <a:cubicBezTo>
                    <a:pt x="18542" y="23830"/>
                    <a:pt x="21125" y="23770"/>
                    <a:pt x="23709" y="23770"/>
                  </a:cubicBezTo>
                  <a:cubicBezTo>
                    <a:pt x="23739" y="23709"/>
                    <a:pt x="23800" y="23678"/>
                    <a:pt x="23861" y="23587"/>
                  </a:cubicBezTo>
                  <a:lnTo>
                    <a:pt x="23861" y="12189"/>
                  </a:lnTo>
                  <a:lnTo>
                    <a:pt x="23496" y="11976"/>
                  </a:lnTo>
                  <a:cubicBezTo>
                    <a:pt x="22098" y="12189"/>
                    <a:pt x="20670" y="12432"/>
                    <a:pt x="19028" y="12675"/>
                  </a:cubicBezTo>
                  <a:cubicBezTo>
                    <a:pt x="19484" y="12888"/>
                    <a:pt x="19758" y="12979"/>
                    <a:pt x="20001" y="13101"/>
                  </a:cubicBezTo>
                  <a:cubicBezTo>
                    <a:pt x="20973" y="13496"/>
                    <a:pt x="21946" y="13891"/>
                    <a:pt x="22949" y="14286"/>
                  </a:cubicBezTo>
                  <a:cubicBezTo>
                    <a:pt x="21642" y="14256"/>
                    <a:pt x="20305" y="14195"/>
                    <a:pt x="18755" y="14165"/>
                  </a:cubicBezTo>
                  <a:lnTo>
                    <a:pt x="18755" y="14165"/>
                  </a:lnTo>
                  <a:cubicBezTo>
                    <a:pt x="19940" y="15046"/>
                    <a:pt x="21125" y="15654"/>
                    <a:pt x="22189" y="16383"/>
                  </a:cubicBezTo>
                  <a:cubicBezTo>
                    <a:pt x="22129" y="16444"/>
                    <a:pt x="22129" y="16475"/>
                    <a:pt x="22098" y="16566"/>
                  </a:cubicBezTo>
                  <a:cubicBezTo>
                    <a:pt x="20882" y="16231"/>
                    <a:pt x="19697" y="15927"/>
                    <a:pt x="18481" y="15563"/>
                  </a:cubicBezTo>
                  <a:cubicBezTo>
                    <a:pt x="18451" y="15624"/>
                    <a:pt x="18420" y="15684"/>
                    <a:pt x="18390" y="15715"/>
                  </a:cubicBezTo>
                  <a:cubicBezTo>
                    <a:pt x="19059" y="16687"/>
                    <a:pt x="20122" y="17326"/>
                    <a:pt x="20973" y="18450"/>
                  </a:cubicBezTo>
                  <a:cubicBezTo>
                    <a:pt x="20578" y="18298"/>
                    <a:pt x="20396" y="18268"/>
                    <a:pt x="20214" y="18207"/>
                  </a:cubicBezTo>
                  <a:cubicBezTo>
                    <a:pt x="19545" y="17842"/>
                    <a:pt x="18907" y="17478"/>
                    <a:pt x="18268" y="17174"/>
                  </a:cubicBezTo>
                  <a:cubicBezTo>
                    <a:pt x="17995" y="17022"/>
                    <a:pt x="17691" y="16991"/>
                    <a:pt x="17387" y="16900"/>
                  </a:cubicBezTo>
                  <a:lnTo>
                    <a:pt x="17387" y="16900"/>
                  </a:lnTo>
                  <a:cubicBezTo>
                    <a:pt x="17812" y="17599"/>
                    <a:pt x="18268" y="18268"/>
                    <a:pt x="18694" y="18967"/>
                  </a:cubicBezTo>
                  <a:cubicBezTo>
                    <a:pt x="18876" y="19210"/>
                    <a:pt x="19028" y="19514"/>
                    <a:pt x="19211" y="19818"/>
                  </a:cubicBezTo>
                  <a:cubicBezTo>
                    <a:pt x="19302" y="19909"/>
                    <a:pt x="19332" y="19970"/>
                    <a:pt x="19363" y="20061"/>
                  </a:cubicBezTo>
                  <a:lnTo>
                    <a:pt x="19363" y="20244"/>
                  </a:lnTo>
                  <a:lnTo>
                    <a:pt x="19241" y="20122"/>
                  </a:lnTo>
                  <a:cubicBezTo>
                    <a:pt x="19180" y="20092"/>
                    <a:pt x="19089" y="20031"/>
                    <a:pt x="19028" y="19970"/>
                  </a:cubicBezTo>
                  <a:cubicBezTo>
                    <a:pt x="18147" y="19301"/>
                    <a:pt x="17235" y="18572"/>
                    <a:pt x="16353" y="17903"/>
                  </a:cubicBezTo>
                  <a:lnTo>
                    <a:pt x="16353" y="17903"/>
                  </a:lnTo>
                  <a:cubicBezTo>
                    <a:pt x="16475" y="19058"/>
                    <a:pt x="17083" y="20061"/>
                    <a:pt x="17235" y="21277"/>
                  </a:cubicBezTo>
                  <a:cubicBezTo>
                    <a:pt x="17052" y="21156"/>
                    <a:pt x="16900" y="21004"/>
                    <a:pt x="16748" y="20852"/>
                  </a:cubicBezTo>
                  <a:cubicBezTo>
                    <a:pt x="16141" y="20092"/>
                    <a:pt x="15502" y="19362"/>
                    <a:pt x="14894" y="18602"/>
                  </a:cubicBezTo>
                  <a:lnTo>
                    <a:pt x="14894" y="18602"/>
                  </a:lnTo>
                  <a:cubicBezTo>
                    <a:pt x="15046" y="19727"/>
                    <a:pt x="15198" y="20791"/>
                    <a:pt x="15350" y="21885"/>
                  </a:cubicBezTo>
                  <a:cubicBezTo>
                    <a:pt x="15381" y="22098"/>
                    <a:pt x="15411" y="22311"/>
                    <a:pt x="15381" y="22554"/>
                  </a:cubicBezTo>
                  <a:cubicBezTo>
                    <a:pt x="14651" y="21459"/>
                    <a:pt x="14165" y="20274"/>
                    <a:pt x="13435" y="18967"/>
                  </a:cubicBezTo>
                  <a:cubicBezTo>
                    <a:pt x="13162" y="20426"/>
                    <a:pt x="13253" y="21763"/>
                    <a:pt x="13101" y="23070"/>
                  </a:cubicBezTo>
                  <a:cubicBezTo>
                    <a:pt x="12554" y="21794"/>
                    <a:pt x="12402" y="20487"/>
                    <a:pt x="11916" y="19028"/>
                  </a:cubicBezTo>
                  <a:cubicBezTo>
                    <a:pt x="11399" y="20396"/>
                    <a:pt x="11247" y="21733"/>
                    <a:pt x="10821" y="22949"/>
                  </a:cubicBezTo>
                  <a:lnTo>
                    <a:pt x="10639" y="22949"/>
                  </a:lnTo>
                  <a:cubicBezTo>
                    <a:pt x="10548" y="21642"/>
                    <a:pt x="10517" y="20365"/>
                    <a:pt x="10487" y="19058"/>
                  </a:cubicBezTo>
                  <a:cubicBezTo>
                    <a:pt x="10396" y="19058"/>
                    <a:pt x="10365" y="19028"/>
                    <a:pt x="10274" y="19028"/>
                  </a:cubicBezTo>
                  <a:cubicBezTo>
                    <a:pt x="9757" y="20183"/>
                    <a:pt x="9180" y="21308"/>
                    <a:pt x="8602" y="22463"/>
                  </a:cubicBezTo>
                  <a:cubicBezTo>
                    <a:pt x="8450" y="21125"/>
                    <a:pt x="8967" y="19909"/>
                    <a:pt x="8998" y="18420"/>
                  </a:cubicBezTo>
                  <a:lnTo>
                    <a:pt x="8998" y="18420"/>
                  </a:lnTo>
                  <a:cubicBezTo>
                    <a:pt x="8086" y="19575"/>
                    <a:pt x="7295" y="20548"/>
                    <a:pt x="6536" y="21490"/>
                  </a:cubicBezTo>
                  <a:cubicBezTo>
                    <a:pt x="6444" y="21459"/>
                    <a:pt x="6414" y="21429"/>
                    <a:pt x="6323" y="21399"/>
                  </a:cubicBezTo>
                  <a:cubicBezTo>
                    <a:pt x="6687" y="20213"/>
                    <a:pt x="7235" y="19119"/>
                    <a:pt x="7508" y="17812"/>
                  </a:cubicBezTo>
                  <a:lnTo>
                    <a:pt x="7508" y="17812"/>
                  </a:lnTo>
                  <a:cubicBezTo>
                    <a:pt x="6900" y="18298"/>
                    <a:pt x="6323" y="18845"/>
                    <a:pt x="5715" y="19301"/>
                  </a:cubicBezTo>
                  <a:cubicBezTo>
                    <a:pt x="5320" y="19605"/>
                    <a:pt x="4864" y="19879"/>
                    <a:pt x="4438" y="20183"/>
                  </a:cubicBezTo>
                  <a:cubicBezTo>
                    <a:pt x="4347" y="20244"/>
                    <a:pt x="4286" y="20274"/>
                    <a:pt x="4195" y="20365"/>
                  </a:cubicBezTo>
                  <a:cubicBezTo>
                    <a:pt x="4256" y="20274"/>
                    <a:pt x="4317" y="20244"/>
                    <a:pt x="4408" y="20183"/>
                  </a:cubicBezTo>
                  <a:cubicBezTo>
                    <a:pt x="4894" y="19362"/>
                    <a:pt x="5411" y="18572"/>
                    <a:pt x="5928" y="17782"/>
                  </a:cubicBezTo>
                  <a:cubicBezTo>
                    <a:pt x="6080" y="17508"/>
                    <a:pt x="6262" y="17204"/>
                    <a:pt x="6444" y="16931"/>
                  </a:cubicBezTo>
                  <a:cubicBezTo>
                    <a:pt x="6384" y="16900"/>
                    <a:pt x="6323" y="16839"/>
                    <a:pt x="6292" y="16779"/>
                  </a:cubicBezTo>
                  <a:lnTo>
                    <a:pt x="3891" y="18055"/>
                  </a:lnTo>
                  <a:cubicBezTo>
                    <a:pt x="3557" y="18238"/>
                    <a:pt x="3222" y="18359"/>
                    <a:pt x="2888" y="18511"/>
                  </a:cubicBezTo>
                  <a:cubicBezTo>
                    <a:pt x="2827" y="18542"/>
                    <a:pt x="2797" y="18542"/>
                    <a:pt x="2766" y="18572"/>
                  </a:cubicBezTo>
                  <a:cubicBezTo>
                    <a:pt x="2797" y="18542"/>
                    <a:pt x="2797" y="18511"/>
                    <a:pt x="2827" y="18450"/>
                  </a:cubicBezTo>
                  <a:cubicBezTo>
                    <a:pt x="3405" y="17842"/>
                    <a:pt x="3982" y="17234"/>
                    <a:pt x="4560" y="16687"/>
                  </a:cubicBezTo>
                  <a:lnTo>
                    <a:pt x="5472" y="15776"/>
                  </a:lnTo>
                  <a:cubicBezTo>
                    <a:pt x="5411" y="15715"/>
                    <a:pt x="5380" y="15654"/>
                    <a:pt x="5350" y="15563"/>
                  </a:cubicBezTo>
                  <a:lnTo>
                    <a:pt x="1703" y="16596"/>
                  </a:lnTo>
                  <a:cubicBezTo>
                    <a:pt x="1672" y="16535"/>
                    <a:pt x="1672" y="16475"/>
                    <a:pt x="1611" y="16414"/>
                  </a:cubicBezTo>
                  <a:cubicBezTo>
                    <a:pt x="2736" y="15715"/>
                    <a:pt x="3830" y="15016"/>
                    <a:pt x="4925" y="14317"/>
                  </a:cubicBezTo>
                  <a:cubicBezTo>
                    <a:pt x="4894" y="14256"/>
                    <a:pt x="4894" y="14195"/>
                    <a:pt x="4864" y="14134"/>
                  </a:cubicBezTo>
                  <a:cubicBezTo>
                    <a:pt x="3435" y="14195"/>
                    <a:pt x="2067" y="14317"/>
                    <a:pt x="669" y="14408"/>
                  </a:cubicBezTo>
                  <a:cubicBezTo>
                    <a:pt x="669" y="14347"/>
                    <a:pt x="639" y="14317"/>
                    <a:pt x="639" y="14286"/>
                  </a:cubicBezTo>
                  <a:cubicBezTo>
                    <a:pt x="1915" y="13800"/>
                    <a:pt x="3222" y="13344"/>
                    <a:pt x="4499" y="12827"/>
                  </a:cubicBezTo>
                  <a:lnTo>
                    <a:pt x="4499" y="12645"/>
                  </a:lnTo>
                  <a:cubicBezTo>
                    <a:pt x="3131" y="12432"/>
                    <a:pt x="1824" y="12219"/>
                    <a:pt x="456" y="12006"/>
                  </a:cubicBezTo>
                  <a:lnTo>
                    <a:pt x="456" y="11854"/>
                  </a:lnTo>
                  <a:cubicBezTo>
                    <a:pt x="1824" y="11672"/>
                    <a:pt x="3131" y="11459"/>
                    <a:pt x="4469" y="11277"/>
                  </a:cubicBezTo>
                  <a:cubicBezTo>
                    <a:pt x="4469" y="11216"/>
                    <a:pt x="4499" y="11155"/>
                    <a:pt x="4499" y="11095"/>
                  </a:cubicBezTo>
                  <a:cubicBezTo>
                    <a:pt x="3253" y="10608"/>
                    <a:pt x="2037" y="10152"/>
                    <a:pt x="791" y="9696"/>
                  </a:cubicBezTo>
                  <a:cubicBezTo>
                    <a:pt x="791" y="9636"/>
                    <a:pt x="821" y="9575"/>
                    <a:pt x="821" y="9544"/>
                  </a:cubicBezTo>
                  <a:lnTo>
                    <a:pt x="4712" y="9757"/>
                  </a:lnTo>
                  <a:cubicBezTo>
                    <a:pt x="3739" y="8785"/>
                    <a:pt x="2523" y="8207"/>
                    <a:pt x="1551" y="7295"/>
                  </a:cubicBezTo>
                  <a:lnTo>
                    <a:pt x="1551" y="7295"/>
                  </a:lnTo>
                  <a:cubicBezTo>
                    <a:pt x="2827" y="7660"/>
                    <a:pt x="4134" y="8025"/>
                    <a:pt x="5411" y="8389"/>
                  </a:cubicBezTo>
                  <a:cubicBezTo>
                    <a:pt x="5472" y="8359"/>
                    <a:pt x="5502" y="8268"/>
                    <a:pt x="5532" y="8237"/>
                  </a:cubicBezTo>
                  <a:cubicBezTo>
                    <a:pt x="4621" y="7356"/>
                    <a:pt x="3739" y="6444"/>
                    <a:pt x="2827" y="5593"/>
                  </a:cubicBezTo>
                  <a:cubicBezTo>
                    <a:pt x="2888" y="5502"/>
                    <a:pt x="2918" y="5471"/>
                    <a:pt x="2949" y="5380"/>
                  </a:cubicBezTo>
                  <a:cubicBezTo>
                    <a:pt x="4043" y="5927"/>
                    <a:pt x="5107" y="6444"/>
                    <a:pt x="6171" y="6991"/>
                  </a:cubicBezTo>
                  <a:cubicBezTo>
                    <a:pt x="6232" y="6961"/>
                    <a:pt x="6262" y="6870"/>
                    <a:pt x="6292" y="6839"/>
                  </a:cubicBezTo>
                  <a:cubicBezTo>
                    <a:pt x="5654" y="5836"/>
                    <a:pt x="5046" y="4894"/>
                    <a:pt x="4438" y="3921"/>
                  </a:cubicBezTo>
                  <a:cubicBezTo>
                    <a:pt x="4408" y="3800"/>
                    <a:pt x="4408" y="3708"/>
                    <a:pt x="4347" y="3617"/>
                  </a:cubicBezTo>
                  <a:lnTo>
                    <a:pt x="4347" y="3617"/>
                  </a:lnTo>
                  <a:cubicBezTo>
                    <a:pt x="4438" y="3678"/>
                    <a:pt x="4499" y="3708"/>
                    <a:pt x="4590" y="3769"/>
                  </a:cubicBezTo>
                  <a:cubicBezTo>
                    <a:pt x="5259" y="4286"/>
                    <a:pt x="5928" y="4772"/>
                    <a:pt x="6566" y="5319"/>
                  </a:cubicBezTo>
                  <a:cubicBezTo>
                    <a:pt x="6839" y="5532"/>
                    <a:pt x="7143" y="5745"/>
                    <a:pt x="7387" y="5927"/>
                  </a:cubicBezTo>
                  <a:lnTo>
                    <a:pt x="7508" y="5806"/>
                  </a:lnTo>
                  <a:cubicBezTo>
                    <a:pt x="7174" y="4833"/>
                    <a:pt x="6779" y="3860"/>
                    <a:pt x="6444" y="2888"/>
                  </a:cubicBezTo>
                  <a:cubicBezTo>
                    <a:pt x="6323" y="2553"/>
                    <a:pt x="6232" y="2249"/>
                    <a:pt x="6110" y="1885"/>
                  </a:cubicBezTo>
                  <a:lnTo>
                    <a:pt x="6080" y="1854"/>
                  </a:lnTo>
                  <a:lnTo>
                    <a:pt x="6110" y="1854"/>
                  </a:lnTo>
                  <a:cubicBezTo>
                    <a:pt x="6292" y="2128"/>
                    <a:pt x="6475" y="2341"/>
                    <a:pt x="6687" y="2614"/>
                  </a:cubicBezTo>
                  <a:cubicBezTo>
                    <a:pt x="7356" y="3465"/>
                    <a:pt x="8086" y="4316"/>
                    <a:pt x="8754" y="5167"/>
                  </a:cubicBezTo>
                  <a:cubicBezTo>
                    <a:pt x="8906" y="3921"/>
                    <a:pt x="8450" y="2736"/>
                    <a:pt x="8390" y="1368"/>
                  </a:cubicBezTo>
                  <a:lnTo>
                    <a:pt x="8390" y="1368"/>
                  </a:lnTo>
                  <a:cubicBezTo>
                    <a:pt x="9028" y="1854"/>
                    <a:pt x="9119" y="2553"/>
                    <a:pt x="9423" y="3070"/>
                  </a:cubicBezTo>
                  <a:cubicBezTo>
                    <a:pt x="9727" y="3617"/>
                    <a:pt x="9970" y="4164"/>
                    <a:pt x="10244" y="4742"/>
                  </a:cubicBezTo>
                  <a:cubicBezTo>
                    <a:pt x="10335" y="4742"/>
                    <a:pt x="10396" y="4712"/>
                    <a:pt x="10487" y="4712"/>
                  </a:cubicBezTo>
                  <a:cubicBezTo>
                    <a:pt x="10487" y="4104"/>
                    <a:pt x="10517" y="3465"/>
                    <a:pt x="10517" y="2797"/>
                  </a:cubicBezTo>
                  <a:cubicBezTo>
                    <a:pt x="10548" y="2158"/>
                    <a:pt x="10548" y="1490"/>
                    <a:pt x="10548" y="821"/>
                  </a:cubicBezTo>
                  <a:cubicBezTo>
                    <a:pt x="10578" y="730"/>
                    <a:pt x="10639" y="639"/>
                    <a:pt x="10669" y="517"/>
                  </a:cubicBezTo>
                  <a:cubicBezTo>
                    <a:pt x="10730" y="639"/>
                    <a:pt x="10791" y="730"/>
                    <a:pt x="10852" y="790"/>
                  </a:cubicBezTo>
                  <a:cubicBezTo>
                    <a:pt x="11156" y="2037"/>
                    <a:pt x="11460" y="3344"/>
                    <a:pt x="11764" y="4590"/>
                  </a:cubicBezTo>
                  <a:lnTo>
                    <a:pt x="12007" y="4590"/>
                  </a:lnTo>
                  <a:cubicBezTo>
                    <a:pt x="12341" y="3222"/>
                    <a:pt x="12675" y="1824"/>
                    <a:pt x="13010" y="456"/>
                  </a:cubicBezTo>
                  <a:cubicBezTo>
                    <a:pt x="12979" y="335"/>
                    <a:pt x="12979" y="183"/>
                    <a:pt x="12949" y="61"/>
                  </a:cubicBezTo>
                  <a:cubicBezTo>
                    <a:pt x="12645" y="31"/>
                    <a:pt x="12311" y="31"/>
                    <a:pt x="12007" y="0"/>
                  </a:cubicBezTo>
                  <a:cubicBezTo>
                    <a:pt x="9940" y="0"/>
                    <a:pt x="7903" y="31"/>
                    <a:pt x="5836" y="31"/>
                  </a:cubicBezTo>
                  <a:cubicBezTo>
                    <a:pt x="3891" y="31"/>
                    <a:pt x="2007" y="0"/>
                    <a:pt x="61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6"/>
            <p:cNvSpPr/>
            <p:nvPr/>
          </p:nvSpPr>
          <p:spPr>
            <a:xfrm>
              <a:off x="342871" y="1658875"/>
              <a:ext cx="554815" cy="555492"/>
            </a:xfrm>
            <a:custGeom>
              <a:avLst/>
              <a:gdLst/>
              <a:ahLst/>
              <a:cxnLst/>
              <a:rect l="l" t="t" r="r" b="b"/>
              <a:pathLst>
                <a:path w="23771" h="23800" extrusionOk="0">
                  <a:moveTo>
                    <a:pt x="23679" y="0"/>
                  </a:moveTo>
                  <a:cubicBezTo>
                    <a:pt x="23648" y="31"/>
                    <a:pt x="23557" y="31"/>
                    <a:pt x="23527" y="61"/>
                  </a:cubicBezTo>
                  <a:cubicBezTo>
                    <a:pt x="23345" y="335"/>
                    <a:pt x="23101" y="639"/>
                    <a:pt x="22889" y="851"/>
                  </a:cubicBezTo>
                  <a:lnTo>
                    <a:pt x="1976" y="21763"/>
                  </a:lnTo>
                  <a:cubicBezTo>
                    <a:pt x="1338" y="22402"/>
                    <a:pt x="669" y="23010"/>
                    <a:pt x="1" y="23648"/>
                  </a:cubicBezTo>
                  <a:cubicBezTo>
                    <a:pt x="61" y="23709"/>
                    <a:pt x="61" y="23739"/>
                    <a:pt x="1" y="23770"/>
                  </a:cubicBezTo>
                  <a:cubicBezTo>
                    <a:pt x="1946" y="23770"/>
                    <a:pt x="3861" y="23800"/>
                    <a:pt x="5776" y="23800"/>
                  </a:cubicBezTo>
                  <a:cubicBezTo>
                    <a:pt x="7843" y="23800"/>
                    <a:pt x="9879" y="23770"/>
                    <a:pt x="11946" y="23770"/>
                  </a:cubicBezTo>
                  <a:cubicBezTo>
                    <a:pt x="12098" y="23587"/>
                    <a:pt x="12250" y="23344"/>
                    <a:pt x="12432" y="23192"/>
                  </a:cubicBezTo>
                  <a:lnTo>
                    <a:pt x="23101" y="12523"/>
                  </a:lnTo>
                  <a:cubicBezTo>
                    <a:pt x="23314" y="12371"/>
                    <a:pt x="23497" y="12189"/>
                    <a:pt x="23679" y="12037"/>
                  </a:cubicBezTo>
                  <a:cubicBezTo>
                    <a:pt x="23679" y="11642"/>
                    <a:pt x="23709" y="11277"/>
                    <a:pt x="23709" y="10882"/>
                  </a:cubicBezTo>
                  <a:lnTo>
                    <a:pt x="23709" y="1398"/>
                  </a:lnTo>
                  <a:cubicBezTo>
                    <a:pt x="23709" y="943"/>
                    <a:pt x="23770" y="517"/>
                    <a:pt x="23770" y="61"/>
                  </a:cubicBezTo>
                  <a:lnTo>
                    <a:pt x="23679" y="0"/>
                  </a:lnTo>
                  <a:close/>
                </a:path>
              </a:pathLst>
            </a:custGeom>
            <a:solidFill>
              <a:srgbClr val="C1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6"/>
            <p:cNvSpPr/>
            <p:nvPr/>
          </p:nvSpPr>
          <p:spPr>
            <a:xfrm>
              <a:off x="660707" y="1411276"/>
              <a:ext cx="234847" cy="249038"/>
            </a:xfrm>
            <a:custGeom>
              <a:avLst/>
              <a:gdLst/>
              <a:ahLst/>
              <a:cxnLst/>
              <a:rect l="l" t="t" r="r" b="b"/>
              <a:pathLst>
                <a:path w="10062" h="10670" extrusionOk="0">
                  <a:moveTo>
                    <a:pt x="10062" y="0"/>
                  </a:moveTo>
                  <a:cubicBezTo>
                    <a:pt x="10001" y="152"/>
                    <a:pt x="9940" y="335"/>
                    <a:pt x="9910" y="517"/>
                  </a:cubicBezTo>
                  <a:cubicBezTo>
                    <a:pt x="9120" y="5593"/>
                    <a:pt x="5533" y="9392"/>
                    <a:pt x="518" y="10456"/>
                  </a:cubicBezTo>
                  <a:cubicBezTo>
                    <a:pt x="335" y="10517"/>
                    <a:pt x="183" y="10547"/>
                    <a:pt x="1" y="10639"/>
                  </a:cubicBezTo>
                  <a:cubicBezTo>
                    <a:pt x="3314" y="10639"/>
                    <a:pt x="6597" y="10669"/>
                    <a:pt x="9910" y="10669"/>
                  </a:cubicBezTo>
                  <a:cubicBezTo>
                    <a:pt x="9940" y="10639"/>
                    <a:pt x="10031" y="10608"/>
                    <a:pt x="10062" y="10608"/>
                  </a:cubicBezTo>
                  <a:lnTo>
                    <a:pt x="10062" y="0"/>
                  </a:ln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6"/>
            <p:cNvSpPr/>
            <p:nvPr/>
          </p:nvSpPr>
          <p:spPr>
            <a:xfrm>
              <a:off x="617432" y="3643934"/>
              <a:ext cx="278119" cy="509396"/>
            </a:xfrm>
            <a:custGeom>
              <a:avLst/>
              <a:gdLst/>
              <a:ahLst/>
              <a:cxnLst/>
              <a:rect l="l" t="t" r="r" b="b"/>
              <a:pathLst>
                <a:path w="11916" h="21825" extrusionOk="0">
                  <a:moveTo>
                    <a:pt x="11916" y="0"/>
                  </a:moveTo>
                  <a:cubicBezTo>
                    <a:pt x="11703" y="304"/>
                    <a:pt x="11612" y="608"/>
                    <a:pt x="11521" y="912"/>
                  </a:cubicBezTo>
                  <a:cubicBezTo>
                    <a:pt x="11126" y="2675"/>
                    <a:pt x="10335" y="4255"/>
                    <a:pt x="9180" y="5623"/>
                  </a:cubicBezTo>
                  <a:cubicBezTo>
                    <a:pt x="6779" y="8480"/>
                    <a:pt x="3709" y="9939"/>
                    <a:pt x="1" y="10000"/>
                  </a:cubicBezTo>
                  <a:cubicBezTo>
                    <a:pt x="62" y="10031"/>
                    <a:pt x="153" y="10122"/>
                    <a:pt x="183" y="10152"/>
                  </a:cubicBezTo>
                  <a:cubicBezTo>
                    <a:pt x="3861" y="13800"/>
                    <a:pt x="7509" y="17478"/>
                    <a:pt x="11186" y="21186"/>
                  </a:cubicBezTo>
                  <a:cubicBezTo>
                    <a:pt x="11430" y="21399"/>
                    <a:pt x="11582" y="21581"/>
                    <a:pt x="11764" y="21824"/>
                  </a:cubicBezTo>
                  <a:cubicBezTo>
                    <a:pt x="11855" y="21794"/>
                    <a:pt x="11885" y="21733"/>
                    <a:pt x="11916" y="21703"/>
                  </a:cubicBezTo>
                  <a:lnTo>
                    <a:pt x="11916" y="9970"/>
                  </a:lnTo>
                  <a:lnTo>
                    <a:pt x="11916" y="0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6"/>
            <p:cNvSpPr/>
            <p:nvPr/>
          </p:nvSpPr>
          <p:spPr>
            <a:xfrm>
              <a:off x="622404" y="4154023"/>
              <a:ext cx="275295" cy="277419"/>
            </a:xfrm>
            <a:custGeom>
              <a:avLst/>
              <a:gdLst/>
              <a:ahLst/>
              <a:cxnLst/>
              <a:rect l="l" t="t" r="r" b="b"/>
              <a:pathLst>
                <a:path w="11795" h="11886" extrusionOk="0">
                  <a:moveTo>
                    <a:pt x="11581" y="1"/>
                  </a:moveTo>
                  <a:cubicBezTo>
                    <a:pt x="11338" y="304"/>
                    <a:pt x="11125" y="608"/>
                    <a:pt x="10882" y="882"/>
                  </a:cubicBezTo>
                  <a:lnTo>
                    <a:pt x="639" y="11095"/>
                  </a:lnTo>
                  <a:cubicBezTo>
                    <a:pt x="426" y="11368"/>
                    <a:pt x="213" y="11642"/>
                    <a:pt x="1" y="11885"/>
                  </a:cubicBezTo>
                  <a:cubicBezTo>
                    <a:pt x="3952" y="11855"/>
                    <a:pt x="7873" y="11855"/>
                    <a:pt x="11794" y="11855"/>
                  </a:cubicBezTo>
                  <a:lnTo>
                    <a:pt x="11794" y="183"/>
                  </a:lnTo>
                  <a:lnTo>
                    <a:pt x="11581" y="1"/>
                  </a:ln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6"/>
            <p:cNvSpPr/>
            <p:nvPr/>
          </p:nvSpPr>
          <p:spPr>
            <a:xfrm>
              <a:off x="621704" y="1939804"/>
              <a:ext cx="274572" cy="276719"/>
            </a:xfrm>
            <a:custGeom>
              <a:avLst/>
              <a:gdLst/>
              <a:ahLst/>
              <a:cxnLst/>
              <a:rect l="l" t="t" r="r" b="b"/>
              <a:pathLst>
                <a:path w="11764" h="11856" extrusionOk="0">
                  <a:moveTo>
                    <a:pt x="11733" y="1"/>
                  </a:moveTo>
                  <a:cubicBezTo>
                    <a:pt x="11551" y="153"/>
                    <a:pt x="11368" y="305"/>
                    <a:pt x="11155" y="487"/>
                  </a:cubicBezTo>
                  <a:lnTo>
                    <a:pt x="486" y="11156"/>
                  </a:lnTo>
                  <a:cubicBezTo>
                    <a:pt x="304" y="11369"/>
                    <a:pt x="152" y="11551"/>
                    <a:pt x="0" y="11734"/>
                  </a:cubicBezTo>
                  <a:cubicBezTo>
                    <a:pt x="304" y="11734"/>
                    <a:pt x="608" y="11764"/>
                    <a:pt x="912" y="11855"/>
                  </a:cubicBezTo>
                  <a:lnTo>
                    <a:pt x="1125" y="11855"/>
                  </a:lnTo>
                  <a:cubicBezTo>
                    <a:pt x="4134" y="11855"/>
                    <a:pt x="7174" y="11825"/>
                    <a:pt x="10183" y="11825"/>
                  </a:cubicBezTo>
                  <a:cubicBezTo>
                    <a:pt x="10699" y="11825"/>
                    <a:pt x="11247" y="11764"/>
                    <a:pt x="11763" y="11764"/>
                  </a:cubicBezTo>
                  <a:lnTo>
                    <a:pt x="11763" y="5837"/>
                  </a:lnTo>
                  <a:cubicBezTo>
                    <a:pt x="11763" y="3861"/>
                    <a:pt x="11733" y="1916"/>
                    <a:pt x="11733" y="1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6"/>
            <p:cNvSpPr/>
            <p:nvPr/>
          </p:nvSpPr>
          <p:spPr>
            <a:xfrm>
              <a:off x="538679" y="1304842"/>
              <a:ext cx="158245" cy="156121"/>
            </a:xfrm>
            <a:custGeom>
              <a:avLst/>
              <a:gdLst/>
              <a:ahLst/>
              <a:cxnLst/>
              <a:rect l="l" t="t" r="r" b="b"/>
              <a:pathLst>
                <a:path w="6780" h="6689" extrusionOk="0">
                  <a:moveTo>
                    <a:pt x="3337" y="0"/>
                  </a:moveTo>
                  <a:cubicBezTo>
                    <a:pt x="3319" y="0"/>
                    <a:pt x="3302" y="1"/>
                    <a:pt x="3284" y="1"/>
                  </a:cubicBezTo>
                  <a:cubicBezTo>
                    <a:pt x="1460" y="62"/>
                    <a:pt x="1" y="1581"/>
                    <a:pt x="62" y="3405"/>
                  </a:cubicBezTo>
                  <a:cubicBezTo>
                    <a:pt x="92" y="5270"/>
                    <a:pt x="1550" y="6688"/>
                    <a:pt x="3378" y="6688"/>
                  </a:cubicBezTo>
                  <a:cubicBezTo>
                    <a:pt x="3397" y="6688"/>
                    <a:pt x="3416" y="6688"/>
                    <a:pt x="3436" y="6688"/>
                  </a:cubicBezTo>
                  <a:cubicBezTo>
                    <a:pt x="5259" y="6688"/>
                    <a:pt x="6779" y="5168"/>
                    <a:pt x="6718" y="3344"/>
                  </a:cubicBezTo>
                  <a:cubicBezTo>
                    <a:pt x="6718" y="1509"/>
                    <a:pt x="5139" y="0"/>
                    <a:pt x="3337" y="0"/>
                  </a:cubicBezTo>
                  <a:close/>
                </a:path>
              </a:pathLst>
            </a:custGeom>
            <a:solidFill>
              <a:srgbClr val="028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6"/>
            <p:cNvSpPr/>
            <p:nvPr/>
          </p:nvSpPr>
          <p:spPr>
            <a:xfrm>
              <a:off x="354215" y="2225004"/>
              <a:ext cx="535653" cy="525010"/>
            </a:xfrm>
            <a:custGeom>
              <a:avLst/>
              <a:gdLst/>
              <a:ahLst/>
              <a:cxnLst/>
              <a:rect l="l" t="t" r="r" b="b"/>
              <a:pathLst>
                <a:path w="22950" h="22494" extrusionOk="0">
                  <a:moveTo>
                    <a:pt x="16810" y="16323"/>
                  </a:moveTo>
                  <a:cubicBezTo>
                    <a:pt x="16810" y="16337"/>
                    <a:pt x="16816" y="16351"/>
                    <a:pt x="16823" y="16365"/>
                  </a:cubicBezTo>
                  <a:lnTo>
                    <a:pt x="16823" y="16365"/>
                  </a:lnTo>
                  <a:cubicBezTo>
                    <a:pt x="16815" y="16359"/>
                    <a:pt x="16810" y="16354"/>
                    <a:pt x="16810" y="16354"/>
                  </a:cubicBezTo>
                  <a:cubicBezTo>
                    <a:pt x="16779" y="16354"/>
                    <a:pt x="16810" y="16323"/>
                    <a:pt x="16810" y="16323"/>
                  </a:cubicBezTo>
                  <a:close/>
                  <a:moveTo>
                    <a:pt x="12463" y="1"/>
                  </a:moveTo>
                  <a:cubicBezTo>
                    <a:pt x="12129" y="1369"/>
                    <a:pt x="11794" y="2797"/>
                    <a:pt x="11460" y="4165"/>
                  </a:cubicBezTo>
                  <a:lnTo>
                    <a:pt x="11217" y="4165"/>
                  </a:lnTo>
                  <a:cubicBezTo>
                    <a:pt x="10913" y="2889"/>
                    <a:pt x="10609" y="1612"/>
                    <a:pt x="10305" y="366"/>
                  </a:cubicBezTo>
                  <a:cubicBezTo>
                    <a:pt x="10184" y="366"/>
                    <a:pt x="10123" y="396"/>
                    <a:pt x="10001" y="396"/>
                  </a:cubicBezTo>
                  <a:cubicBezTo>
                    <a:pt x="10001" y="1034"/>
                    <a:pt x="9971" y="1733"/>
                    <a:pt x="9971" y="2372"/>
                  </a:cubicBezTo>
                  <a:cubicBezTo>
                    <a:pt x="9971" y="2980"/>
                    <a:pt x="9940" y="3618"/>
                    <a:pt x="9940" y="4256"/>
                  </a:cubicBezTo>
                  <a:cubicBezTo>
                    <a:pt x="9849" y="4256"/>
                    <a:pt x="9788" y="4317"/>
                    <a:pt x="9697" y="4317"/>
                  </a:cubicBezTo>
                  <a:cubicBezTo>
                    <a:pt x="9424" y="3740"/>
                    <a:pt x="9180" y="3162"/>
                    <a:pt x="8877" y="2645"/>
                  </a:cubicBezTo>
                  <a:cubicBezTo>
                    <a:pt x="8573" y="2098"/>
                    <a:pt x="8481" y="1430"/>
                    <a:pt x="7843" y="913"/>
                  </a:cubicBezTo>
                  <a:lnTo>
                    <a:pt x="7843" y="913"/>
                  </a:lnTo>
                  <a:cubicBezTo>
                    <a:pt x="7904" y="2281"/>
                    <a:pt x="8329" y="3466"/>
                    <a:pt x="8238" y="4712"/>
                  </a:cubicBezTo>
                  <a:cubicBezTo>
                    <a:pt x="7539" y="3892"/>
                    <a:pt x="6810" y="3010"/>
                    <a:pt x="6141" y="2189"/>
                  </a:cubicBezTo>
                  <a:cubicBezTo>
                    <a:pt x="6071" y="2236"/>
                    <a:pt x="6019" y="2301"/>
                    <a:pt x="6026" y="2301"/>
                  </a:cubicBezTo>
                  <a:cubicBezTo>
                    <a:pt x="6028" y="2301"/>
                    <a:pt x="6036" y="2295"/>
                    <a:pt x="6050" y="2281"/>
                  </a:cubicBezTo>
                  <a:cubicBezTo>
                    <a:pt x="6384" y="3284"/>
                    <a:pt x="6779" y="4226"/>
                    <a:pt x="7114" y="5229"/>
                  </a:cubicBezTo>
                  <a:lnTo>
                    <a:pt x="7114" y="5442"/>
                  </a:lnTo>
                  <a:lnTo>
                    <a:pt x="6992" y="5320"/>
                  </a:lnTo>
                  <a:cubicBezTo>
                    <a:pt x="6688" y="5138"/>
                    <a:pt x="6445" y="4955"/>
                    <a:pt x="6171" y="4712"/>
                  </a:cubicBezTo>
                  <a:cubicBezTo>
                    <a:pt x="5472" y="4226"/>
                    <a:pt x="4834" y="3709"/>
                    <a:pt x="4196" y="3162"/>
                  </a:cubicBezTo>
                  <a:cubicBezTo>
                    <a:pt x="4165" y="3253"/>
                    <a:pt x="4074" y="3284"/>
                    <a:pt x="4044" y="3314"/>
                  </a:cubicBezTo>
                  <a:cubicBezTo>
                    <a:pt x="4682" y="4317"/>
                    <a:pt x="5290" y="5259"/>
                    <a:pt x="5898" y="6232"/>
                  </a:cubicBezTo>
                  <a:cubicBezTo>
                    <a:pt x="5928" y="6323"/>
                    <a:pt x="6019" y="6384"/>
                    <a:pt x="6050" y="6475"/>
                  </a:cubicBezTo>
                  <a:cubicBezTo>
                    <a:pt x="5928" y="6475"/>
                    <a:pt x="5867" y="6445"/>
                    <a:pt x="5746" y="6445"/>
                  </a:cubicBezTo>
                  <a:cubicBezTo>
                    <a:pt x="4652" y="5898"/>
                    <a:pt x="3588" y="5381"/>
                    <a:pt x="2524" y="4834"/>
                  </a:cubicBezTo>
                  <a:cubicBezTo>
                    <a:pt x="2493" y="4925"/>
                    <a:pt x="2433" y="4955"/>
                    <a:pt x="2402" y="5016"/>
                  </a:cubicBezTo>
                  <a:cubicBezTo>
                    <a:pt x="3314" y="5898"/>
                    <a:pt x="4196" y="6810"/>
                    <a:pt x="5107" y="7691"/>
                  </a:cubicBezTo>
                  <a:cubicBezTo>
                    <a:pt x="5077" y="7721"/>
                    <a:pt x="5016" y="7813"/>
                    <a:pt x="4986" y="7843"/>
                  </a:cubicBezTo>
                  <a:cubicBezTo>
                    <a:pt x="3709" y="7448"/>
                    <a:pt x="2402" y="7113"/>
                    <a:pt x="1126" y="6749"/>
                  </a:cubicBezTo>
                  <a:lnTo>
                    <a:pt x="1126" y="6749"/>
                  </a:lnTo>
                  <a:cubicBezTo>
                    <a:pt x="2098" y="7661"/>
                    <a:pt x="3314" y="8208"/>
                    <a:pt x="4256" y="9211"/>
                  </a:cubicBezTo>
                  <a:lnTo>
                    <a:pt x="396" y="8968"/>
                  </a:lnTo>
                  <a:cubicBezTo>
                    <a:pt x="396" y="9028"/>
                    <a:pt x="366" y="9089"/>
                    <a:pt x="366" y="9120"/>
                  </a:cubicBezTo>
                  <a:cubicBezTo>
                    <a:pt x="1612" y="9636"/>
                    <a:pt x="2828" y="10092"/>
                    <a:pt x="4074" y="10548"/>
                  </a:cubicBezTo>
                  <a:cubicBezTo>
                    <a:pt x="4074" y="10609"/>
                    <a:pt x="4044" y="10639"/>
                    <a:pt x="4044" y="10731"/>
                  </a:cubicBezTo>
                  <a:cubicBezTo>
                    <a:pt x="2676" y="10913"/>
                    <a:pt x="1338" y="11095"/>
                    <a:pt x="1" y="11308"/>
                  </a:cubicBezTo>
                  <a:lnTo>
                    <a:pt x="1" y="11460"/>
                  </a:lnTo>
                  <a:cubicBezTo>
                    <a:pt x="1369" y="11673"/>
                    <a:pt x="2706" y="11855"/>
                    <a:pt x="4074" y="12098"/>
                  </a:cubicBezTo>
                  <a:lnTo>
                    <a:pt x="4074" y="12281"/>
                  </a:lnTo>
                  <a:cubicBezTo>
                    <a:pt x="2797" y="12767"/>
                    <a:pt x="1490" y="13223"/>
                    <a:pt x="214" y="13740"/>
                  </a:cubicBezTo>
                  <a:cubicBezTo>
                    <a:pt x="214" y="13770"/>
                    <a:pt x="244" y="13801"/>
                    <a:pt x="244" y="13831"/>
                  </a:cubicBezTo>
                  <a:cubicBezTo>
                    <a:pt x="1642" y="13770"/>
                    <a:pt x="3010" y="13649"/>
                    <a:pt x="4408" y="13588"/>
                  </a:cubicBezTo>
                  <a:cubicBezTo>
                    <a:pt x="4469" y="13649"/>
                    <a:pt x="4469" y="13679"/>
                    <a:pt x="4500" y="13770"/>
                  </a:cubicBezTo>
                  <a:cubicBezTo>
                    <a:pt x="3405" y="14439"/>
                    <a:pt x="2281" y="15168"/>
                    <a:pt x="1186" y="15867"/>
                  </a:cubicBezTo>
                  <a:cubicBezTo>
                    <a:pt x="1217" y="15928"/>
                    <a:pt x="1217" y="15959"/>
                    <a:pt x="1278" y="16050"/>
                  </a:cubicBezTo>
                  <a:lnTo>
                    <a:pt x="4925" y="15016"/>
                  </a:lnTo>
                  <a:cubicBezTo>
                    <a:pt x="4955" y="15047"/>
                    <a:pt x="4986" y="15138"/>
                    <a:pt x="5016" y="15199"/>
                  </a:cubicBezTo>
                  <a:lnTo>
                    <a:pt x="4104" y="16111"/>
                  </a:lnTo>
                  <a:cubicBezTo>
                    <a:pt x="3557" y="16718"/>
                    <a:pt x="2980" y="17296"/>
                    <a:pt x="2402" y="17904"/>
                  </a:cubicBezTo>
                  <a:lnTo>
                    <a:pt x="2433" y="17934"/>
                  </a:lnTo>
                  <a:lnTo>
                    <a:pt x="3466" y="17478"/>
                  </a:lnTo>
                  <a:lnTo>
                    <a:pt x="5867" y="16232"/>
                  </a:lnTo>
                  <a:cubicBezTo>
                    <a:pt x="5928" y="16263"/>
                    <a:pt x="5989" y="16354"/>
                    <a:pt x="6019" y="16384"/>
                  </a:cubicBezTo>
                  <a:cubicBezTo>
                    <a:pt x="5867" y="16658"/>
                    <a:pt x="5685" y="16962"/>
                    <a:pt x="5472" y="17235"/>
                  </a:cubicBezTo>
                  <a:cubicBezTo>
                    <a:pt x="4986" y="18026"/>
                    <a:pt x="4469" y="18816"/>
                    <a:pt x="3952" y="19606"/>
                  </a:cubicBezTo>
                  <a:cubicBezTo>
                    <a:pt x="4378" y="19302"/>
                    <a:pt x="4834" y="19059"/>
                    <a:pt x="5259" y="18755"/>
                  </a:cubicBezTo>
                  <a:cubicBezTo>
                    <a:pt x="5867" y="18238"/>
                    <a:pt x="6445" y="17752"/>
                    <a:pt x="7053" y="17266"/>
                  </a:cubicBezTo>
                  <a:lnTo>
                    <a:pt x="7053" y="17266"/>
                  </a:lnTo>
                  <a:cubicBezTo>
                    <a:pt x="6810" y="18542"/>
                    <a:pt x="6232" y="19667"/>
                    <a:pt x="5867" y="20822"/>
                  </a:cubicBezTo>
                  <a:cubicBezTo>
                    <a:pt x="5928" y="20883"/>
                    <a:pt x="5989" y="20913"/>
                    <a:pt x="6050" y="20943"/>
                  </a:cubicBezTo>
                  <a:cubicBezTo>
                    <a:pt x="6840" y="19971"/>
                    <a:pt x="7600" y="18998"/>
                    <a:pt x="8512" y="17874"/>
                  </a:cubicBezTo>
                  <a:lnTo>
                    <a:pt x="8512" y="17874"/>
                  </a:lnTo>
                  <a:cubicBezTo>
                    <a:pt x="8451" y="19363"/>
                    <a:pt x="7965" y="20579"/>
                    <a:pt x="8147" y="21886"/>
                  </a:cubicBezTo>
                  <a:cubicBezTo>
                    <a:pt x="8664" y="20761"/>
                    <a:pt x="9241" y="19606"/>
                    <a:pt x="9819" y="18481"/>
                  </a:cubicBezTo>
                  <a:cubicBezTo>
                    <a:pt x="9880" y="18481"/>
                    <a:pt x="9940" y="18512"/>
                    <a:pt x="10001" y="18512"/>
                  </a:cubicBezTo>
                  <a:cubicBezTo>
                    <a:pt x="10092" y="19819"/>
                    <a:pt x="10123" y="21095"/>
                    <a:pt x="10153" y="22402"/>
                  </a:cubicBezTo>
                  <a:lnTo>
                    <a:pt x="10336" y="22402"/>
                  </a:lnTo>
                  <a:cubicBezTo>
                    <a:pt x="10761" y="21187"/>
                    <a:pt x="10913" y="19849"/>
                    <a:pt x="11460" y="18481"/>
                  </a:cubicBezTo>
                  <a:cubicBezTo>
                    <a:pt x="11946" y="19971"/>
                    <a:pt x="12098" y="21278"/>
                    <a:pt x="12615" y="22494"/>
                  </a:cubicBezTo>
                  <a:cubicBezTo>
                    <a:pt x="12767" y="21217"/>
                    <a:pt x="12676" y="19880"/>
                    <a:pt x="12980" y="18390"/>
                  </a:cubicBezTo>
                  <a:cubicBezTo>
                    <a:pt x="13740" y="19728"/>
                    <a:pt x="14196" y="20943"/>
                    <a:pt x="14895" y="22007"/>
                  </a:cubicBezTo>
                  <a:cubicBezTo>
                    <a:pt x="14956" y="21734"/>
                    <a:pt x="14895" y="21551"/>
                    <a:pt x="14864" y="21339"/>
                  </a:cubicBezTo>
                  <a:cubicBezTo>
                    <a:pt x="14716" y="20242"/>
                    <a:pt x="14568" y="19204"/>
                    <a:pt x="14420" y="18139"/>
                  </a:cubicBezTo>
                  <a:lnTo>
                    <a:pt x="14420" y="18139"/>
                  </a:lnTo>
                  <a:cubicBezTo>
                    <a:pt x="15014" y="18881"/>
                    <a:pt x="15609" y="19623"/>
                    <a:pt x="16232" y="20336"/>
                  </a:cubicBezTo>
                  <a:cubicBezTo>
                    <a:pt x="16384" y="20488"/>
                    <a:pt x="16567" y="20609"/>
                    <a:pt x="16719" y="20761"/>
                  </a:cubicBezTo>
                  <a:cubicBezTo>
                    <a:pt x="16567" y="19545"/>
                    <a:pt x="15959" y="18542"/>
                    <a:pt x="15868" y="17387"/>
                  </a:cubicBezTo>
                  <a:lnTo>
                    <a:pt x="15868" y="17387"/>
                  </a:lnTo>
                  <a:cubicBezTo>
                    <a:pt x="16719" y="18056"/>
                    <a:pt x="17630" y="18785"/>
                    <a:pt x="18512" y="19454"/>
                  </a:cubicBezTo>
                  <a:cubicBezTo>
                    <a:pt x="18603" y="19424"/>
                    <a:pt x="18634" y="19363"/>
                    <a:pt x="18694" y="19302"/>
                  </a:cubicBezTo>
                  <a:cubicBezTo>
                    <a:pt x="18512" y="18998"/>
                    <a:pt x="18360" y="18755"/>
                    <a:pt x="18178" y="18451"/>
                  </a:cubicBezTo>
                  <a:cubicBezTo>
                    <a:pt x="17762" y="17768"/>
                    <a:pt x="17317" y="17114"/>
                    <a:pt x="16900" y="16432"/>
                  </a:cubicBezTo>
                  <a:lnTo>
                    <a:pt x="16900" y="16432"/>
                  </a:lnTo>
                  <a:cubicBezTo>
                    <a:pt x="17184" y="16514"/>
                    <a:pt x="17466" y="16574"/>
                    <a:pt x="17722" y="16688"/>
                  </a:cubicBezTo>
                  <a:lnTo>
                    <a:pt x="19667" y="17722"/>
                  </a:lnTo>
                  <a:cubicBezTo>
                    <a:pt x="19819" y="17843"/>
                    <a:pt x="20032" y="17874"/>
                    <a:pt x="20427" y="17995"/>
                  </a:cubicBezTo>
                  <a:cubicBezTo>
                    <a:pt x="19576" y="16840"/>
                    <a:pt x="18542" y="16202"/>
                    <a:pt x="17843" y="15260"/>
                  </a:cubicBezTo>
                  <a:cubicBezTo>
                    <a:pt x="17874" y="15199"/>
                    <a:pt x="17904" y="15138"/>
                    <a:pt x="17934" y="15108"/>
                  </a:cubicBezTo>
                  <a:cubicBezTo>
                    <a:pt x="19150" y="15442"/>
                    <a:pt x="20336" y="15746"/>
                    <a:pt x="21552" y="16080"/>
                  </a:cubicBezTo>
                  <a:cubicBezTo>
                    <a:pt x="21582" y="16019"/>
                    <a:pt x="21582" y="15959"/>
                    <a:pt x="21643" y="15898"/>
                  </a:cubicBezTo>
                  <a:cubicBezTo>
                    <a:pt x="20579" y="15168"/>
                    <a:pt x="19424" y="14560"/>
                    <a:pt x="18208" y="13679"/>
                  </a:cubicBezTo>
                  <a:lnTo>
                    <a:pt x="18208" y="13679"/>
                  </a:lnTo>
                  <a:cubicBezTo>
                    <a:pt x="19758" y="13740"/>
                    <a:pt x="21065" y="13770"/>
                    <a:pt x="22403" y="13801"/>
                  </a:cubicBezTo>
                  <a:cubicBezTo>
                    <a:pt x="21430" y="13436"/>
                    <a:pt x="20457" y="13010"/>
                    <a:pt x="19454" y="12615"/>
                  </a:cubicBezTo>
                  <a:cubicBezTo>
                    <a:pt x="19211" y="12524"/>
                    <a:pt x="18937" y="12402"/>
                    <a:pt x="18482" y="12220"/>
                  </a:cubicBezTo>
                  <a:cubicBezTo>
                    <a:pt x="20123" y="11946"/>
                    <a:pt x="21552" y="11703"/>
                    <a:pt x="22950" y="11490"/>
                  </a:cubicBezTo>
                  <a:cubicBezTo>
                    <a:pt x="22919" y="11460"/>
                    <a:pt x="22919" y="11399"/>
                    <a:pt x="22919" y="11369"/>
                  </a:cubicBezTo>
                  <a:cubicBezTo>
                    <a:pt x="21521" y="11217"/>
                    <a:pt x="20153" y="11035"/>
                    <a:pt x="18755" y="10852"/>
                  </a:cubicBezTo>
                  <a:lnTo>
                    <a:pt x="18755" y="10609"/>
                  </a:lnTo>
                  <a:cubicBezTo>
                    <a:pt x="20001" y="10123"/>
                    <a:pt x="21248" y="9667"/>
                    <a:pt x="22494" y="9211"/>
                  </a:cubicBezTo>
                  <a:cubicBezTo>
                    <a:pt x="22494" y="9180"/>
                    <a:pt x="22463" y="9089"/>
                    <a:pt x="22463" y="9059"/>
                  </a:cubicBezTo>
                  <a:lnTo>
                    <a:pt x="18603" y="9272"/>
                  </a:lnTo>
                  <a:cubicBezTo>
                    <a:pt x="18573" y="9241"/>
                    <a:pt x="18573" y="9180"/>
                    <a:pt x="18512" y="9120"/>
                  </a:cubicBezTo>
                  <a:cubicBezTo>
                    <a:pt x="18664" y="9028"/>
                    <a:pt x="18877" y="8816"/>
                    <a:pt x="19059" y="8724"/>
                  </a:cubicBezTo>
                  <a:cubicBezTo>
                    <a:pt x="19941" y="8147"/>
                    <a:pt x="20761" y="7569"/>
                    <a:pt x="21643" y="6992"/>
                  </a:cubicBezTo>
                  <a:lnTo>
                    <a:pt x="21643" y="6992"/>
                  </a:lnTo>
                  <a:cubicBezTo>
                    <a:pt x="21248" y="7053"/>
                    <a:pt x="20883" y="7083"/>
                    <a:pt x="20548" y="7144"/>
                  </a:cubicBezTo>
                  <a:cubicBezTo>
                    <a:pt x="19637" y="7387"/>
                    <a:pt x="18725" y="7661"/>
                    <a:pt x="17722" y="7752"/>
                  </a:cubicBezTo>
                  <a:cubicBezTo>
                    <a:pt x="18573" y="6901"/>
                    <a:pt x="19424" y="5989"/>
                    <a:pt x="20305" y="5107"/>
                  </a:cubicBezTo>
                  <a:lnTo>
                    <a:pt x="20184" y="4986"/>
                  </a:lnTo>
                  <a:cubicBezTo>
                    <a:pt x="19120" y="5533"/>
                    <a:pt x="18056" y="6050"/>
                    <a:pt x="16810" y="6688"/>
                  </a:cubicBezTo>
                  <a:cubicBezTo>
                    <a:pt x="16962" y="6323"/>
                    <a:pt x="17053" y="6141"/>
                    <a:pt x="17144" y="5928"/>
                  </a:cubicBezTo>
                  <a:cubicBezTo>
                    <a:pt x="17661" y="5107"/>
                    <a:pt x="18208" y="4256"/>
                    <a:pt x="18755" y="3436"/>
                  </a:cubicBezTo>
                  <a:lnTo>
                    <a:pt x="18634" y="3314"/>
                  </a:lnTo>
                  <a:cubicBezTo>
                    <a:pt x="17691" y="4044"/>
                    <a:pt x="16779" y="4803"/>
                    <a:pt x="15807" y="5533"/>
                  </a:cubicBezTo>
                  <a:cubicBezTo>
                    <a:pt x="15776" y="5472"/>
                    <a:pt x="15716" y="5442"/>
                    <a:pt x="15655" y="5411"/>
                  </a:cubicBezTo>
                  <a:cubicBezTo>
                    <a:pt x="16050" y="4196"/>
                    <a:pt x="16658" y="3101"/>
                    <a:pt x="17023" y="1885"/>
                  </a:cubicBezTo>
                  <a:cubicBezTo>
                    <a:pt x="16992" y="1885"/>
                    <a:pt x="16931" y="1825"/>
                    <a:pt x="16871" y="1794"/>
                  </a:cubicBezTo>
                  <a:cubicBezTo>
                    <a:pt x="16080" y="2797"/>
                    <a:pt x="15320" y="3740"/>
                    <a:pt x="14561" y="4712"/>
                  </a:cubicBezTo>
                  <a:lnTo>
                    <a:pt x="14348" y="4621"/>
                  </a:lnTo>
                  <a:cubicBezTo>
                    <a:pt x="14378" y="3314"/>
                    <a:pt x="14804" y="2098"/>
                    <a:pt x="14743" y="761"/>
                  </a:cubicBezTo>
                  <a:lnTo>
                    <a:pt x="14743" y="761"/>
                  </a:lnTo>
                  <a:cubicBezTo>
                    <a:pt x="14196" y="1946"/>
                    <a:pt x="13588" y="3132"/>
                    <a:pt x="13010" y="4317"/>
                  </a:cubicBezTo>
                  <a:cubicBezTo>
                    <a:pt x="12585" y="2858"/>
                    <a:pt x="12706" y="1430"/>
                    <a:pt x="12585" y="1"/>
                  </a:cubicBezTo>
                  <a:close/>
                </a:path>
              </a:pathLst>
            </a:custGeom>
            <a:solidFill>
              <a:srgbClr val="FDAF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6"/>
            <p:cNvSpPr/>
            <p:nvPr/>
          </p:nvSpPr>
          <p:spPr>
            <a:xfrm>
              <a:off x="587649" y="2225728"/>
              <a:ext cx="7119" cy="7819"/>
            </a:xfrm>
            <a:custGeom>
              <a:avLst/>
              <a:gdLst/>
              <a:ahLst/>
              <a:cxnLst/>
              <a:rect l="l" t="t" r="r" b="b"/>
              <a:pathLst>
                <a:path w="305" h="335" extrusionOk="0">
                  <a:moveTo>
                    <a:pt x="122" y="0"/>
                  </a:moveTo>
                  <a:cubicBezTo>
                    <a:pt x="91" y="122"/>
                    <a:pt x="31" y="213"/>
                    <a:pt x="0" y="335"/>
                  </a:cubicBezTo>
                  <a:cubicBezTo>
                    <a:pt x="122" y="335"/>
                    <a:pt x="183" y="274"/>
                    <a:pt x="304" y="274"/>
                  </a:cubicBezTo>
                  <a:cubicBezTo>
                    <a:pt x="243" y="183"/>
                    <a:pt x="152" y="92"/>
                    <a:pt x="122" y="0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6"/>
            <p:cNvSpPr/>
            <p:nvPr/>
          </p:nvSpPr>
          <p:spPr>
            <a:xfrm>
              <a:off x="642991" y="2214361"/>
              <a:ext cx="4971" cy="9569"/>
            </a:xfrm>
            <a:custGeom>
              <a:avLst/>
              <a:gdLst/>
              <a:ahLst/>
              <a:cxnLst/>
              <a:rect l="l" t="t" r="r" b="b"/>
              <a:pathLst>
                <a:path w="213" h="410" extrusionOk="0">
                  <a:moveTo>
                    <a:pt x="0" y="1"/>
                  </a:moveTo>
                  <a:cubicBezTo>
                    <a:pt x="30" y="123"/>
                    <a:pt x="30" y="275"/>
                    <a:pt x="61" y="396"/>
                  </a:cubicBezTo>
                  <a:cubicBezTo>
                    <a:pt x="81" y="406"/>
                    <a:pt x="98" y="410"/>
                    <a:pt x="113" y="410"/>
                  </a:cubicBezTo>
                  <a:cubicBezTo>
                    <a:pt x="142" y="410"/>
                    <a:pt x="162" y="396"/>
                    <a:pt x="182" y="396"/>
                  </a:cubicBezTo>
                  <a:cubicBezTo>
                    <a:pt x="182" y="275"/>
                    <a:pt x="213" y="153"/>
                    <a:pt x="213" y="1"/>
                  </a:cubicBezTo>
                  <a:close/>
                </a:path>
              </a:pathLst>
            </a:custGeom>
            <a:solidFill>
              <a:srgbClr val="6D72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6"/>
            <p:cNvSpPr/>
            <p:nvPr/>
          </p:nvSpPr>
          <p:spPr>
            <a:xfrm>
              <a:off x="647239" y="2212960"/>
              <a:ext cx="249038" cy="275996"/>
            </a:xfrm>
            <a:custGeom>
              <a:avLst/>
              <a:gdLst/>
              <a:ahLst/>
              <a:cxnLst/>
              <a:rect l="l" t="t" r="r" b="b"/>
              <a:pathLst>
                <a:path w="10670" h="11825" extrusionOk="0">
                  <a:moveTo>
                    <a:pt x="8998" y="7326"/>
                  </a:moveTo>
                  <a:lnTo>
                    <a:pt x="9089" y="7417"/>
                  </a:lnTo>
                  <a:cubicBezTo>
                    <a:pt x="9058" y="7417"/>
                    <a:pt x="8967" y="7447"/>
                    <a:pt x="8937" y="7447"/>
                  </a:cubicBezTo>
                  <a:cubicBezTo>
                    <a:pt x="8967" y="7417"/>
                    <a:pt x="8967" y="7356"/>
                    <a:pt x="8998" y="7326"/>
                  </a:cubicBezTo>
                  <a:close/>
                  <a:moveTo>
                    <a:pt x="10669" y="0"/>
                  </a:moveTo>
                  <a:cubicBezTo>
                    <a:pt x="10153" y="0"/>
                    <a:pt x="9605" y="31"/>
                    <a:pt x="9089" y="31"/>
                  </a:cubicBezTo>
                  <a:cubicBezTo>
                    <a:pt x="6080" y="31"/>
                    <a:pt x="3040" y="61"/>
                    <a:pt x="31" y="61"/>
                  </a:cubicBezTo>
                  <a:cubicBezTo>
                    <a:pt x="31" y="213"/>
                    <a:pt x="0" y="335"/>
                    <a:pt x="0" y="456"/>
                  </a:cubicBezTo>
                  <a:cubicBezTo>
                    <a:pt x="122" y="1885"/>
                    <a:pt x="0" y="3344"/>
                    <a:pt x="274" y="4712"/>
                  </a:cubicBezTo>
                  <a:cubicBezTo>
                    <a:pt x="851" y="3526"/>
                    <a:pt x="1459" y="2341"/>
                    <a:pt x="2007" y="1186"/>
                  </a:cubicBezTo>
                  <a:lnTo>
                    <a:pt x="2007" y="1186"/>
                  </a:lnTo>
                  <a:cubicBezTo>
                    <a:pt x="2067" y="2493"/>
                    <a:pt x="1642" y="3769"/>
                    <a:pt x="1611" y="5015"/>
                  </a:cubicBezTo>
                  <a:lnTo>
                    <a:pt x="1824" y="5137"/>
                  </a:lnTo>
                  <a:cubicBezTo>
                    <a:pt x="2614" y="4134"/>
                    <a:pt x="3374" y="3192"/>
                    <a:pt x="4134" y="2189"/>
                  </a:cubicBezTo>
                  <a:cubicBezTo>
                    <a:pt x="4195" y="2189"/>
                    <a:pt x="4256" y="2249"/>
                    <a:pt x="4286" y="2280"/>
                  </a:cubicBezTo>
                  <a:cubicBezTo>
                    <a:pt x="3921" y="3465"/>
                    <a:pt x="3283" y="4590"/>
                    <a:pt x="2918" y="5806"/>
                  </a:cubicBezTo>
                  <a:cubicBezTo>
                    <a:pt x="2979" y="5836"/>
                    <a:pt x="3040" y="5897"/>
                    <a:pt x="3070" y="5927"/>
                  </a:cubicBezTo>
                  <a:cubicBezTo>
                    <a:pt x="4043" y="5198"/>
                    <a:pt x="4955" y="4438"/>
                    <a:pt x="5897" y="3708"/>
                  </a:cubicBezTo>
                  <a:cubicBezTo>
                    <a:pt x="6019" y="3708"/>
                    <a:pt x="6080" y="3678"/>
                    <a:pt x="6201" y="3648"/>
                  </a:cubicBezTo>
                  <a:lnTo>
                    <a:pt x="6201" y="3648"/>
                  </a:lnTo>
                  <a:cubicBezTo>
                    <a:pt x="6171" y="3708"/>
                    <a:pt x="6080" y="3800"/>
                    <a:pt x="6049" y="3860"/>
                  </a:cubicBezTo>
                  <a:lnTo>
                    <a:pt x="4438" y="6383"/>
                  </a:lnTo>
                  <a:cubicBezTo>
                    <a:pt x="4347" y="6566"/>
                    <a:pt x="4256" y="6748"/>
                    <a:pt x="4104" y="7143"/>
                  </a:cubicBezTo>
                  <a:cubicBezTo>
                    <a:pt x="5350" y="6505"/>
                    <a:pt x="6414" y="5958"/>
                    <a:pt x="7478" y="5441"/>
                  </a:cubicBezTo>
                  <a:lnTo>
                    <a:pt x="7721" y="5441"/>
                  </a:lnTo>
                  <a:lnTo>
                    <a:pt x="7599" y="5532"/>
                  </a:lnTo>
                  <a:cubicBezTo>
                    <a:pt x="6779" y="6414"/>
                    <a:pt x="5897" y="7326"/>
                    <a:pt x="5016" y="8207"/>
                  </a:cubicBezTo>
                  <a:cubicBezTo>
                    <a:pt x="6019" y="8085"/>
                    <a:pt x="6931" y="7812"/>
                    <a:pt x="7842" y="7599"/>
                  </a:cubicBezTo>
                  <a:cubicBezTo>
                    <a:pt x="8177" y="7508"/>
                    <a:pt x="8542" y="7478"/>
                    <a:pt x="8937" y="7447"/>
                  </a:cubicBezTo>
                  <a:lnTo>
                    <a:pt x="8937" y="7447"/>
                  </a:lnTo>
                  <a:cubicBezTo>
                    <a:pt x="8055" y="8025"/>
                    <a:pt x="7235" y="8572"/>
                    <a:pt x="6353" y="9149"/>
                  </a:cubicBezTo>
                  <a:cubicBezTo>
                    <a:pt x="6171" y="9271"/>
                    <a:pt x="6019" y="9423"/>
                    <a:pt x="5806" y="9575"/>
                  </a:cubicBezTo>
                  <a:cubicBezTo>
                    <a:pt x="5867" y="9605"/>
                    <a:pt x="5867" y="9696"/>
                    <a:pt x="5897" y="9727"/>
                  </a:cubicBezTo>
                  <a:lnTo>
                    <a:pt x="9757" y="9484"/>
                  </a:lnTo>
                  <a:cubicBezTo>
                    <a:pt x="9757" y="9544"/>
                    <a:pt x="9818" y="9605"/>
                    <a:pt x="9818" y="9636"/>
                  </a:cubicBezTo>
                  <a:cubicBezTo>
                    <a:pt x="8542" y="10152"/>
                    <a:pt x="7295" y="10608"/>
                    <a:pt x="6049" y="11064"/>
                  </a:cubicBezTo>
                  <a:lnTo>
                    <a:pt x="6049" y="11277"/>
                  </a:lnTo>
                  <a:cubicBezTo>
                    <a:pt x="7447" y="11429"/>
                    <a:pt x="8815" y="11611"/>
                    <a:pt x="10213" y="11824"/>
                  </a:cubicBezTo>
                  <a:cubicBezTo>
                    <a:pt x="10365" y="11824"/>
                    <a:pt x="10487" y="11763"/>
                    <a:pt x="10608" y="11763"/>
                  </a:cubicBezTo>
                  <a:cubicBezTo>
                    <a:pt x="10608" y="11368"/>
                    <a:pt x="10639" y="10973"/>
                    <a:pt x="10639" y="10547"/>
                  </a:cubicBezTo>
                  <a:cubicBezTo>
                    <a:pt x="10669" y="7022"/>
                    <a:pt x="10669" y="3526"/>
                    <a:pt x="10669" y="0"/>
                  </a:cubicBez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6"/>
            <p:cNvSpPr/>
            <p:nvPr/>
          </p:nvSpPr>
          <p:spPr>
            <a:xfrm>
              <a:off x="686265" y="2648568"/>
              <a:ext cx="2147" cy="23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91" y="0"/>
                  </a:moveTo>
                  <a:lnTo>
                    <a:pt x="0" y="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1A0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7F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6" r:id="rId5"/>
    <p:sldLayoutId id="2147483658" r:id="rId6"/>
    <p:sldLayoutId id="2147483659" r:id="rId7"/>
    <p:sldLayoutId id="2147483669" r:id="rId8"/>
    <p:sldLayoutId id="2147483672" r:id="rId9"/>
    <p:sldLayoutId id="2147483675" r:id="rId10"/>
    <p:sldLayoutId id="2147483681" r:id="rId11"/>
    <p:sldLayoutId id="214748368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Shape 2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5" name="Google Shape;2975;p40"/>
          <p:cNvSpPr txBox="1">
            <a:spLocks noGrp="1"/>
          </p:cNvSpPr>
          <p:nvPr>
            <p:ph type="ctrTitle"/>
          </p:nvPr>
        </p:nvSpPr>
        <p:spPr>
          <a:xfrm>
            <a:off x="1636488" y="881375"/>
            <a:ext cx="6040564" cy="19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 err="1">
                <a:solidFill>
                  <a:schemeClr val="tx1"/>
                </a:solidFill>
              </a:rPr>
              <a:t>Inventra</a:t>
            </a:r>
            <a:r>
              <a:rPr lang="en-IN" dirty="0">
                <a:solidFill>
                  <a:schemeClr val="tx1"/>
                </a:solidFill>
              </a:rPr>
              <a:t> Intelligent </a:t>
            </a:r>
            <a:r>
              <a:rPr lang="en" dirty="0">
                <a:solidFill>
                  <a:schemeClr val="dk1"/>
                </a:solidFill>
              </a:rPr>
              <a:t>Inventory Management  System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2977" name="Google Shape;2977;p40"/>
          <p:cNvSpPr/>
          <p:nvPr/>
        </p:nvSpPr>
        <p:spPr>
          <a:xfrm>
            <a:off x="5221548" y="3818887"/>
            <a:ext cx="53762" cy="5158"/>
          </a:xfrm>
          <a:custGeom>
            <a:avLst/>
            <a:gdLst/>
            <a:ahLst/>
            <a:cxnLst/>
            <a:rect l="l" t="t" r="r" b="b"/>
            <a:pathLst>
              <a:path w="2280" h="214" extrusionOk="0">
                <a:moveTo>
                  <a:pt x="0" y="0"/>
                </a:moveTo>
                <a:cubicBezTo>
                  <a:pt x="730" y="92"/>
                  <a:pt x="1429" y="122"/>
                  <a:pt x="2189" y="213"/>
                </a:cubicBezTo>
                <a:cubicBezTo>
                  <a:pt x="2250" y="122"/>
                  <a:pt x="2250" y="61"/>
                  <a:pt x="2280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8" name="Google Shape;2978;p40"/>
          <p:cNvSpPr/>
          <p:nvPr/>
        </p:nvSpPr>
        <p:spPr>
          <a:xfrm>
            <a:off x="1861429" y="3818887"/>
            <a:ext cx="53762" cy="5158"/>
          </a:xfrm>
          <a:custGeom>
            <a:avLst/>
            <a:gdLst/>
            <a:ahLst/>
            <a:cxnLst/>
            <a:rect l="l" t="t" r="r" b="b"/>
            <a:pathLst>
              <a:path w="2280" h="214" extrusionOk="0">
                <a:moveTo>
                  <a:pt x="0" y="0"/>
                </a:moveTo>
                <a:cubicBezTo>
                  <a:pt x="730" y="92"/>
                  <a:pt x="1459" y="122"/>
                  <a:pt x="2219" y="213"/>
                </a:cubicBezTo>
                <a:cubicBezTo>
                  <a:pt x="2250" y="122"/>
                  <a:pt x="2250" y="61"/>
                  <a:pt x="2280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9" name="Google Shape;2979;p40"/>
          <p:cNvSpPr/>
          <p:nvPr/>
        </p:nvSpPr>
        <p:spPr>
          <a:xfrm>
            <a:off x="6283053" y="3818887"/>
            <a:ext cx="49471" cy="5158"/>
          </a:xfrm>
          <a:custGeom>
            <a:avLst/>
            <a:gdLst/>
            <a:ahLst/>
            <a:cxnLst/>
            <a:rect l="l" t="t" r="r" b="b"/>
            <a:pathLst>
              <a:path w="2098" h="214" extrusionOk="0">
                <a:moveTo>
                  <a:pt x="0" y="0"/>
                </a:moveTo>
                <a:cubicBezTo>
                  <a:pt x="31" y="92"/>
                  <a:pt x="31" y="122"/>
                  <a:pt x="92" y="213"/>
                </a:cubicBezTo>
                <a:cubicBezTo>
                  <a:pt x="730" y="122"/>
                  <a:pt x="1399" y="92"/>
                  <a:pt x="2098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99AFFB-EE55-E07E-676F-1940A7268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52985"/>
            <a:ext cx="9144000" cy="22529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p43"/>
          <p:cNvSpPr txBox="1">
            <a:spLocks noGrp="1"/>
          </p:cNvSpPr>
          <p:nvPr>
            <p:ph type="body" idx="4294967295"/>
          </p:nvPr>
        </p:nvSpPr>
        <p:spPr>
          <a:xfrm>
            <a:off x="0" y="1047750"/>
            <a:ext cx="4351338" cy="2122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600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25" name="Google Shape;3025;p43"/>
          <p:cNvSpPr/>
          <p:nvPr/>
        </p:nvSpPr>
        <p:spPr>
          <a:xfrm>
            <a:off x="7368100" y="-451250"/>
            <a:ext cx="57000" cy="5350"/>
          </a:xfrm>
          <a:custGeom>
            <a:avLst/>
            <a:gdLst/>
            <a:ahLst/>
            <a:cxnLst/>
            <a:rect l="l" t="t" r="r" b="b"/>
            <a:pathLst>
              <a:path w="2280" h="214" extrusionOk="0">
                <a:moveTo>
                  <a:pt x="0" y="0"/>
                </a:moveTo>
                <a:cubicBezTo>
                  <a:pt x="730" y="92"/>
                  <a:pt x="1429" y="122"/>
                  <a:pt x="2189" y="213"/>
                </a:cubicBezTo>
                <a:cubicBezTo>
                  <a:pt x="2250" y="122"/>
                  <a:pt x="2250" y="61"/>
                  <a:pt x="2280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6" name="Google Shape;3026;p43"/>
          <p:cNvSpPr/>
          <p:nvPr/>
        </p:nvSpPr>
        <p:spPr>
          <a:xfrm>
            <a:off x="8493500" y="-451250"/>
            <a:ext cx="52450" cy="5350"/>
          </a:xfrm>
          <a:custGeom>
            <a:avLst/>
            <a:gdLst/>
            <a:ahLst/>
            <a:cxnLst/>
            <a:rect l="l" t="t" r="r" b="b"/>
            <a:pathLst>
              <a:path w="2098" h="214" extrusionOk="0">
                <a:moveTo>
                  <a:pt x="0" y="0"/>
                </a:moveTo>
                <a:cubicBezTo>
                  <a:pt x="31" y="92"/>
                  <a:pt x="31" y="122"/>
                  <a:pt x="92" y="213"/>
                </a:cubicBezTo>
                <a:cubicBezTo>
                  <a:pt x="730" y="122"/>
                  <a:pt x="1399" y="92"/>
                  <a:pt x="2098" y="0"/>
                </a:cubicBezTo>
                <a:close/>
              </a:path>
            </a:pathLst>
          </a:custGeom>
          <a:solidFill>
            <a:srgbClr val="8386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7" name="Google Shape;3027;p43"/>
          <p:cNvSpPr/>
          <p:nvPr/>
        </p:nvSpPr>
        <p:spPr>
          <a:xfrm>
            <a:off x="4536925" y="2095725"/>
            <a:ext cx="7625" cy="8375"/>
          </a:xfrm>
          <a:custGeom>
            <a:avLst/>
            <a:gdLst/>
            <a:ahLst/>
            <a:cxnLst/>
            <a:rect l="l" t="t" r="r" b="b"/>
            <a:pathLst>
              <a:path w="305" h="335" extrusionOk="0">
                <a:moveTo>
                  <a:pt x="122" y="0"/>
                </a:moveTo>
                <a:cubicBezTo>
                  <a:pt x="91" y="122"/>
                  <a:pt x="31" y="213"/>
                  <a:pt x="0" y="335"/>
                </a:cubicBezTo>
                <a:cubicBezTo>
                  <a:pt x="122" y="335"/>
                  <a:pt x="183" y="274"/>
                  <a:pt x="304" y="274"/>
                </a:cubicBezTo>
                <a:cubicBezTo>
                  <a:pt x="243" y="183"/>
                  <a:pt x="152" y="92"/>
                  <a:pt x="122" y="0"/>
                </a:cubicBezTo>
                <a:close/>
              </a:path>
            </a:pathLst>
          </a:custGeom>
          <a:solidFill>
            <a:srgbClr val="6D7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8" name="Google Shape;3028;p43"/>
          <p:cNvSpPr/>
          <p:nvPr/>
        </p:nvSpPr>
        <p:spPr>
          <a:xfrm>
            <a:off x="4381150" y="2170950"/>
            <a:ext cx="2300" cy="2300"/>
          </a:xfrm>
          <a:custGeom>
            <a:avLst/>
            <a:gdLst/>
            <a:ahLst/>
            <a:cxnLst/>
            <a:rect l="l" t="t" r="r" b="b"/>
            <a:pathLst>
              <a:path w="92" h="92" extrusionOk="0">
                <a:moveTo>
                  <a:pt x="0" y="0"/>
                </a:moveTo>
                <a:cubicBezTo>
                  <a:pt x="0" y="61"/>
                  <a:pt x="61" y="61"/>
                  <a:pt x="91" y="92"/>
                </a:cubicBezTo>
                <a:cubicBezTo>
                  <a:pt x="91" y="92"/>
                  <a:pt x="91" y="61"/>
                  <a:pt x="61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9" name="Google Shape;3029;p43"/>
          <p:cNvSpPr/>
          <p:nvPr/>
        </p:nvSpPr>
        <p:spPr>
          <a:xfrm>
            <a:off x="4377350" y="2591175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0" name="Google Shape;3030;p43"/>
          <p:cNvSpPr/>
          <p:nvPr/>
        </p:nvSpPr>
        <p:spPr>
          <a:xfrm>
            <a:off x="4378850" y="2586600"/>
            <a:ext cx="4600" cy="4600"/>
          </a:xfrm>
          <a:custGeom>
            <a:avLst/>
            <a:gdLst/>
            <a:ahLst/>
            <a:cxnLst/>
            <a:rect l="l" t="t" r="r" b="b"/>
            <a:pathLst>
              <a:path w="184" h="184" extrusionOk="0">
                <a:moveTo>
                  <a:pt x="183" y="1"/>
                </a:moveTo>
                <a:cubicBezTo>
                  <a:pt x="92" y="31"/>
                  <a:pt x="31" y="92"/>
                  <a:pt x="1" y="183"/>
                </a:cubicBezTo>
                <a:cubicBezTo>
                  <a:pt x="62" y="92"/>
                  <a:pt x="153" y="62"/>
                  <a:pt x="183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1" name="Google Shape;3031;p43"/>
          <p:cNvSpPr/>
          <p:nvPr/>
        </p:nvSpPr>
        <p:spPr>
          <a:xfrm>
            <a:off x="4343150" y="2544825"/>
            <a:ext cx="3050" cy="1525"/>
          </a:xfrm>
          <a:custGeom>
            <a:avLst/>
            <a:gdLst/>
            <a:ahLst/>
            <a:cxnLst/>
            <a:rect l="l" t="t" r="r" b="b"/>
            <a:pathLst>
              <a:path w="122" h="61" extrusionOk="0">
                <a:moveTo>
                  <a:pt x="122" y="0"/>
                </a:moveTo>
                <a:cubicBezTo>
                  <a:pt x="61" y="0"/>
                  <a:pt x="0" y="31"/>
                  <a:pt x="0" y="61"/>
                </a:cubicBezTo>
                <a:cubicBezTo>
                  <a:pt x="61" y="31"/>
                  <a:pt x="91" y="31"/>
                  <a:pt x="122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80D3F-365E-31FF-F897-D512709D084D}"/>
              </a:ext>
            </a:extLst>
          </p:cNvPr>
          <p:cNvSpPr/>
          <p:nvPr/>
        </p:nvSpPr>
        <p:spPr>
          <a:xfrm>
            <a:off x="291964" y="231494"/>
            <a:ext cx="4237338" cy="450680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sz="2000" b="1" dirty="0">
                <a:solidFill>
                  <a:schemeClr val="tx1"/>
                </a:solidFill>
              </a:rPr>
              <a:t>      </a:t>
            </a:r>
            <a:r>
              <a:rPr lang="en" sz="2400" b="1" dirty="0">
                <a:solidFill>
                  <a:schemeClr val="tx1"/>
                </a:solidFill>
              </a:rPr>
              <a:t>Meaning Of the project</a:t>
            </a:r>
            <a:endParaRPr lang="en-US" sz="2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Inventra</a:t>
            </a:r>
            <a:r>
              <a:rPr lang="en-US" sz="1600" dirty="0">
                <a:solidFill>
                  <a:schemeClr val="tx1"/>
                </a:solidFill>
              </a:rPr>
              <a:t> is an Inventory Management System that automates stock tracking, forecasting, and order management.</a:t>
            </a:r>
          </a:p>
          <a:p>
            <a:pPr marL="139700"/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aims to reduce human errors, optimize stock levels, and improve business efficiency.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system intelligently predicts inventory needs and ensures smooth supply chain operations.</a:t>
            </a:r>
          </a:p>
          <a:p>
            <a:endParaRPr lang="en-US" dirty="0"/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 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Inventra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= Inventory + Intelligent Automation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B2716-0FEF-DD97-E815-62503B726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120" t="8066" r="1"/>
          <a:stretch>
            <a:fillRect/>
          </a:stretch>
        </p:blipFill>
        <p:spPr>
          <a:xfrm>
            <a:off x="4000500" y="32697"/>
            <a:ext cx="5143500" cy="51108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p42"/>
          <p:cNvSpPr/>
          <p:nvPr/>
        </p:nvSpPr>
        <p:spPr>
          <a:xfrm>
            <a:off x="6254750" y="3200825"/>
            <a:ext cx="484800" cy="484800"/>
          </a:xfrm>
          <a:prstGeom prst="rect">
            <a:avLst/>
          </a:prstGeom>
          <a:solidFill>
            <a:srgbClr val="FDAFB5">
              <a:alpha val="8148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4" name="Google Shape;2994;p42"/>
          <p:cNvSpPr/>
          <p:nvPr/>
        </p:nvSpPr>
        <p:spPr>
          <a:xfrm>
            <a:off x="3695550" y="3200825"/>
            <a:ext cx="484800" cy="484800"/>
          </a:xfrm>
          <a:prstGeom prst="rect">
            <a:avLst/>
          </a:prstGeom>
          <a:solidFill>
            <a:srgbClr val="FDAFB5">
              <a:alpha val="8148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5" name="Google Shape;2995;p42"/>
          <p:cNvSpPr/>
          <p:nvPr/>
        </p:nvSpPr>
        <p:spPr>
          <a:xfrm>
            <a:off x="1176725" y="3200825"/>
            <a:ext cx="484800" cy="484800"/>
          </a:xfrm>
          <a:prstGeom prst="rect">
            <a:avLst/>
          </a:prstGeom>
          <a:solidFill>
            <a:srgbClr val="FDAFB5">
              <a:alpha val="8148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6" name="Google Shape;2996;p42"/>
          <p:cNvSpPr/>
          <p:nvPr/>
        </p:nvSpPr>
        <p:spPr>
          <a:xfrm>
            <a:off x="6254738" y="1481300"/>
            <a:ext cx="484800" cy="484800"/>
          </a:xfrm>
          <a:prstGeom prst="rect">
            <a:avLst/>
          </a:prstGeom>
          <a:solidFill>
            <a:srgbClr val="FDAFB5">
              <a:alpha val="8148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7" name="Google Shape;2997;p42"/>
          <p:cNvSpPr/>
          <p:nvPr/>
        </p:nvSpPr>
        <p:spPr>
          <a:xfrm>
            <a:off x="3695550" y="1522400"/>
            <a:ext cx="484800" cy="484800"/>
          </a:xfrm>
          <a:prstGeom prst="rect">
            <a:avLst/>
          </a:prstGeom>
          <a:solidFill>
            <a:srgbClr val="FDAFB5">
              <a:alpha val="8148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8" name="Google Shape;2998;p42"/>
          <p:cNvSpPr/>
          <p:nvPr/>
        </p:nvSpPr>
        <p:spPr>
          <a:xfrm>
            <a:off x="1176725" y="1481313"/>
            <a:ext cx="484800" cy="484800"/>
          </a:xfrm>
          <a:prstGeom prst="rect">
            <a:avLst/>
          </a:prstGeom>
          <a:solidFill>
            <a:srgbClr val="FDAFB5">
              <a:alpha val="8148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9" name="Google Shape;2999;p42"/>
          <p:cNvSpPr/>
          <p:nvPr/>
        </p:nvSpPr>
        <p:spPr>
          <a:xfrm>
            <a:off x="1132975" y="414850"/>
            <a:ext cx="7296000" cy="773700"/>
          </a:xfrm>
          <a:prstGeom prst="rect">
            <a:avLst/>
          </a:prstGeom>
          <a:solidFill>
            <a:srgbClr val="8386EA">
              <a:alpha val="42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0" name="Google Shape;3000;p42"/>
          <p:cNvSpPr txBox="1">
            <a:spLocks noGrp="1"/>
          </p:cNvSpPr>
          <p:nvPr>
            <p:ph type="subTitle" idx="16"/>
          </p:nvPr>
        </p:nvSpPr>
        <p:spPr>
          <a:xfrm>
            <a:off x="1176725" y="2043325"/>
            <a:ext cx="2166050" cy="7254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Not Knowing the exact stock level</a:t>
            </a:r>
            <a:endParaRPr dirty="0"/>
          </a:p>
        </p:txBody>
      </p:sp>
      <p:sp>
        <p:nvSpPr>
          <p:cNvPr id="3001" name="Google Shape;3001;p42"/>
          <p:cNvSpPr txBox="1">
            <a:spLocks noGrp="1"/>
          </p:cNvSpPr>
          <p:nvPr>
            <p:ph type="title"/>
          </p:nvPr>
        </p:nvSpPr>
        <p:spPr>
          <a:xfrm>
            <a:off x="1132975" y="1558525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003" name="Google Shape;3003;p42"/>
          <p:cNvSpPr txBox="1">
            <a:spLocks noGrp="1"/>
          </p:cNvSpPr>
          <p:nvPr>
            <p:ph type="title" idx="2"/>
          </p:nvPr>
        </p:nvSpPr>
        <p:spPr>
          <a:xfrm>
            <a:off x="3675989" y="1558525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05" name="Google Shape;3005;p42"/>
          <p:cNvSpPr txBox="1">
            <a:spLocks noGrp="1"/>
          </p:cNvSpPr>
          <p:nvPr>
            <p:ph type="title" idx="4"/>
          </p:nvPr>
        </p:nvSpPr>
        <p:spPr>
          <a:xfrm>
            <a:off x="6214369" y="1558525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07" name="Google Shape;3007;p42"/>
          <p:cNvSpPr txBox="1">
            <a:spLocks noGrp="1"/>
          </p:cNvSpPr>
          <p:nvPr>
            <p:ph type="title" idx="6"/>
          </p:nvPr>
        </p:nvSpPr>
        <p:spPr>
          <a:xfrm>
            <a:off x="1132975" y="3270990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009" name="Google Shape;3009;p42"/>
          <p:cNvSpPr txBox="1">
            <a:spLocks noGrp="1"/>
          </p:cNvSpPr>
          <p:nvPr>
            <p:ph type="title" idx="8"/>
          </p:nvPr>
        </p:nvSpPr>
        <p:spPr>
          <a:xfrm>
            <a:off x="3675989" y="3270990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011" name="Google Shape;3011;p42"/>
          <p:cNvSpPr txBox="1">
            <a:spLocks noGrp="1"/>
          </p:cNvSpPr>
          <p:nvPr>
            <p:ph type="title" idx="13"/>
          </p:nvPr>
        </p:nvSpPr>
        <p:spPr>
          <a:xfrm>
            <a:off x="6214369" y="3270990"/>
            <a:ext cx="12063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013" name="Google Shape;3013;p42"/>
          <p:cNvSpPr txBox="1">
            <a:spLocks noGrp="1"/>
          </p:cNvSpPr>
          <p:nvPr>
            <p:ph type="title" idx="15"/>
          </p:nvPr>
        </p:nvSpPr>
        <p:spPr>
          <a:xfrm>
            <a:off x="1394108" y="533638"/>
            <a:ext cx="635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3014" name="Google Shape;3014;p42"/>
          <p:cNvSpPr txBox="1">
            <a:spLocks noGrp="1"/>
          </p:cNvSpPr>
          <p:nvPr>
            <p:ph type="subTitle" idx="17"/>
          </p:nvPr>
        </p:nvSpPr>
        <p:spPr>
          <a:xfrm>
            <a:off x="3675988" y="2024916"/>
            <a:ext cx="2428249" cy="7438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Mismanaging daily stock movements</a:t>
            </a:r>
            <a:endParaRPr dirty="0"/>
          </a:p>
        </p:txBody>
      </p:sp>
      <p:sp>
        <p:nvSpPr>
          <p:cNvPr id="3015" name="Google Shape;3015;p42"/>
          <p:cNvSpPr txBox="1">
            <a:spLocks noGrp="1"/>
          </p:cNvSpPr>
          <p:nvPr>
            <p:ph type="subTitle" idx="18"/>
          </p:nvPr>
        </p:nvSpPr>
        <p:spPr>
          <a:xfrm>
            <a:off x="6214369" y="2024916"/>
            <a:ext cx="2428248" cy="7438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Losing track of Sales and purchases</a:t>
            </a:r>
            <a:endParaRPr dirty="0"/>
          </a:p>
        </p:txBody>
      </p:sp>
      <p:sp>
        <p:nvSpPr>
          <p:cNvPr id="3016" name="Google Shape;3016;p42"/>
          <p:cNvSpPr txBox="1">
            <a:spLocks noGrp="1"/>
          </p:cNvSpPr>
          <p:nvPr>
            <p:ph type="subTitle" idx="19"/>
          </p:nvPr>
        </p:nvSpPr>
        <p:spPr>
          <a:xfrm>
            <a:off x="1132975" y="3741993"/>
            <a:ext cx="2209800" cy="5828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Manual errors in stock calculation</a:t>
            </a:r>
            <a:endParaRPr dirty="0"/>
          </a:p>
        </p:txBody>
      </p:sp>
      <p:sp>
        <p:nvSpPr>
          <p:cNvPr id="3017" name="Google Shape;3017;p42"/>
          <p:cNvSpPr txBox="1">
            <a:spLocks noGrp="1"/>
          </p:cNvSpPr>
          <p:nvPr>
            <p:ph type="subTitle" idx="20"/>
          </p:nvPr>
        </p:nvSpPr>
        <p:spPr>
          <a:xfrm>
            <a:off x="3675989" y="3741992"/>
            <a:ext cx="2209800" cy="5828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Difficulty preparing Reports</a:t>
            </a:r>
            <a:endParaRPr dirty="0"/>
          </a:p>
        </p:txBody>
      </p:sp>
      <p:sp>
        <p:nvSpPr>
          <p:cNvPr id="3018" name="Google Shape;3018;p42"/>
          <p:cNvSpPr txBox="1">
            <a:spLocks noGrp="1"/>
          </p:cNvSpPr>
          <p:nvPr>
            <p:ph type="subTitle" idx="21"/>
          </p:nvPr>
        </p:nvSpPr>
        <p:spPr>
          <a:xfrm>
            <a:off x="6254739" y="3685625"/>
            <a:ext cx="2387878" cy="639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Understock and Overstock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Google Shape;3141;p50"/>
          <p:cNvSpPr txBox="1">
            <a:spLocks noGrp="1"/>
          </p:cNvSpPr>
          <p:nvPr>
            <p:ph type="sldNum" idx="4294967295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142" name="Google Shape;3142;p50"/>
          <p:cNvSpPr txBox="1">
            <a:spLocks noGrp="1"/>
          </p:cNvSpPr>
          <p:nvPr>
            <p:ph type="subTitle" idx="1"/>
          </p:nvPr>
        </p:nvSpPr>
        <p:spPr>
          <a:xfrm>
            <a:off x="2028444" y="181102"/>
            <a:ext cx="2118344" cy="8046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System</a:t>
            </a:r>
            <a:endParaRPr dirty="0"/>
          </a:p>
        </p:txBody>
      </p:sp>
      <p:sp>
        <p:nvSpPr>
          <p:cNvPr id="3143" name="Google Shape;3143;p50"/>
          <p:cNvSpPr txBox="1">
            <a:spLocks noGrp="1"/>
          </p:cNvSpPr>
          <p:nvPr>
            <p:ph type="subTitle" idx="2"/>
          </p:nvPr>
        </p:nvSpPr>
        <p:spPr>
          <a:xfrm>
            <a:off x="4852924" y="298450"/>
            <a:ext cx="2851150" cy="5699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3144" name="Google Shape;3144;p50"/>
          <p:cNvSpPr txBox="1">
            <a:spLocks noGrp="1"/>
          </p:cNvSpPr>
          <p:nvPr>
            <p:ph type="subTitle" idx="3"/>
          </p:nvPr>
        </p:nvSpPr>
        <p:spPr>
          <a:xfrm>
            <a:off x="1625600" y="868426"/>
            <a:ext cx="2565638" cy="2906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</a:pPr>
            <a:r>
              <a:rPr lang="en-US" dirty="0"/>
              <a:t>The </a:t>
            </a:r>
            <a:r>
              <a:rPr lang="en-US" b="1" dirty="0" err="1"/>
              <a:t>Inventra</a:t>
            </a:r>
            <a:r>
              <a:rPr lang="en-US" b="1" dirty="0"/>
              <a:t> Intelligent Inventory Management System</a:t>
            </a:r>
            <a:r>
              <a:rPr lang="en-US" dirty="0"/>
              <a:t> is designed to overcome the drawbacks of traditional inventory handling methods by introducing automation, intelligence, accuracy, and real-time visibility. The system focuses on optimizing stock flow, reducing human errors, and improving decision-making through AI-powered forecasting.</a:t>
            </a:r>
            <a:endParaRPr dirty="0"/>
          </a:p>
        </p:txBody>
      </p:sp>
      <p:sp>
        <p:nvSpPr>
          <p:cNvPr id="3145" name="Google Shape;3145;p50"/>
          <p:cNvSpPr txBox="1">
            <a:spLocks noGrp="1"/>
          </p:cNvSpPr>
          <p:nvPr>
            <p:ph type="subTitle" idx="4"/>
          </p:nvPr>
        </p:nvSpPr>
        <p:spPr>
          <a:xfrm>
            <a:off x="4706112" y="780288"/>
            <a:ext cx="3925824" cy="3206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spcAft>
                <a:spcPts val="1600"/>
              </a:spcAft>
              <a:buAutoNum type="arabicPeriod"/>
            </a:pPr>
            <a:r>
              <a:rPr lang="en-IN" dirty="0"/>
              <a:t>Introduces automation in inventory management</a:t>
            </a:r>
          </a:p>
          <a:p>
            <a:pPr marL="342900" lvl="0" indent="-342900">
              <a:spcAft>
                <a:spcPts val="1600"/>
              </a:spcAft>
              <a:buAutoNum type="arabicPeriod"/>
            </a:pPr>
            <a:r>
              <a:rPr lang="en-US" dirty="0"/>
              <a:t> Provides real-time stock visibility</a:t>
            </a:r>
          </a:p>
          <a:p>
            <a:pPr marL="342900" lvl="0" indent="-342900">
              <a:spcAft>
                <a:spcPts val="1600"/>
              </a:spcAft>
              <a:buAutoNum type="arabicPeriod"/>
            </a:pPr>
            <a:r>
              <a:rPr lang="en-US" dirty="0"/>
              <a:t>Uses AI for demand forecasting</a:t>
            </a:r>
          </a:p>
          <a:p>
            <a:pPr marL="342900" lvl="0" indent="-342900">
              <a:spcAft>
                <a:spcPts val="1600"/>
              </a:spcAft>
              <a:buAutoNum type="arabicPeriod"/>
            </a:pPr>
            <a:r>
              <a:rPr lang="en-IN" dirty="0"/>
              <a:t>Implements intelligent reorder management</a:t>
            </a:r>
          </a:p>
          <a:p>
            <a:pPr marL="342900" lvl="0" indent="-342900">
              <a:spcAft>
                <a:spcPts val="1600"/>
              </a:spcAft>
              <a:buAutoNum type="arabicPeriod"/>
            </a:pPr>
            <a:r>
              <a:rPr lang="en-IN" dirty="0"/>
              <a:t>Manages supplier information efficiently</a:t>
            </a:r>
          </a:p>
          <a:p>
            <a:pPr marL="342900" lvl="0" indent="-342900">
              <a:spcAft>
                <a:spcPts val="1600"/>
              </a:spcAft>
              <a:buAutoNum type="arabicPeriod"/>
            </a:pPr>
            <a:r>
              <a:rPr lang="en-IN" dirty="0"/>
              <a:t>Offers secure user authentication</a:t>
            </a:r>
          </a:p>
          <a:p>
            <a:pPr marL="342900" lvl="0" indent="-342900">
              <a:spcAft>
                <a:spcPts val="1600"/>
              </a:spcAft>
              <a:buAutoNum type="arabicPeriod"/>
            </a:pPr>
            <a:r>
              <a:rPr lang="en-IN" dirty="0"/>
              <a:t>Provides comprehensive reporting &amp; analytics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Google Shape;3152;p51"/>
          <p:cNvSpPr/>
          <p:nvPr/>
        </p:nvSpPr>
        <p:spPr>
          <a:xfrm>
            <a:off x="427546" y="1372236"/>
            <a:ext cx="8082018" cy="3000744"/>
          </a:xfrm>
          <a:prstGeom prst="rect">
            <a:avLst/>
          </a:prstGeom>
          <a:solidFill>
            <a:schemeClr val="accent6">
              <a:lumMod val="50000"/>
              <a:lumOff val="5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b="1" dirty="0"/>
              <a:t>1. Authentication Module</a:t>
            </a:r>
          </a:p>
          <a:p>
            <a:r>
              <a:rPr lang="en-US" sz="2000" b="1" dirty="0"/>
              <a:t>2. Inventory Management Module</a:t>
            </a:r>
          </a:p>
          <a:p>
            <a:r>
              <a:rPr lang="en-US" sz="2000" b="1" dirty="0"/>
              <a:t>3. Forecasting (AI Prediction) Module</a:t>
            </a:r>
          </a:p>
          <a:p>
            <a:r>
              <a:rPr lang="en-US" sz="2000" b="1" dirty="0"/>
              <a:t>4. Supplier Management Module</a:t>
            </a:r>
          </a:p>
          <a:p>
            <a:r>
              <a:rPr lang="en-US" sz="2000" b="1" dirty="0"/>
              <a:t>5. Reporting &amp; Analytics Module</a:t>
            </a:r>
          </a:p>
          <a:p>
            <a:r>
              <a:rPr lang="en-US" sz="2000" b="1" dirty="0">
                <a:solidFill>
                  <a:schemeClr val="accent6"/>
                </a:solidFill>
              </a:rPr>
              <a:t>6. Sales &amp; Billing Integration Module</a:t>
            </a:r>
          </a:p>
          <a:p>
            <a:r>
              <a:rPr lang="en-IN" sz="2000" b="1" dirty="0">
                <a:solidFill>
                  <a:schemeClr val="accent6"/>
                </a:solidFill>
              </a:rPr>
              <a:t>7. Notification &amp; Alerts Module</a:t>
            </a:r>
          </a:p>
          <a:p>
            <a:r>
              <a:rPr lang="en-US" sz="2000" b="1" dirty="0">
                <a:solidFill>
                  <a:schemeClr val="accent6"/>
                </a:solidFill>
              </a:rPr>
              <a:t>8. Audit &amp; Activity Log Module</a:t>
            </a:r>
          </a:p>
        </p:txBody>
      </p:sp>
      <p:sp>
        <p:nvSpPr>
          <p:cNvPr id="3156" name="Google Shape;3156;p51"/>
          <p:cNvSpPr txBox="1">
            <a:spLocks noGrp="1"/>
          </p:cNvSpPr>
          <p:nvPr>
            <p:ph type="title"/>
          </p:nvPr>
        </p:nvSpPr>
        <p:spPr>
          <a:xfrm>
            <a:off x="1024954" y="560832"/>
            <a:ext cx="7399046" cy="546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Number of Modules</a:t>
            </a:r>
            <a:endParaRPr dirty="0"/>
          </a:p>
        </p:txBody>
      </p:sp>
      <p:sp>
        <p:nvSpPr>
          <p:cNvPr id="3160" name="Google Shape;3160;p51"/>
          <p:cNvSpPr/>
          <p:nvPr/>
        </p:nvSpPr>
        <p:spPr>
          <a:xfrm>
            <a:off x="-7440" y="5339260"/>
            <a:ext cx="4111" cy="792"/>
          </a:xfrm>
          <a:custGeom>
            <a:avLst/>
            <a:gdLst/>
            <a:ahLst/>
            <a:cxnLst/>
            <a:rect l="l" t="t" r="r" b="b"/>
            <a:pathLst>
              <a:path w="153" h="31" extrusionOk="0">
                <a:moveTo>
                  <a:pt x="0" y="0"/>
                </a:moveTo>
                <a:lnTo>
                  <a:pt x="0" y="0"/>
                </a:lnTo>
                <a:cubicBezTo>
                  <a:pt x="61" y="0"/>
                  <a:pt x="91" y="31"/>
                  <a:pt x="152" y="31"/>
                </a:cubicBezTo>
                <a:cubicBezTo>
                  <a:pt x="122" y="31"/>
                  <a:pt x="61" y="0"/>
                  <a:pt x="0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51"/>
          <p:cNvSpPr/>
          <p:nvPr/>
        </p:nvSpPr>
        <p:spPr>
          <a:xfrm>
            <a:off x="-25418" y="5161508"/>
            <a:ext cx="3305" cy="2349"/>
          </a:xfrm>
          <a:custGeom>
            <a:avLst/>
            <a:gdLst/>
            <a:ahLst/>
            <a:cxnLst/>
            <a:rect l="l" t="t" r="r" b="b"/>
            <a:pathLst>
              <a:path w="123" h="92" extrusionOk="0">
                <a:moveTo>
                  <a:pt x="61" y="1"/>
                </a:moveTo>
                <a:cubicBezTo>
                  <a:pt x="31" y="1"/>
                  <a:pt x="31" y="31"/>
                  <a:pt x="1" y="31"/>
                </a:cubicBezTo>
                <a:cubicBezTo>
                  <a:pt x="31" y="31"/>
                  <a:pt x="31" y="92"/>
                  <a:pt x="31" y="92"/>
                </a:cubicBezTo>
                <a:cubicBezTo>
                  <a:pt x="61" y="92"/>
                  <a:pt x="61" y="31"/>
                  <a:pt x="122" y="31"/>
                </a:cubicBezTo>
                <a:cubicBezTo>
                  <a:pt x="122" y="1"/>
                  <a:pt x="61" y="1"/>
                  <a:pt x="61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51"/>
          <p:cNvSpPr/>
          <p:nvPr/>
        </p:nvSpPr>
        <p:spPr>
          <a:xfrm>
            <a:off x="-65430" y="5114166"/>
            <a:ext cx="6556" cy="3141"/>
          </a:xfrm>
          <a:custGeom>
            <a:avLst/>
            <a:gdLst/>
            <a:ahLst/>
            <a:cxnLst/>
            <a:rect l="l" t="t" r="r" b="b"/>
            <a:pathLst>
              <a:path w="244" h="123" extrusionOk="0">
                <a:moveTo>
                  <a:pt x="0" y="1"/>
                </a:moveTo>
                <a:lnTo>
                  <a:pt x="122" y="122"/>
                </a:lnTo>
                <a:lnTo>
                  <a:pt x="243" y="1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51"/>
          <p:cNvSpPr/>
          <p:nvPr/>
        </p:nvSpPr>
        <p:spPr>
          <a:xfrm>
            <a:off x="-543263" y="5443266"/>
            <a:ext cx="4111" cy="2349"/>
          </a:xfrm>
          <a:custGeom>
            <a:avLst/>
            <a:gdLst/>
            <a:ahLst/>
            <a:cxnLst/>
            <a:rect l="l" t="t" r="r" b="b"/>
            <a:pathLst>
              <a:path w="153" h="92" extrusionOk="0">
                <a:moveTo>
                  <a:pt x="153" y="0"/>
                </a:moveTo>
                <a:cubicBezTo>
                  <a:pt x="122" y="31"/>
                  <a:pt x="31" y="61"/>
                  <a:pt x="1" y="91"/>
                </a:cubicBezTo>
                <a:cubicBezTo>
                  <a:pt x="92" y="91"/>
                  <a:pt x="122" y="31"/>
                  <a:pt x="153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51"/>
          <p:cNvSpPr/>
          <p:nvPr/>
        </p:nvSpPr>
        <p:spPr>
          <a:xfrm>
            <a:off x="-544902" y="5447148"/>
            <a:ext cx="2472" cy="1583"/>
          </a:xfrm>
          <a:custGeom>
            <a:avLst/>
            <a:gdLst/>
            <a:ahLst/>
            <a:cxnLst/>
            <a:rect l="l" t="t" r="r" b="b"/>
            <a:pathLst>
              <a:path w="92" h="62" extrusionOk="0">
                <a:moveTo>
                  <a:pt x="92" y="0"/>
                </a:moveTo>
                <a:cubicBezTo>
                  <a:pt x="31" y="0"/>
                  <a:pt x="1" y="31"/>
                  <a:pt x="1" y="61"/>
                </a:cubicBezTo>
                <a:cubicBezTo>
                  <a:pt x="31" y="31"/>
                  <a:pt x="62" y="31"/>
                  <a:pt x="92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51"/>
          <p:cNvSpPr/>
          <p:nvPr/>
        </p:nvSpPr>
        <p:spPr>
          <a:xfrm>
            <a:off x="-156928" y="5405218"/>
            <a:ext cx="1666" cy="1583"/>
          </a:xfrm>
          <a:custGeom>
            <a:avLst/>
            <a:gdLst/>
            <a:ahLst/>
            <a:cxnLst/>
            <a:rect l="l" t="t" r="r" b="b"/>
            <a:pathLst>
              <a:path w="62" h="62" extrusionOk="0">
                <a:moveTo>
                  <a:pt x="1" y="1"/>
                </a:moveTo>
                <a:lnTo>
                  <a:pt x="1" y="31"/>
                </a:lnTo>
                <a:cubicBezTo>
                  <a:pt x="31" y="31"/>
                  <a:pt x="31" y="62"/>
                  <a:pt x="62" y="62"/>
                </a:cubicBezTo>
                <a:cubicBezTo>
                  <a:pt x="31" y="31"/>
                  <a:pt x="31" y="1"/>
                  <a:pt x="1" y="1"/>
                </a:cubicBez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51"/>
          <p:cNvSpPr/>
          <p:nvPr/>
        </p:nvSpPr>
        <p:spPr>
          <a:xfrm>
            <a:off x="-223892" y="5451029"/>
            <a:ext cx="2472" cy="26"/>
          </a:xfrm>
          <a:custGeom>
            <a:avLst/>
            <a:gdLst/>
            <a:ahLst/>
            <a:cxnLst/>
            <a:rect l="l" t="t" r="r" b="b"/>
            <a:pathLst>
              <a:path w="92" h="1" extrusionOk="0">
                <a:moveTo>
                  <a:pt x="92" y="0"/>
                </a:moveTo>
                <a:lnTo>
                  <a:pt x="0" y="0"/>
                </a:lnTo>
                <a:lnTo>
                  <a:pt x="92" y="0"/>
                </a:ln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51"/>
          <p:cNvSpPr/>
          <p:nvPr/>
        </p:nvSpPr>
        <p:spPr>
          <a:xfrm>
            <a:off x="-3674517" y="1795086"/>
            <a:ext cx="826" cy="3948"/>
          </a:xfrm>
          <a:custGeom>
            <a:avLst/>
            <a:gdLst/>
            <a:ahLst/>
            <a:cxnLst/>
            <a:rect l="l" t="t" r="r" b="b"/>
            <a:pathLst>
              <a:path w="32" h="153" extrusionOk="0">
                <a:moveTo>
                  <a:pt x="1" y="0"/>
                </a:moveTo>
                <a:cubicBezTo>
                  <a:pt x="1" y="31"/>
                  <a:pt x="31" y="61"/>
                  <a:pt x="31" y="152"/>
                </a:cubicBezTo>
                <a:cubicBezTo>
                  <a:pt x="31" y="61"/>
                  <a:pt x="31" y="31"/>
                  <a:pt x="1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51"/>
          <p:cNvSpPr/>
          <p:nvPr/>
        </p:nvSpPr>
        <p:spPr>
          <a:xfrm>
            <a:off x="-3672168" y="1454666"/>
            <a:ext cx="6322" cy="3948"/>
          </a:xfrm>
          <a:custGeom>
            <a:avLst/>
            <a:gdLst/>
            <a:ahLst/>
            <a:cxnLst/>
            <a:rect l="l" t="t" r="r" b="b"/>
            <a:pathLst>
              <a:path w="245" h="153" extrusionOk="0">
                <a:moveTo>
                  <a:pt x="1" y="1"/>
                </a:moveTo>
                <a:cubicBezTo>
                  <a:pt x="62" y="31"/>
                  <a:pt x="92" y="122"/>
                  <a:pt x="123" y="153"/>
                </a:cubicBezTo>
                <a:lnTo>
                  <a:pt x="244" y="31"/>
                </a:lnTo>
                <a:cubicBezTo>
                  <a:pt x="153" y="31"/>
                  <a:pt x="92" y="1"/>
                  <a:pt x="1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4E8BF-684A-7B25-47AC-0E4A509902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72" b="6941"/>
          <a:stretch>
            <a:fillRect/>
          </a:stretch>
        </p:blipFill>
        <p:spPr>
          <a:xfrm>
            <a:off x="5510266" y="1372237"/>
            <a:ext cx="3206188" cy="30007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9">
          <a:extLst>
            <a:ext uri="{FF2B5EF4-FFF2-40B4-BE49-F238E27FC236}">
              <a16:creationId xmlns:a16="http://schemas.microsoft.com/office/drawing/2014/main" id="{4B957CC2-2D89-0EB5-8676-50C9C56E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Google Shape;3152;p51">
            <a:extLst>
              <a:ext uri="{FF2B5EF4-FFF2-40B4-BE49-F238E27FC236}">
                <a16:creationId xmlns:a16="http://schemas.microsoft.com/office/drawing/2014/main" id="{6734DC3B-0C70-A138-DC6A-8D0FF775A196}"/>
              </a:ext>
            </a:extLst>
          </p:cNvPr>
          <p:cNvSpPr/>
          <p:nvPr/>
        </p:nvSpPr>
        <p:spPr>
          <a:xfrm>
            <a:off x="328738" y="841529"/>
            <a:ext cx="8181278" cy="373813"/>
          </a:xfrm>
          <a:prstGeom prst="rect">
            <a:avLst/>
          </a:prstGeom>
          <a:solidFill>
            <a:schemeClr val="accent4">
              <a:lumMod val="40000"/>
              <a:lumOff val="6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dirty="0"/>
              <a:t>1. </a:t>
            </a:r>
            <a:r>
              <a:rPr lang="fr-FR" dirty="0" err="1"/>
              <a:t>Authentication</a:t>
            </a:r>
            <a:r>
              <a:rPr lang="fr-FR" dirty="0"/>
              <a:t> &amp; User Management Module: </a:t>
            </a:r>
            <a:r>
              <a:rPr lang="fr-FR" dirty="0" err="1"/>
              <a:t>Handles</a:t>
            </a:r>
            <a:r>
              <a:rPr lang="fr-FR" dirty="0"/>
              <a:t> login, </a:t>
            </a:r>
            <a:r>
              <a:rPr lang="fr-FR" dirty="0" err="1"/>
              <a:t>signup</a:t>
            </a:r>
            <a:r>
              <a:rPr lang="fr-FR" dirty="0"/>
              <a:t>, </a:t>
            </a:r>
            <a:r>
              <a:rPr lang="fr-FR" dirty="0" err="1"/>
              <a:t>roles</a:t>
            </a:r>
            <a:r>
              <a:rPr lang="fr-FR" dirty="0"/>
              <a:t>, permissions.</a:t>
            </a:r>
            <a:endParaRPr lang="en-IN" dirty="0"/>
          </a:p>
        </p:txBody>
      </p:sp>
      <p:sp>
        <p:nvSpPr>
          <p:cNvPr id="3156" name="Google Shape;3156;p51">
            <a:extLst>
              <a:ext uri="{FF2B5EF4-FFF2-40B4-BE49-F238E27FC236}">
                <a16:creationId xmlns:a16="http://schemas.microsoft.com/office/drawing/2014/main" id="{E99808AB-117D-968A-E6ED-E0B8D53B9D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738" y="195072"/>
            <a:ext cx="7399046" cy="546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Working</a:t>
            </a:r>
            <a:endParaRPr dirty="0"/>
          </a:p>
        </p:txBody>
      </p:sp>
      <p:sp>
        <p:nvSpPr>
          <p:cNvPr id="3160" name="Google Shape;3160;p51">
            <a:extLst>
              <a:ext uri="{FF2B5EF4-FFF2-40B4-BE49-F238E27FC236}">
                <a16:creationId xmlns:a16="http://schemas.microsoft.com/office/drawing/2014/main" id="{1B5EAA5F-9E59-7E4E-0CB2-72ECECA25527}"/>
              </a:ext>
            </a:extLst>
          </p:cNvPr>
          <p:cNvSpPr/>
          <p:nvPr/>
        </p:nvSpPr>
        <p:spPr>
          <a:xfrm>
            <a:off x="-7440" y="5339260"/>
            <a:ext cx="4111" cy="792"/>
          </a:xfrm>
          <a:custGeom>
            <a:avLst/>
            <a:gdLst/>
            <a:ahLst/>
            <a:cxnLst/>
            <a:rect l="l" t="t" r="r" b="b"/>
            <a:pathLst>
              <a:path w="153" h="31" extrusionOk="0">
                <a:moveTo>
                  <a:pt x="0" y="0"/>
                </a:moveTo>
                <a:lnTo>
                  <a:pt x="0" y="0"/>
                </a:lnTo>
                <a:cubicBezTo>
                  <a:pt x="61" y="0"/>
                  <a:pt x="91" y="31"/>
                  <a:pt x="152" y="31"/>
                </a:cubicBezTo>
                <a:cubicBezTo>
                  <a:pt x="122" y="31"/>
                  <a:pt x="61" y="0"/>
                  <a:pt x="0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51">
            <a:extLst>
              <a:ext uri="{FF2B5EF4-FFF2-40B4-BE49-F238E27FC236}">
                <a16:creationId xmlns:a16="http://schemas.microsoft.com/office/drawing/2014/main" id="{E0AB4203-6251-004C-7D98-4B8966A5D6D6}"/>
              </a:ext>
            </a:extLst>
          </p:cNvPr>
          <p:cNvSpPr/>
          <p:nvPr/>
        </p:nvSpPr>
        <p:spPr>
          <a:xfrm>
            <a:off x="-25418" y="5161508"/>
            <a:ext cx="3305" cy="2349"/>
          </a:xfrm>
          <a:custGeom>
            <a:avLst/>
            <a:gdLst/>
            <a:ahLst/>
            <a:cxnLst/>
            <a:rect l="l" t="t" r="r" b="b"/>
            <a:pathLst>
              <a:path w="123" h="92" extrusionOk="0">
                <a:moveTo>
                  <a:pt x="61" y="1"/>
                </a:moveTo>
                <a:cubicBezTo>
                  <a:pt x="31" y="1"/>
                  <a:pt x="31" y="31"/>
                  <a:pt x="1" y="31"/>
                </a:cubicBezTo>
                <a:cubicBezTo>
                  <a:pt x="31" y="31"/>
                  <a:pt x="31" y="92"/>
                  <a:pt x="31" y="92"/>
                </a:cubicBezTo>
                <a:cubicBezTo>
                  <a:pt x="61" y="92"/>
                  <a:pt x="61" y="31"/>
                  <a:pt x="122" y="31"/>
                </a:cubicBezTo>
                <a:cubicBezTo>
                  <a:pt x="122" y="1"/>
                  <a:pt x="61" y="1"/>
                  <a:pt x="61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51">
            <a:extLst>
              <a:ext uri="{FF2B5EF4-FFF2-40B4-BE49-F238E27FC236}">
                <a16:creationId xmlns:a16="http://schemas.microsoft.com/office/drawing/2014/main" id="{B913F4AD-2E2A-EC9D-5E9F-5F822DDF5CD2}"/>
              </a:ext>
            </a:extLst>
          </p:cNvPr>
          <p:cNvSpPr/>
          <p:nvPr/>
        </p:nvSpPr>
        <p:spPr>
          <a:xfrm>
            <a:off x="-65430" y="5114166"/>
            <a:ext cx="6556" cy="3141"/>
          </a:xfrm>
          <a:custGeom>
            <a:avLst/>
            <a:gdLst/>
            <a:ahLst/>
            <a:cxnLst/>
            <a:rect l="l" t="t" r="r" b="b"/>
            <a:pathLst>
              <a:path w="244" h="123" extrusionOk="0">
                <a:moveTo>
                  <a:pt x="0" y="1"/>
                </a:moveTo>
                <a:lnTo>
                  <a:pt x="122" y="122"/>
                </a:lnTo>
                <a:lnTo>
                  <a:pt x="243" y="1"/>
                </a:ln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51">
            <a:extLst>
              <a:ext uri="{FF2B5EF4-FFF2-40B4-BE49-F238E27FC236}">
                <a16:creationId xmlns:a16="http://schemas.microsoft.com/office/drawing/2014/main" id="{884ABA6F-26DE-523D-6FBB-8623C2819357}"/>
              </a:ext>
            </a:extLst>
          </p:cNvPr>
          <p:cNvSpPr/>
          <p:nvPr/>
        </p:nvSpPr>
        <p:spPr>
          <a:xfrm>
            <a:off x="-543263" y="5443266"/>
            <a:ext cx="4111" cy="2349"/>
          </a:xfrm>
          <a:custGeom>
            <a:avLst/>
            <a:gdLst/>
            <a:ahLst/>
            <a:cxnLst/>
            <a:rect l="l" t="t" r="r" b="b"/>
            <a:pathLst>
              <a:path w="153" h="92" extrusionOk="0">
                <a:moveTo>
                  <a:pt x="153" y="0"/>
                </a:moveTo>
                <a:cubicBezTo>
                  <a:pt x="122" y="31"/>
                  <a:pt x="31" y="61"/>
                  <a:pt x="1" y="91"/>
                </a:cubicBezTo>
                <a:cubicBezTo>
                  <a:pt x="92" y="91"/>
                  <a:pt x="122" y="31"/>
                  <a:pt x="153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51">
            <a:extLst>
              <a:ext uri="{FF2B5EF4-FFF2-40B4-BE49-F238E27FC236}">
                <a16:creationId xmlns:a16="http://schemas.microsoft.com/office/drawing/2014/main" id="{87738194-9CDF-057B-ED41-900C8A909071}"/>
              </a:ext>
            </a:extLst>
          </p:cNvPr>
          <p:cNvSpPr/>
          <p:nvPr/>
        </p:nvSpPr>
        <p:spPr>
          <a:xfrm>
            <a:off x="-544902" y="5447148"/>
            <a:ext cx="2472" cy="1583"/>
          </a:xfrm>
          <a:custGeom>
            <a:avLst/>
            <a:gdLst/>
            <a:ahLst/>
            <a:cxnLst/>
            <a:rect l="l" t="t" r="r" b="b"/>
            <a:pathLst>
              <a:path w="92" h="62" extrusionOk="0">
                <a:moveTo>
                  <a:pt x="92" y="0"/>
                </a:moveTo>
                <a:cubicBezTo>
                  <a:pt x="31" y="0"/>
                  <a:pt x="1" y="31"/>
                  <a:pt x="1" y="61"/>
                </a:cubicBezTo>
                <a:cubicBezTo>
                  <a:pt x="31" y="31"/>
                  <a:pt x="62" y="31"/>
                  <a:pt x="92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51">
            <a:extLst>
              <a:ext uri="{FF2B5EF4-FFF2-40B4-BE49-F238E27FC236}">
                <a16:creationId xmlns:a16="http://schemas.microsoft.com/office/drawing/2014/main" id="{624E71CD-5B10-4858-2395-CC39B288B1D2}"/>
              </a:ext>
            </a:extLst>
          </p:cNvPr>
          <p:cNvSpPr/>
          <p:nvPr/>
        </p:nvSpPr>
        <p:spPr>
          <a:xfrm>
            <a:off x="-156928" y="5405218"/>
            <a:ext cx="1666" cy="1583"/>
          </a:xfrm>
          <a:custGeom>
            <a:avLst/>
            <a:gdLst/>
            <a:ahLst/>
            <a:cxnLst/>
            <a:rect l="l" t="t" r="r" b="b"/>
            <a:pathLst>
              <a:path w="62" h="62" extrusionOk="0">
                <a:moveTo>
                  <a:pt x="1" y="1"/>
                </a:moveTo>
                <a:lnTo>
                  <a:pt x="1" y="31"/>
                </a:lnTo>
                <a:cubicBezTo>
                  <a:pt x="31" y="31"/>
                  <a:pt x="31" y="62"/>
                  <a:pt x="62" y="62"/>
                </a:cubicBezTo>
                <a:cubicBezTo>
                  <a:pt x="31" y="31"/>
                  <a:pt x="31" y="1"/>
                  <a:pt x="1" y="1"/>
                </a:cubicBez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51">
            <a:extLst>
              <a:ext uri="{FF2B5EF4-FFF2-40B4-BE49-F238E27FC236}">
                <a16:creationId xmlns:a16="http://schemas.microsoft.com/office/drawing/2014/main" id="{44A9B106-10EC-DB4B-23FA-831B2295DB04}"/>
              </a:ext>
            </a:extLst>
          </p:cNvPr>
          <p:cNvSpPr/>
          <p:nvPr/>
        </p:nvSpPr>
        <p:spPr>
          <a:xfrm>
            <a:off x="-223892" y="5451029"/>
            <a:ext cx="2472" cy="26"/>
          </a:xfrm>
          <a:custGeom>
            <a:avLst/>
            <a:gdLst/>
            <a:ahLst/>
            <a:cxnLst/>
            <a:rect l="l" t="t" r="r" b="b"/>
            <a:pathLst>
              <a:path w="92" h="1" extrusionOk="0">
                <a:moveTo>
                  <a:pt x="92" y="0"/>
                </a:moveTo>
                <a:lnTo>
                  <a:pt x="0" y="0"/>
                </a:lnTo>
                <a:lnTo>
                  <a:pt x="92" y="0"/>
                </a:lnTo>
                <a:close/>
              </a:path>
            </a:pathLst>
          </a:custGeom>
          <a:solidFill>
            <a:srgbClr val="1A0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51">
            <a:extLst>
              <a:ext uri="{FF2B5EF4-FFF2-40B4-BE49-F238E27FC236}">
                <a16:creationId xmlns:a16="http://schemas.microsoft.com/office/drawing/2014/main" id="{E0E58731-E302-18AD-8400-F04E36B627CA}"/>
              </a:ext>
            </a:extLst>
          </p:cNvPr>
          <p:cNvSpPr/>
          <p:nvPr/>
        </p:nvSpPr>
        <p:spPr>
          <a:xfrm>
            <a:off x="-3674517" y="1795086"/>
            <a:ext cx="826" cy="3948"/>
          </a:xfrm>
          <a:custGeom>
            <a:avLst/>
            <a:gdLst/>
            <a:ahLst/>
            <a:cxnLst/>
            <a:rect l="l" t="t" r="r" b="b"/>
            <a:pathLst>
              <a:path w="32" h="153" extrusionOk="0">
                <a:moveTo>
                  <a:pt x="1" y="0"/>
                </a:moveTo>
                <a:cubicBezTo>
                  <a:pt x="1" y="31"/>
                  <a:pt x="31" y="61"/>
                  <a:pt x="31" y="152"/>
                </a:cubicBezTo>
                <a:cubicBezTo>
                  <a:pt x="31" y="61"/>
                  <a:pt x="31" y="31"/>
                  <a:pt x="1" y="0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51">
            <a:extLst>
              <a:ext uri="{FF2B5EF4-FFF2-40B4-BE49-F238E27FC236}">
                <a16:creationId xmlns:a16="http://schemas.microsoft.com/office/drawing/2014/main" id="{56CD6983-4150-C674-10A7-D85295EF5AC3}"/>
              </a:ext>
            </a:extLst>
          </p:cNvPr>
          <p:cNvSpPr/>
          <p:nvPr/>
        </p:nvSpPr>
        <p:spPr>
          <a:xfrm>
            <a:off x="-3672168" y="1454666"/>
            <a:ext cx="6322" cy="3948"/>
          </a:xfrm>
          <a:custGeom>
            <a:avLst/>
            <a:gdLst/>
            <a:ahLst/>
            <a:cxnLst/>
            <a:rect l="l" t="t" r="r" b="b"/>
            <a:pathLst>
              <a:path w="245" h="153" extrusionOk="0">
                <a:moveTo>
                  <a:pt x="1" y="1"/>
                </a:moveTo>
                <a:cubicBezTo>
                  <a:pt x="62" y="31"/>
                  <a:pt x="92" y="122"/>
                  <a:pt x="123" y="153"/>
                </a:cubicBezTo>
                <a:lnTo>
                  <a:pt x="244" y="31"/>
                </a:lnTo>
                <a:cubicBezTo>
                  <a:pt x="153" y="31"/>
                  <a:pt x="92" y="1"/>
                  <a:pt x="1" y="1"/>
                </a:cubicBezTo>
                <a:close/>
              </a:path>
            </a:pathLst>
          </a:custGeom>
          <a:solidFill>
            <a:srgbClr val="FDA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152;p51">
            <a:extLst>
              <a:ext uri="{FF2B5EF4-FFF2-40B4-BE49-F238E27FC236}">
                <a16:creationId xmlns:a16="http://schemas.microsoft.com/office/drawing/2014/main" id="{C8FFC181-12A7-7D3F-A2B4-0A0343BCA71E}"/>
              </a:ext>
            </a:extLst>
          </p:cNvPr>
          <p:cNvSpPr/>
          <p:nvPr/>
        </p:nvSpPr>
        <p:spPr>
          <a:xfrm>
            <a:off x="328738" y="1454666"/>
            <a:ext cx="8181278" cy="329970"/>
          </a:xfrm>
          <a:prstGeom prst="rect">
            <a:avLst/>
          </a:prstGeom>
          <a:solidFill>
            <a:schemeClr val="accent4">
              <a:lumMod val="40000"/>
              <a:lumOff val="6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2. Inventory Management </a:t>
            </a:r>
            <a:r>
              <a:rPr lang="en-US" dirty="0" err="1"/>
              <a:t>Module:Product</a:t>
            </a:r>
            <a:r>
              <a:rPr lang="en-US" dirty="0"/>
              <a:t> creation, stock-in, stock-out, categorization.</a:t>
            </a:r>
            <a:endParaRPr lang="en-IN" dirty="0"/>
          </a:p>
        </p:txBody>
      </p:sp>
      <p:sp>
        <p:nvSpPr>
          <p:cNvPr id="5" name="Google Shape;3152;p51">
            <a:extLst>
              <a:ext uri="{FF2B5EF4-FFF2-40B4-BE49-F238E27FC236}">
                <a16:creationId xmlns:a16="http://schemas.microsoft.com/office/drawing/2014/main" id="{1B9384BC-3A64-54FB-3DF9-5768EE62D337}"/>
              </a:ext>
            </a:extLst>
          </p:cNvPr>
          <p:cNvSpPr/>
          <p:nvPr/>
        </p:nvSpPr>
        <p:spPr>
          <a:xfrm>
            <a:off x="328738" y="2045688"/>
            <a:ext cx="8181278" cy="329970"/>
          </a:xfrm>
          <a:prstGeom prst="rect">
            <a:avLst/>
          </a:prstGeom>
          <a:solidFill>
            <a:schemeClr val="accent4">
              <a:lumMod val="40000"/>
              <a:lumOff val="6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3. Forecasting (AI Prediction) </a:t>
            </a:r>
            <a:r>
              <a:rPr lang="en-US" dirty="0" err="1"/>
              <a:t>Module:Predicts</a:t>
            </a:r>
            <a:r>
              <a:rPr lang="en-US" dirty="0"/>
              <a:t> future stock needs using past patterns.</a:t>
            </a:r>
            <a:endParaRPr lang="en-IN" dirty="0"/>
          </a:p>
        </p:txBody>
      </p:sp>
      <p:sp>
        <p:nvSpPr>
          <p:cNvPr id="6" name="Google Shape;3152;p51">
            <a:extLst>
              <a:ext uri="{FF2B5EF4-FFF2-40B4-BE49-F238E27FC236}">
                <a16:creationId xmlns:a16="http://schemas.microsoft.com/office/drawing/2014/main" id="{21301B9E-A504-3116-4E1D-EF33F4FCCDF7}"/>
              </a:ext>
            </a:extLst>
          </p:cNvPr>
          <p:cNvSpPr/>
          <p:nvPr/>
        </p:nvSpPr>
        <p:spPr>
          <a:xfrm>
            <a:off x="328738" y="2571750"/>
            <a:ext cx="8181278" cy="329970"/>
          </a:xfrm>
          <a:prstGeom prst="rect">
            <a:avLst/>
          </a:prstGeom>
          <a:solidFill>
            <a:schemeClr val="accent4">
              <a:lumMod val="40000"/>
              <a:lumOff val="6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4. Supplier &amp; Purchase Order Management </a:t>
            </a:r>
            <a:r>
              <a:rPr lang="en-US" dirty="0" err="1"/>
              <a:t>Module:Stores</a:t>
            </a:r>
            <a:r>
              <a:rPr lang="en-US" dirty="0"/>
              <a:t> supplier details, creates purchase orders.</a:t>
            </a:r>
            <a:r>
              <a:rPr lang="fr-FR" dirty="0"/>
              <a:t>.</a:t>
            </a:r>
            <a:endParaRPr lang="en-IN" dirty="0"/>
          </a:p>
        </p:txBody>
      </p:sp>
      <p:sp>
        <p:nvSpPr>
          <p:cNvPr id="8" name="Google Shape;3152;p51">
            <a:extLst>
              <a:ext uri="{FF2B5EF4-FFF2-40B4-BE49-F238E27FC236}">
                <a16:creationId xmlns:a16="http://schemas.microsoft.com/office/drawing/2014/main" id="{526685F2-D1CC-26C1-275D-280B5A6D2CF2}"/>
              </a:ext>
            </a:extLst>
          </p:cNvPr>
          <p:cNvSpPr/>
          <p:nvPr/>
        </p:nvSpPr>
        <p:spPr>
          <a:xfrm>
            <a:off x="328738" y="3001583"/>
            <a:ext cx="8181278" cy="409496"/>
          </a:xfrm>
          <a:prstGeom prst="rect">
            <a:avLst/>
          </a:prstGeom>
          <a:solidFill>
            <a:schemeClr val="accent4">
              <a:lumMod val="40000"/>
              <a:lumOff val="6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5. Reporting &amp; Analytics </a:t>
            </a:r>
            <a:r>
              <a:rPr lang="en-US" dirty="0" err="1"/>
              <a:t>Module:Generates</a:t>
            </a:r>
            <a:r>
              <a:rPr lang="en-US" dirty="0"/>
              <a:t> charts, summaries, trends, stock movement reports.</a:t>
            </a:r>
            <a:endParaRPr lang="en-IN" dirty="0"/>
          </a:p>
        </p:txBody>
      </p:sp>
      <p:sp>
        <p:nvSpPr>
          <p:cNvPr id="9" name="Google Shape;3152;p51">
            <a:extLst>
              <a:ext uri="{FF2B5EF4-FFF2-40B4-BE49-F238E27FC236}">
                <a16:creationId xmlns:a16="http://schemas.microsoft.com/office/drawing/2014/main" id="{22DAA0A8-2F3B-8075-F67C-6713B7ABEB7F}"/>
              </a:ext>
            </a:extLst>
          </p:cNvPr>
          <p:cNvSpPr/>
          <p:nvPr/>
        </p:nvSpPr>
        <p:spPr>
          <a:xfrm>
            <a:off x="328738" y="3579384"/>
            <a:ext cx="8181278" cy="329970"/>
          </a:xfrm>
          <a:prstGeom prst="rect">
            <a:avLst/>
          </a:prstGeom>
          <a:solidFill>
            <a:schemeClr val="accent4">
              <a:lumMod val="40000"/>
              <a:lumOff val="6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6. Sales &amp; Billing Integration </a:t>
            </a:r>
            <a:r>
              <a:rPr lang="en-US" dirty="0" err="1"/>
              <a:t>Module:Connects</a:t>
            </a:r>
            <a:r>
              <a:rPr lang="en-US" dirty="0"/>
              <a:t> sales/billing data with inventory</a:t>
            </a:r>
            <a:r>
              <a:rPr lang="fr-FR" dirty="0"/>
              <a:t>.</a:t>
            </a:r>
            <a:endParaRPr lang="en-IN" dirty="0"/>
          </a:p>
        </p:txBody>
      </p:sp>
      <p:sp>
        <p:nvSpPr>
          <p:cNvPr id="10" name="Google Shape;3152;p51">
            <a:extLst>
              <a:ext uri="{FF2B5EF4-FFF2-40B4-BE49-F238E27FC236}">
                <a16:creationId xmlns:a16="http://schemas.microsoft.com/office/drawing/2014/main" id="{A6829AA3-3EEB-2DAE-46D6-9EBEE9BA0AA2}"/>
              </a:ext>
            </a:extLst>
          </p:cNvPr>
          <p:cNvSpPr/>
          <p:nvPr/>
        </p:nvSpPr>
        <p:spPr>
          <a:xfrm>
            <a:off x="328738" y="4105446"/>
            <a:ext cx="8181278" cy="329970"/>
          </a:xfrm>
          <a:prstGeom prst="rect">
            <a:avLst/>
          </a:prstGeom>
          <a:solidFill>
            <a:schemeClr val="accent4">
              <a:lumMod val="40000"/>
              <a:lumOff val="6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7. Notification &amp; Alerts </a:t>
            </a:r>
            <a:r>
              <a:rPr lang="en-US" dirty="0" err="1"/>
              <a:t>Module:Low-stock</a:t>
            </a:r>
            <a:r>
              <a:rPr lang="en-US" dirty="0"/>
              <a:t> alerts ,Expiry </a:t>
            </a:r>
            <a:r>
              <a:rPr lang="en-US" dirty="0" err="1"/>
              <a:t>alertsRe</a:t>
            </a:r>
            <a:r>
              <a:rPr lang="en-US" dirty="0"/>
              <a:t>-order reminders ,notifications.</a:t>
            </a:r>
            <a:endParaRPr lang="en-IN" dirty="0"/>
          </a:p>
        </p:txBody>
      </p:sp>
      <p:sp>
        <p:nvSpPr>
          <p:cNvPr id="11" name="Google Shape;3152;p51">
            <a:extLst>
              <a:ext uri="{FF2B5EF4-FFF2-40B4-BE49-F238E27FC236}">
                <a16:creationId xmlns:a16="http://schemas.microsoft.com/office/drawing/2014/main" id="{D6E27623-30D2-5B71-AE55-AF5221007101}"/>
              </a:ext>
            </a:extLst>
          </p:cNvPr>
          <p:cNvSpPr/>
          <p:nvPr/>
        </p:nvSpPr>
        <p:spPr>
          <a:xfrm>
            <a:off x="328738" y="4618459"/>
            <a:ext cx="8181278" cy="329969"/>
          </a:xfrm>
          <a:prstGeom prst="rect">
            <a:avLst/>
          </a:prstGeom>
          <a:solidFill>
            <a:schemeClr val="accent4">
              <a:lumMod val="40000"/>
              <a:lumOff val="60000"/>
              <a:alpha val="42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8. Audit &amp; Activity Log </a:t>
            </a:r>
            <a:r>
              <a:rPr lang="en-US" dirty="0" err="1"/>
              <a:t>Module:Records</a:t>
            </a:r>
            <a:r>
              <a:rPr lang="en-US" dirty="0"/>
              <a:t> all user actions for </a:t>
            </a:r>
            <a:r>
              <a:rPr lang="en-US" dirty="0" err="1"/>
              <a:t>transparency,Helps</a:t>
            </a:r>
            <a:r>
              <a:rPr lang="en-US" dirty="0"/>
              <a:t> in security and error tracking</a:t>
            </a:r>
            <a:r>
              <a:rPr lang="fr-FR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760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p45"/>
          <p:cNvSpPr txBox="1">
            <a:spLocks noGrp="1"/>
          </p:cNvSpPr>
          <p:nvPr>
            <p:ph type="title"/>
          </p:nvPr>
        </p:nvSpPr>
        <p:spPr>
          <a:xfrm>
            <a:off x="1962912" y="146304"/>
            <a:ext cx="5303520" cy="54864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System Configuration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60610-21D1-05B3-DC90-21E0759CFA5A}"/>
              </a:ext>
            </a:extLst>
          </p:cNvPr>
          <p:cNvSpPr/>
          <p:nvPr/>
        </p:nvSpPr>
        <p:spPr>
          <a:xfrm>
            <a:off x="4693920" y="865632"/>
            <a:ext cx="4084320" cy="3924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B5DEC-49C1-4702-8142-B2B8EDAFEF01}"/>
              </a:ext>
            </a:extLst>
          </p:cNvPr>
          <p:cNvSpPr txBox="1"/>
          <p:nvPr/>
        </p:nvSpPr>
        <p:spPr>
          <a:xfrm>
            <a:off x="4925570" y="963169"/>
            <a:ext cx="398678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Software Requirements: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 Backend: Java / Spring Boot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 Frontend: HTML, CSS, JavaScript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 Database: MySQL / PostgreSQL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 OS: Windows / Linux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9DA301-CF21-70E1-2C28-48A5CEC8E1D8}"/>
              </a:ext>
            </a:extLst>
          </p:cNvPr>
          <p:cNvSpPr/>
          <p:nvPr/>
        </p:nvSpPr>
        <p:spPr>
          <a:xfrm>
            <a:off x="543560" y="865632"/>
            <a:ext cx="3840480" cy="39242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accent6"/>
              </a:solidFill>
            </a:endParaRPr>
          </a:p>
          <a:p>
            <a:pPr algn="ctr"/>
            <a:endParaRPr lang="en-US" sz="2000" b="1" dirty="0">
              <a:solidFill>
                <a:schemeClr val="accent6"/>
              </a:solidFill>
            </a:endParaRPr>
          </a:p>
          <a:p>
            <a:pPr algn="ctr"/>
            <a:endParaRPr lang="en-US" sz="2000" b="1" dirty="0">
              <a:solidFill>
                <a:schemeClr val="accent6"/>
              </a:solidFill>
            </a:endParaRPr>
          </a:p>
          <a:p>
            <a:pPr algn="ctr"/>
            <a:endParaRPr lang="en-US" sz="2000" b="1" dirty="0">
              <a:solidFill>
                <a:schemeClr val="accent6"/>
              </a:solidFill>
            </a:endParaRPr>
          </a:p>
          <a:p>
            <a:pPr algn="ctr"/>
            <a:endParaRPr lang="en-US" sz="2000" b="1" dirty="0">
              <a:solidFill>
                <a:schemeClr val="accent6"/>
              </a:solidFill>
            </a:endParaRPr>
          </a:p>
          <a:p>
            <a:r>
              <a:rPr lang="en-IN" sz="2000" dirty="0"/>
              <a:t>  </a:t>
            </a:r>
          </a:p>
          <a:p>
            <a:endParaRPr lang="en-IN" sz="2000" dirty="0"/>
          </a:p>
          <a:p>
            <a:r>
              <a:rPr lang="en-IN" sz="2000" dirty="0"/>
              <a:t>  </a:t>
            </a:r>
            <a:r>
              <a:rPr lang="en-IN" sz="2000" b="1" dirty="0">
                <a:solidFill>
                  <a:schemeClr val="accent6"/>
                </a:solidFill>
              </a:rPr>
              <a:t>Hardware Requirements:</a:t>
            </a:r>
          </a:p>
          <a:p>
            <a:endParaRPr lang="en-IN" sz="2000" dirty="0">
              <a:solidFill>
                <a:schemeClr val="accent6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/>
                </a:solidFill>
              </a:rPr>
              <a:t> Processor: Intel i5 or higher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>
              <a:solidFill>
                <a:schemeClr val="accent6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accent6"/>
                </a:solidFill>
              </a:rPr>
              <a:t>RAM: 8GB minimum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>
              <a:solidFill>
                <a:schemeClr val="accent6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accent6"/>
                </a:solidFill>
              </a:rPr>
              <a:t>Storage: 256GB SSD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algn="ctr"/>
            <a:endParaRPr lang="en-US" sz="20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EB669-DB10-D2F3-58EF-F5326280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0" y="-387626"/>
            <a:ext cx="7275420" cy="1545866"/>
          </a:xfrm>
        </p:spPr>
        <p:txBody>
          <a:bodyPr/>
          <a:lstStyle/>
          <a:p>
            <a:r>
              <a:rPr lang="en-IN" dirty="0"/>
              <a:t>Architecture Configuration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25FFD-9CAF-878B-A9EF-A335948ACCA6}"/>
              </a:ext>
            </a:extLst>
          </p:cNvPr>
          <p:cNvSpPr/>
          <p:nvPr/>
        </p:nvSpPr>
        <p:spPr>
          <a:xfrm>
            <a:off x="258417" y="785191"/>
            <a:ext cx="8567531" cy="38563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E3854-A638-56B1-39CF-8D15701BE0B3}"/>
              </a:ext>
            </a:extLst>
          </p:cNvPr>
          <p:cNvSpPr txBox="1"/>
          <p:nvPr/>
        </p:nvSpPr>
        <p:spPr>
          <a:xfrm>
            <a:off x="566530" y="954157"/>
            <a:ext cx="77225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Authentication (JWT  (Secure communication)): </a:t>
            </a:r>
            <a:r>
              <a:rPr lang="en-US" dirty="0"/>
              <a:t>JWT ensures only authorized users can access the system by securely verifying their identity during every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Notification engine (Email/SMS)</a:t>
            </a:r>
            <a:r>
              <a:rPr lang="en-US" b="1" dirty="0"/>
              <a:t> :</a:t>
            </a:r>
            <a:r>
              <a:rPr lang="en-US" dirty="0"/>
              <a:t>Automatically sends alerts such as low-stock, reorder reminders, and system notifications via email or SMS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Services : Stock, Product, User, Report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Stock Service</a:t>
            </a:r>
            <a:br>
              <a:rPr lang="en-US" dirty="0"/>
            </a:br>
            <a:r>
              <a:rPr lang="en-US" dirty="0"/>
              <a:t> Manages all stock-in, stock-out, and quantity updates in real time.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Product Service</a:t>
            </a:r>
            <a:br>
              <a:rPr lang="en-US" dirty="0"/>
            </a:br>
            <a:r>
              <a:rPr lang="en-US" dirty="0"/>
              <a:t> Handles creation, updating, and categorization of all products.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User Service</a:t>
            </a:r>
            <a:br>
              <a:rPr lang="en-US" dirty="0"/>
            </a:br>
            <a:r>
              <a:rPr lang="en-US" dirty="0"/>
              <a:t>Controls user accounts, roles, permissions, and authentication flow.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Report Service</a:t>
            </a:r>
            <a:br>
              <a:rPr lang="en-US" dirty="0"/>
            </a:br>
            <a:r>
              <a:rPr lang="en-US" dirty="0"/>
              <a:t> Generates analytical reports like stock summary, sales trends, and forecasting insights.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8D0692-276A-94DF-5160-6BF2E2E6B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613" y="1935597"/>
            <a:ext cx="2212945" cy="18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0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E2F7-6607-0CAB-D755-4FA91FF0D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FF14-C21E-13E7-BBB1-48FB95B85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0" y="-387626"/>
            <a:ext cx="8030818" cy="1411754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3200" dirty="0"/>
              <a:t>Authentication &amp; User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3A1EBE-181C-5F4B-9169-16A2C0B15165}"/>
              </a:ext>
            </a:extLst>
          </p:cNvPr>
          <p:cNvSpPr/>
          <p:nvPr/>
        </p:nvSpPr>
        <p:spPr>
          <a:xfrm>
            <a:off x="318052" y="571831"/>
            <a:ext cx="8507896" cy="42592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F2B76-34F4-C7A1-0EA2-F0527CED32C3}"/>
              </a:ext>
            </a:extLst>
          </p:cNvPr>
          <p:cNvSpPr txBox="1"/>
          <p:nvPr/>
        </p:nvSpPr>
        <p:spPr>
          <a:xfrm>
            <a:off x="406400" y="447040"/>
            <a:ext cx="819094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The Authentication Module manages user login, registration, and access control.</a:t>
            </a:r>
          </a:p>
          <a:p>
            <a:endParaRPr lang="en-IN" dirty="0"/>
          </a:p>
          <a:p>
            <a:r>
              <a:rPr lang="en-US" b="1" dirty="0"/>
              <a:t>Classes in Module 1</a:t>
            </a:r>
          </a:p>
          <a:p>
            <a:r>
              <a:rPr lang="en-US" b="1" dirty="0"/>
              <a:t>1. User</a:t>
            </a:r>
          </a:p>
          <a:p>
            <a:r>
              <a:rPr lang="en-US" b="1" dirty="0"/>
              <a:t>Use:</a:t>
            </a:r>
            <a:r>
              <a:rPr lang="en-US" dirty="0"/>
              <a:t> Stores user information (name, email, role).</a:t>
            </a:r>
          </a:p>
          <a:p>
            <a:r>
              <a:rPr lang="en-US" b="1" dirty="0"/>
              <a:t>Purpose:</a:t>
            </a:r>
            <a:r>
              <a:rPr lang="en-US" dirty="0"/>
              <a:t> Identifies each user in the system.</a:t>
            </a:r>
          </a:p>
          <a:p>
            <a:r>
              <a:rPr lang="en-US" b="1" dirty="0"/>
              <a:t>2. </a:t>
            </a:r>
            <a:r>
              <a:rPr lang="en-US" b="1" dirty="0" err="1"/>
              <a:t>AuthController</a:t>
            </a:r>
            <a:endParaRPr lang="en-US" b="1" dirty="0"/>
          </a:p>
          <a:p>
            <a:r>
              <a:rPr lang="en-US" b="1" dirty="0"/>
              <a:t>Use:</a:t>
            </a:r>
            <a:r>
              <a:rPr lang="en-US" dirty="0"/>
              <a:t> Handles login, signup, and logout API requests.</a:t>
            </a:r>
          </a:p>
          <a:p>
            <a:r>
              <a:rPr lang="en-US" b="1" dirty="0"/>
              <a:t>Purpose:</a:t>
            </a:r>
            <a:r>
              <a:rPr lang="en-US" dirty="0"/>
              <a:t> Receives user input and communicates with </a:t>
            </a:r>
            <a:r>
              <a:rPr lang="en-US" dirty="0" err="1"/>
              <a:t>AuthService</a:t>
            </a:r>
            <a:r>
              <a:rPr lang="en-US" dirty="0"/>
              <a:t>.</a:t>
            </a:r>
          </a:p>
          <a:p>
            <a:r>
              <a:rPr lang="en-US" b="1" dirty="0"/>
              <a:t>3. </a:t>
            </a:r>
            <a:r>
              <a:rPr lang="en-US" b="1" dirty="0" err="1"/>
              <a:t>AuthService</a:t>
            </a:r>
            <a:endParaRPr lang="en-US" b="1" dirty="0"/>
          </a:p>
          <a:p>
            <a:r>
              <a:rPr lang="en-US" b="1" dirty="0"/>
              <a:t>Use:</a:t>
            </a:r>
            <a:r>
              <a:rPr lang="en-US" dirty="0"/>
              <a:t> Validates credentials, encrypts passwords, generates JWT tokens.</a:t>
            </a:r>
          </a:p>
          <a:p>
            <a:r>
              <a:rPr lang="en-US" b="1" dirty="0"/>
              <a:t>Purpose:</a:t>
            </a:r>
            <a:r>
              <a:rPr lang="en-US" dirty="0"/>
              <a:t> Core logic of authentication and authorization.</a:t>
            </a:r>
          </a:p>
          <a:p>
            <a:r>
              <a:rPr lang="en-US" b="1" dirty="0"/>
              <a:t>4. </a:t>
            </a:r>
            <a:r>
              <a:rPr lang="en-US" b="1" dirty="0" err="1"/>
              <a:t>UserRepository</a:t>
            </a:r>
            <a:endParaRPr lang="en-US" b="1" dirty="0"/>
          </a:p>
          <a:p>
            <a:r>
              <a:rPr lang="en-US" b="1" dirty="0"/>
              <a:t>Use:</a:t>
            </a:r>
            <a:r>
              <a:rPr lang="en-US" dirty="0"/>
              <a:t> Interacts with the database to fetch/save user records.</a:t>
            </a:r>
          </a:p>
          <a:p>
            <a:r>
              <a:rPr lang="en-US" b="1" dirty="0"/>
              <a:t>Purpose:</a:t>
            </a:r>
            <a:r>
              <a:rPr lang="en-US" dirty="0"/>
              <a:t> Provides CRUD operations for users.</a:t>
            </a:r>
          </a:p>
          <a:p>
            <a:r>
              <a:rPr lang="en-US" b="1" dirty="0"/>
              <a:t>5. </a:t>
            </a:r>
            <a:r>
              <a:rPr lang="en-US" b="1" dirty="0" err="1"/>
              <a:t>JwtUtil</a:t>
            </a:r>
            <a:endParaRPr lang="en-US" b="1" dirty="0"/>
          </a:p>
          <a:p>
            <a:r>
              <a:rPr lang="en-US" b="1" dirty="0"/>
              <a:t>Use:</a:t>
            </a:r>
            <a:r>
              <a:rPr lang="en-US" dirty="0"/>
              <a:t> Generates, validates, and refreshes JWT tokens.</a:t>
            </a:r>
          </a:p>
          <a:p>
            <a:r>
              <a:rPr lang="en-US" b="1" dirty="0"/>
              <a:t>Purpose:</a:t>
            </a:r>
            <a:r>
              <a:rPr lang="en-US" dirty="0"/>
              <a:t> Ensures secure communication between client and server.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A1298-AF0F-07E0-E99E-3506955D3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478" y="1148920"/>
            <a:ext cx="2464122" cy="342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36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4A53C-CFAB-5CA5-CB9E-E1C0E6D6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2A13-34BC-76D0-CD1D-5DFC35D0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0" y="-387626"/>
            <a:ext cx="7275420" cy="1545866"/>
          </a:xfrm>
        </p:spPr>
        <p:txBody>
          <a:bodyPr/>
          <a:lstStyle/>
          <a:p>
            <a:r>
              <a:rPr lang="en-IN" dirty="0"/>
              <a:t>Database Schema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BA111-C7F0-1CBB-883C-75980D1EE4EC}"/>
              </a:ext>
            </a:extLst>
          </p:cNvPr>
          <p:cNvSpPr/>
          <p:nvPr/>
        </p:nvSpPr>
        <p:spPr>
          <a:xfrm>
            <a:off x="144037" y="846151"/>
            <a:ext cx="8567531" cy="38563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A9A4E-FA2D-809B-234C-1B92FC6B882F}"/>
              </a:ext>
            </a:extLst>
          </p:cNvPr>
          <p:cNvSpPr txBox="1"/>
          <p:nvPr/>
        </p:nvSpPr>
        <p:spPr>
          <a:xfrm>
            <a:off x="0" y="573024"/>
            <a:ext cx="82890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D7D222-2E23-8780-2973-3EF9B3FF9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679714"/>
              </p:ext>
            </p:extLst>
          </p:nvPr>
        </p:nvGraphicFramePr>
        <p:xfrm>
          <a:off x="265320" y="1546118"/>
          <a:ext cx="8567532" cy="3066664"/>
        </p:xfrm>
        <a:graphic>
          <a:graphicData uri="http://schemas.openxmlformats.org/drawingml/2006/table">
            <a:tbl>
              <a:tblPr/>
              <a:tblGrid>
                <a:gridCol w="2855844">
                  <a:extLst>
                    <a:ext uri="{9D8B030D-6E8A-4147-A177-3AD203B41FA5}">
                      <a16:colId xmlns:a16="http://schemas.microsoft.com/office/drawing/2014/main" val="2247501993"/>
                    </a:ext>
                  </a:extLst>
                </a:gridCol>
                <a:gridCol w="2855844">
                  <a:extLst>
                    <a:ext uri="{9D8B030D-6E8A-4147-A177-3AD203B41FA5}">
                      <a16:colId xmlns:a16="http://schemas.microsoft.com/office/drawing/2014/main" val="888188665"/>
                    </a:ext>
                  </a:extLst>
                </a:gridCol>
                <a:gridCol w="2855844">
                  <a:extLst>
                    <a:ext uri="{9D8B030D-6E8A-4147-A177-3AD203B41FA5}">
                      <a16:colId xmlns:a16="http://schemas.microsoft.com/office/drawing/2014/main" val="422005254"/>
                    </a:ext>
                  </a:extLst>
                </a:gridCol>
              </a:tblGrid>
              <a:tr h="394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Column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008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user_id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INT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Unique user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90762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VARCHAR(100)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User full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622358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VARCHAR(150)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Unique email for 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246601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VARCHAR(255)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Encrypted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559098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Admin / Manager / 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169398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created_at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Account creation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932507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updated_at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Last update 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25366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A5DE3BD-21F5-C944-5CE7-0D5592BC6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20" y="1009312"/>
            <a:ext cx="91898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Table: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3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3DB0-158C-0050-FD44-7FEF0FFF8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A5E2-9BFB-C5CC-12D9-43BC0105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0" y="-387626"/>
            <a:ext cx="7275420" cy="1545866"/>
          </a:xfrm>
        </p:spPr>
        <p:txBody>
          <a:bodyPr/>
          <a:lstStyle/>
          <a:p>
            <a:r>
              <a:rPr lang="en-IN" dirty="0"/>
              <a:t>Database Schema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1412A7-65B4-F334-152E-1A0B417C35C8}"/>
              </a:ext>
            </a:extLst>
          </p:cNvPr>
          <p:cNvSpPr/>
          <p:nvPr/>
        </p:nvSpPr>
        <p:spPr>
          <a:xfrm>
            <a:off x="329184" y="846151"/>
            <a:ext cx="8382384" cy="38563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38D7B-9A34-37D9-5059-45F20B75D01F}"/>
              </a:ext>
            </a:extLst>
          </p:cNvPr>
          <p:cNvSpPr txBox="1"/>
          <p:nvPr/>
        </p:nvSpPr>
        <p:spPr>
          <a:xfrm>
            <a:off x="59793" y="734302"/>
            <a:ext cx="82890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8AEF00-2AC6-7BF0-7E0E-FD19F02E7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720600"/>
              </p:ext>
            </p:extLst>
          </p:nvPr>
        </p:nvGraphicFramePr>
        <p:xfrm>
          <a:off x="937549" y="-171452"/>
          <a:ext cx="5636872" cy="2743200"/>
        </p:xfrm>
        <a:graphic>
          <a:graphicData uri="http://schemas.openxmlformats.org/drawingml/2006/table">
            <a:tbl>
              <a:tblPr/>
              <a:tblGrid>
                <a:gridCol w="1409218">
                  <a:extLst>
                    <a:ext uri="{9D8B030D-6E8A-4147-A177-3AD203B41FA5}">
                      <a16:colId xmlns:a16="http://schemas.microsoft.com/office/drawing/2014/main" val="2247501993"/>
                    </a:ext>
                  </a:extLst>
                </a:gridCol>
                <a:gridCol w="1409218">
                  <a:extLst>
                    <a:ext uri="{9D8B030D-6E8A-4147-A177-3AD203B41FA5}">
                      <a16:colId xmlns:a16="http://schemas.microsoft.com/office/drawing/2014/main" val="888188665"/>
                    </a:ext>
                  </a:extLst>
                </a:gridCol>
                <a:gridCol w="1409218">
                  <a:extLst>
                    <a:ext uri="{9D8B030D-6E8A-4147-A177-3AD203B41FA5}">
                      <a16:colId xmlns:a16="http://schemas.microsoft.com/office/drawing/2014/main" val="3595155534"/>
                    </a:ext>
                  </a:extLst>
                </a:gridCol>
                <a:gridCol w="1409218">
                  <a:extLst>
                    <a:ext uri="{9D8B030D-6E8A-4147-A177-3AD203B41FA5}">
                      <a16:colId xmlns:a16="http://schemas.microsoft.com/office/drawing/2014/main" val="422005254"/>
                    </a:ext>
                  </a:extLst>
                </a:gridCol>
              </a:tblGrid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008076"/>
                  </a:ext>
                </a:extLst>
              </a:tr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90762"/>
                  </a:ext>
                </a:extLst>
              </a:tr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622358"/>
                  </a:ext>
                </a:extLst>
              </a:tr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246601"/>
                  </a:ext>
                </a:extLst>
              </a:tr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559098"/>
                  </a:ext>
                </a:extLst>
              </a:tr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169398"/>
                  </a:ext>
                </a:extLst>
              </a:tr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932507"/>
                  </a:ext>
                </a:extLst>
              </a:tr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role_id</a:t>
                      </a:r>
                      <a:r>
                        <a:rPr lang="en-IN" dirty="0"/>
                        <a:t>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role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188900"/>
                  </a:ext>
                </a:extLst>
              </a:tr>
              <a:tr h="2845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253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6DBF6C-E982-0798-40E1-A1D9868DC06F}"/>
              </a:ext>
            </a:extLst>
          </p:cNvPr>
          <p:cNvSpPr txBox="1"/>
          <p:nvPr/>
        </p:nvSpPr>
        <p:spPr>
          <a:xfrm>
            <a:off x="516810" y="983848"/>
            <a:ext cx="6341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Table: roles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78CEBC6-E06D-9673-3BB1-105AA5C79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836849"/>
              </p:ext>
            </p:extLst>
          </p:nvPr>
        </p:nvGraphicFramePr>
        <p:xfrm>
          <a:off x="2361236" y="3196157"/>
          <a:ext cx="4213188" cy="1341120"/>
        </p:xfrm>
        <a:graphic>
          <a:graphicData uri="http://schemas.openxmlformats.org/drawingml/2006/table">
            <a:tbl>
              <a:tblPr/>
              <a:tblGrid>
                <a:gridCol w="1404396">
                  <a:extLst>
                    <a:ext uri="{9D8B030D-6E8A-4147-A177-3AD203B41FA5}">
                      <a16:colId xmlns:a16="http://schemas.microsoft.com/office/drawing/2014/main" val="1566897017"/>
                    </a:ext>
                  </a:extLst>
                </a:gridCol>
                <a:gridCol w="1404396">
                  <a:extLst>
                    <a:ext uri="{9D8B030D-6E8A-4147-A177-3AD203B41FA5}">
                      <a16:colId xmlns:a16="http://schemas.microsoft.com/office/drawing/2014/main" val="1580896265"/>
                    </a:ext>
                  </a:extLst>
                </a:gridCol>
                <a:gridCol w="1404396">
                  <a:extLst>
                    <a:ext uri="{9D8B030D-6E8A-4147-A177-3AD203B41FA5}">
                      <a16:colId xmlns:a16="http://schemas.microsoft.com/office/drawing/2014/main" val="602174376"/>
                    </a:ext>
                  </a:extLst>
                </a:gridCol>
              </a:tblGrid>
              <a:tr h="282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Column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551199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user_id</a:t>
                      </a:r>
                      <a:r>
                        <a:rPr lang="en-IN" sz="1400" dirty="0"/>
                        <a:t>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Linked to users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752123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role_id</a:t>
                      </a:r>
                      <a:r>
                        <a:rPr lang="en-IN" sz="1400" dirty="0"/>
                        <a:t>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Linked to roles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11528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8CEF940-DBD7-0843-B36C-EF60627D8DDC}"/>
              </a:ext>
            </a:extLst>
          </p:cNvPr>
          <p:cNvSpPr txBox="1"/>
          <p:nvPr/>
        </p:nvSpPr>
        <p:spPr>
          <a:xfrm>
            <a:off x="516810" y="2430040"/>
            <a:ext cx="3717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b="1" dirty="0"/>
          </a:p>
          <a:p>
            <a:r>
              <a:rPr lang="en-IN" sz="1800" b="1" dirty="0"/>
              <a:t>Table: </a:t>
            </a:r>
            <a:r>
              <a:rPr lang="en-IN" sz="1800" b="1" dirty="0" err="1"/>
              <a:t>user_roles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541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p70"/>
          <p:cNvSpPr/>
          <p:nvPr/>
        </p:nvSpPr>
        <p:spPr>
          <a:xfrm>
            <a:off x="3375526" y="1603832"/>
            <a:ext cx="2750400" cy="28944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0" name="Google Shape;3820;p70"/>
          <p:cNvSpPr/>
          <p:nvPr/>
        </p:nvSpPr>
        <p:spPr>
          <a:xfrm>
            <a:off x="4342277" y="1408265"/>
            <a:ext cx="753900" cy="753900"/>
          </a:xfrm>
          <a:prstGeom prst="ellipse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2" name="Google Shape;3822;p70"/>
          <p:cNvSpPr txBox="1"/>
          <p:nvPr/>
        </p:nvSpPr>
        <p:spPr>
          <a:xfrm>
            <a:off x="5261312" y="1282591"/>
            <a:ext cx="19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Purchase order</a:t>
            </a:r>
            <a:endParaRPr sz="16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23" name="Google Shape;3823;p70"/>
          <p:cNvSpPr txBox="1"/>
          <p:nvPr/>
        </p:nvSpPr>
        <p:spPr>
          <a:xfrm>
            <a:off x="6376764" y="2090307"/>
            <a:ext cx="19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Bill</a:t>
            </a:r>
            <a:endParaRPr sz="16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24" name="Google Shape;3824;p70"/>
          <p:cNvSpPr txBox="1"/>
          <p:nvPr/>
        </p:nvSpPr>
        <p:spPr>
          <a:xfrm>
            <a:off x="6562199" y="3054600"/>
            <a:ext cx="190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Stock rises</a:t>
            </a:r>
            <a:endParaRPr sz="16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25" name="Google Shape;3825;p70"/>
          <p:cNvSpPr txBox="1"/>
          <p:nvPr/>
        </p:nvSpPr>
        <p:spPr>
          <a:xfrm>
            <a:off x="1534864" y="4117397"/>
            <a:ext cx="19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Invoice</a:t>
            </a:r>
            <a:endParaRPr sz="16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26" name="Google Shape;3826;p70"/>
          <p:cNvSpPr txBox="1"/>
          <p:nvPr/>
        </p:nvSpPr>
        <p:spPr>
          <a:xfrm>
            <a:off x="1194816" y="1714213"/>
            <a:ext cx="2066487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Stock re-order</a:t>
            </a:r>
            <a:endParaRPr sz="16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27" name="Google Shape;3827;p70"/>
          <p:cNvSpPr/>
          <p:nvPr/>
        </p:nvSpPr>
        <p:spPr>
          <a:xfrm>
            <a:off x="3261276" y="1796002"/>
            <a:ext cx="753900" cy="753900"/>
          </a:xfrm>
          <a:prstGeom prst="ellipse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8" name="Google Shape;3828;p70"/>
          <p:cNvSpPr/>
          <p:nvPr/>
        </p:nvSpPr>
        <p:spPr>
          <a:xfrm>
            <a:off x="5546454" y="1796014"/>
            <a:ext cx="753900" cy="753900"/>
          </a:xfrm>
          <a:prstGeom prst="ellipse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9" name="Google Shape;3829;p70"/>
          <p:cNvSpPr/>
          <p:nvPr/>
        </p:nvSpPr>
        <p:spPr>
          <a:xfrm>
            <a:off x="2963059" y="2898021"/>
            <a:ext cx="753900" cy="753900"/>
          </a:xfrm>
          <a:prstGeom prst="ellipse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0" name="Google Shape;3830;p70"/>
          <p:cNvSpPr/>
          <p:nvPr/>
        </p:nvSpPr>
        <p:spPr>
          <a:xfrm>
            <a:off x="5759201" y="2898032"/>
            <a:ext cx="753900" cy="753900"/>
          </a:xfrm>
          <a:prstGeom prst="ellipse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1" name="Google Shape;3831;p70"/>
          <p:cNvSpPr/>
          <p:nvPr/>
        </p:nvSpPr>
        <p:spPr>
          <a:xfrm>
            <a:off x="3533723" y="3865315"/>
            <a:ext cx="753900" cy="753900"/>
          </a:xfrm>
          <a:prstGeom prst="ellipse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2" name="Google Shape;3832;p70"/>
          <p:cNvSpPr/>
          <p:nvPr/>
        </p:nvSpPr>
        <p:spPr>
          <a:xfrm>
            <a:off x="5026282" y="3865315"/>
            <a:ext cx="753900" cy="753900"/>
          </a:xfrm>
          <a:prstGeom prst="ellipse">
            <a:avLst/>
          </a:prstGeom>
          <a:solidFill>
            <a:srgbClr val="FDAFB5">
              <a:alpha val="81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3" name="Google Shape;3833;p70"/>
          <p:cNvSpPr txBox="1"/>
          <p:nvPr/>
        </p:nvSpPr>
        <p:spPr>
          <a:xfrm>
            <a:off x="5840388" y="4117397"/>
            <a:ext cx="19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Sales order</a:t>
            </a:r>
            <a:endParaRPr sz="16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34" name="Google Shape;3834;p70"/>
          <p:cNvSpPr txBox="1"/>
          <p:nvPr/>
        </p:nvSpPr>
        <p:spPr>
          <a:xfrm>
            <a:off x="983800" y="3096175"/>
            <a:ext cx="19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Inventory drops</a:t>
            </a:r>
            <a:endParaRPr sz="16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35" name="Google Shape;3835;p70"/>
          <p:cNvSpPr txBox="1"/>
          <p:nvPr/>
        </p:nvSpPr>
        <p:spPr>
          <a:xfrm>
            <a:off x="3787349" y="2618985"/>
            <a:ext cx="19014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Inventory Management</a:t>
            </a:r>
            <a:endParaRPr sz="2000"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3836" name="Google Shape;3836;p70"/>
          <p:cNvGrpSpPr/>
          <p:nvPr/>
        </p:nvGrpSpPr>
        <p:grpSpPr>
          <a:xfrm>
            <a:off x="4550736" y="1586593"/>
            <a:ext cx="354865" cy="326061"/>
            <a:chOff x="1952836" y="2774422"/>
            <a:chExt cx="372835" cy="342573"/>
          </a:xfrm>
        </p:grpSpPr>
        <p:sp>
          <p:nvSpPr>
            <p:cNvPr id="3837" name="Google Shape;3837;p70"/>
            <p:cNvSpPr/>
            <p:nvPr/>
          </p:nvSpPr>
          <p:spPr>
            <a:xfrm>
              <a:off x="2076490" y="3057581"/>
              <a:ext cx="40869" cy="40869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6" y="941"/>
                    <a:pt x="345" y="811"/>
                    <a:pt x="345" y="644"/>
                  </a:cubicBezTo>
                  <a:cubicBezTo>
                    <a:pt x="345" y="477"/>
                    <a:pt x="476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0" y="1287"/>
                    <a:pt x="1286" y="1001"/>
                    <a:pt x="1286" y="644"/>
                  </a:cubicBezTo>
                  <a:cubicBezTo>
                    <a:pt x="1286" y="287"/>
                    <a:pt x="1000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70"/>
            <p:cNvSpPr/>
            <p:nvPr/>
          </p:nvSpPr>
          <p:spPr>
            <a:xfrm>
              <a:off x="2208432" y="3057581"/>
              <a:ext cx="40869" cy="40869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7" y="941"/>
                    <a:pt x="346" y="811"/>
                    <a:pt x="346" y="644"/>
                  </a:cubicBezTo>
                  <a:cubicBezTo>
                    <a:pt x="346" y="477"/>
                    <a:pt x="477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1" y="1287"/>
                    <a:pt x="1286" y="1001"/>
                    <a:pt x="1286" y="644"/>
                  </a:cubicBezTo>
                  <a:cubicBezTo>
                    <a:pt x="1286" y="287"/>
                    <a:pt x="1001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70"/>
            <p:cNvSpPr/>
            <p:nvPr/>
          </p:nvSpPr>
          <p:spPr>
            <a:xfrm>
              <a:off x="1952836" y="2774422"/>
              <a:ext cx="372835" cy="342573"/>
            </a:xfrm>
            <a:custGeom>
              <a:avLst/>
              <a:gdLst/>
              <a:ahLst/>
              <a:cxnLst/>
              <a:rect l="l" t="t" r="r" b="b"/>
              <a:pathLst>
                <a:path w="11741" h="10788" extrusionOk="0">
                  <a:moveTo>
                    <a:pt x="5382" y="1988"/>
                  </a:moveTo>
                  <a:lnTo>
                    <a:pt x="5382" y="3001"/>
                  </a:lnTo>
                  <a:lnTo>
                    <a:pt x="4359" y="3001"/>
                  </a:lnTo>
                  <a:lnTo>
                    <a:pt x="4359" y="1988"/>
                  </a:lnTo>
                  <a:close/>
                  <a:moveTo>
                    <a:pt x="6752" y="1988"/>
                  </a:moveTo>
                  <a:lnTo>
                    <a:pt x="6752" y="3001"/>
                  </a:lnTo>
                  <a:lnTo>
                    <a:pt x="5728" y="3001"/>
                  </a:lnTo>
                  <a:lnTo>
                    <a:pt x="5728" y="1988"/>
                  </a:lnTo>
                  <a:close/>
                  <a:moveTo>
                    <a:pt x="8121" y="1988"/>
                  </a:moveTo>
                  <a:lnTo>
                    <a:pt x="8121" y="3001"/>
                  </a:lnTo>
                  <a:lnTo>
                    <a:pt x="7097" y="3001"/>
                  </a:lnTo>
                  <a:lnTo>
                    <a:pt x="7097" y="1988"/>
                  </a:lnTo>
                  <a:close/>
                  <a:moveTo>
                    <a:pt x="9490" y="1988"/>
                  </a:moveTo>
                  <a:lnTo>
                    <a:pt x="9490" y="3001"/>
                  </a:lnTo>
                  <a:lnTo>
                    <a:pt x="8466" y="3001"/>
                  </a:lnTo>
                  <a:lnTo>
                    <a:pt x="8466" y="1988"/>
                  </a:lnTo>
                  <a:close/>
                  <a:moveTo>
                    <a:pt x="10324" y="1988"/>
                  </a:moveTo>
                  <a:lnTo>
                    <a:pt x="10085" y="3001"/>
                  </a:lnTo>
                  <a:lnTo>
                    <a:pt x="9847" y="3001"/>
                  </a:lnTo>
                  <a:lnTo>
                    <a:pt x="9847" y="1988"/>
                  </a:lnTo>
                  <a:close/>
                  <a:moveTo>
                    <a:pt x="4001" y="2000"/>
                  </a:moveTo>
                  <a:lnTo>
                    <a:pt x="4001" y="3012"/>
                  </a:lnTo>
                  <a:lnTo>
                    <a:pt x="3311" y="3012"/>
                  </a:lnTo>
                  <a:lnTo>
                    <a:pt x="2965" y="2000"/>
                  </a:lnTo>
                  <a:close/>
                  <a:moveTo>
                    <a:pt x="10014" y="3334"/>
                  </a:moveTo>
                  <a:lnTo>
                    <a:pt x="9847" y="4048"/>
                  </a:lnTo>
                  <a:lnTo>
                    <a:pt x="9847" y="3334"/>
                  </a:lnTo>
                  <a:close/>
                  <a:moveTo>
                    <a:pt x="4013" y="3334"/>
                  </a:moveTo>
                  <a:lnTo>
                    <a:pt x="4013" y="4370"/>
                  </a:lnTo>
                  <a:lnTo>
                    <a:pt x="3823" y="4370"/>
                  </a:lnTo>
                  <a:lnTo>
                    <a:pt x="3454" y="3334"/>
                  </a:lnTo>
                  <a:close/>
                  <a:moveTo>
                    <a:pt x="5371" y="3334"/>
                  </a:moveTo>
                  <a:lnTo>
                    <a:pt x="5371" y="4370"/>
                  </a:lnTo>
                  <a:lnTo>
                    <a:pt x="4347" y="4370"/>
                  </a:lnTo>
                  <a:lnTo>
                    <a:pt x="4347" y="3334"/>
                  </a:lnTo>
                  <a:close/>
                  <a:moveTo>
                    <a:pt x="6752" y="3334"/>
                  </a:moveTo>
                  <a:lnTo>
                    <a:pt x="6752" y="4370"/>
                  </a:lnTo>
                  <a:lnTo>
                    <a:pt x="5728" y="4370"/>
                  </a:lnTo>
                  <a:lnTo>
                    <a:pt x="5728" y="3334"/>
                  </a:lnTo>
                  <a:close/>
                  <a:moveTo>
                    <a:pt x="8121" y="3358"/>
                  </a:moveTo>
                  <a:lnTo>
                    <a:pt x="8121" y="4382"/>
                  </a:lnTo>
                  <a:lnTo>
                    <a:pt x="7097" y="4382"/>
                  </a:lnTo>
                  <a:lnTo>
                    <a:pt x="7097" y="3358"/>
                  </a:lnTo>
                  <a:close/>
                  <a:moveTo>
                    <a:pt x="9514" y="3358"/>
                  </a:moveTo>
                  <a:lnTo>
                    <a:pt x="9514" y="4382"/>
                  </a:lnTo>
                  <a:lnTo>
                    <a:pt x="8478" y="4382"/>
                  </a:lnTo>
                  <a:lnTo>
                    <a:pt x="8478" y="3358"/>
                  </a:lnTo>
                  <a:close/>
                  <a:moveTo>
                    <a:pt x="4001" y="4727"/>
                  </a:moveTo>
                  <a:lnTo>
                    <a:pt x="4001" y="4941"/>
                  </a:lnTo>
                  <a:lnTo>
                    <a:pt x="3930" y="4727"/>
                  </a:lnTo>
                  <a:close/>
                  <a:moveTo>
                    <a:pt x="5371" y="4715"/>
                  </a:moveTo>
                  <a:lnTo>
                    <a:pt x="5371" y="5525"/>
                  </a:lnTo>
                  <a:cubicBezTo>
                    <a:pt x="5297" y="5521"/>
                    <a:pt x="5230" y="5520"/>
                    <a:pt x="5167" y="5520"/>
                  </a:cubicBezTo>
                  <a:cubicBezTo>
                    <a:pt x="5049" y="5520"/>
                    <a:pt x="4947" y="5524"/>
                    <a:pt x="4854" y="5524"/>
                  </a:cubicBezTo>
                  <a:cubicBezTo>
                    <a:pt x="4666" y="5524"/>
                    <a:pt x="4516" y="5507"/>
                    <a:pt x="4347" y="5406"/>
                  </a:cubicBezTo>
                  <a:lnTo>
                    <a:pt x="4347" y="4715"/>
                  </a:lnTo>
                  <a:close/>
                  <a:moveTo>
                    <a:pt x="6752" y="4727"/>
                  </a:moveTo>
                  <a:lnTo>
                    <a:pt x="6752" y="5525"/>
                  </a:lnTo>
                  <a:lnTo>
                    <a:pt x="5728" y="5525"/>
                  </a:lnTo>
                  <a:lnTo>
                    <a:pt x="5728" y="4727"/>
                  </a:lnTo>
                  <a:close/>
                  <a:moveTo>
                    <a:pt x="8121" y="4727"/>
                  </a:moveTo>
                  <a:lnTo>
                    <a:pt x="8121" y="5525"/>
                  </a:lnTo>
                  <a:lnTo>
                    <a:pt x="7097" y="5525"/>
                  </a:lnTo>
                  <a:lnTo>
                    <a:pt x="7097" y="4727"/>
                  </a:lnTo>
                  <a:close/>
                  <a:moveTo>
                    <a:pt x="9490" y="4727"/>
                  </a:moveTo>
                  <a:lnTo>
                    <a:pt x="9490" y="5525"/>
                  </a:lnTo>
                  <a:lnTo>
                    <a:pt x="8466" y="5525"/>
                  </a:lnTo>
                  <a:lnTo>
                    <a:pt x="8466" y="4727"/>
                  </a:lnTo>
                  <a:close/>
                  <a:moveTo>
                    <a:pt x="4537" y="8680"/>
                  </a:moveTo>
                  <a:cubicBezTo>
                    <a:pt x="5025" y="8680"/>
                    <a:pt x="5418" y="9085"/>
                    <a:pt x="5418" y="9561"/>
                  </a:cubicBezTo>
                  <a:cubicBezTo>
                    <a:pt x="5418" y="10037"/>
                    <a:pt x="5025" y="10442"/>
                    <a:pt x="4537" y="10442"/>
                  </a:cubicBezTo>
                  <a:cubicBezTo>
                    <a:pt x="4049" y="10442"/>
                    <a:pt x="3656" y="10049"/>
                    <a:pt x="3656" y="9561"/>
                  </a:cubicBezTo>
                  <a:cubicBezTo>
                    <a:pt x="3656" y="9085"/>
                    <a:pt x="4049" y="8680"/>
                    <a:pt x="4537" y="8680"/>
                  </a:cubicBezTo>
                  <a:close/>
                  <a:moveTo>
                    <a:pt x="8692" y="8680"/>
                  </a:moveTo>
                  <a:cubicBezTo>
                    <a:pt x="9181" y="8680"/>
                    <a:pt x="9573" y="9085"/>
                    <a:pt x="9573" y="9561"/>
                  </a:cubicBezTo>
                  <a:cubicBezTo>
                    <a:pt x="9573" y="10037"/>
                    <a:pt x="9181" y="10442"/>
                    <a:pt x="8692" y="10442"/>
                  </a:cubicBezTo>
                  <a:cubicBezTo>
                    <a:pt x="8204" y="10442"/>
                    <a:pt x="7811" y="10049"/>
                    <a:pt x="7811" y="9561"/>
                  </a:cubicBezTo>
                  <a:cubicBezTo>
                    <a:pt x="7811" y="9085"/>
                    <a:pt x="8204" y="8680"/>
                    <a:pt x="8692" y="8680"/>
                  </a:cubicBezTo>
                  <a:close/>
                  <a:moveTo>
                    <a:pt x="620" y="0"/>
                  </a:moveTo>
                  <a:cubicBezTo>
                    <a:pt x="287" y="0"/>
                    <a:pt x="1" y="286"/>
                    <a:pt x="1" y="631"/>
                  </a:cubicBezTo>
                  <a:cubicBezTo>
                    <a:pt x="1" y="976"/>
                    <a:pt x="287" y="1250"/>
                    <a:pt x="620" y="1250"/>
                  </a:cubicBezTo>
                  <a:lnTo>
                    <a:pt x="1394" y="1250"/>
                  </a:lnTo>
                  <a:lnTo>
                    <a:pt x="2346" y="3965"/>
                  </a:lnTo>
                  <a:cubicBezTo>
                    <a:pt x="2374" y="4029"/>
                    <a:pt x="2444" y="4072"/>
                    <a:pt x="2513" y="4072"/>
                  </a:cubicBezTo>
                  <a:cubicBezTo>
                    <a:pt x="2533" y="4072"/>
                    <a:pt x="2553" y="4068"/>
                    <a:pt x="2573" y="4060"/>
                  </a:cubicBezTo>
                  <a:cubicBezTo>
                    <a:pt x="2668" y="4036"/>
                    <a:pt x="2704" y="3929"/>
                    <a:pt x="2680" y="3846"/>
                  </a:cubicBezTo>
                  <a:cubicBezTo>
                    <a:pt x="1739" y="1191"/>
                    <a:pt x="1692" y="1072"/>
                    <a:pt x="1692" y="1072"/>
                  </a:cubicBezTo>
                  <a:cubicBezTo>
                    <a:pt x="1656" y="965"/>
                    <a:pt x="1561" y="905"/>
                    <a:pt x="1441" y="905"/>
                  </a:cubicBezTo>
                  <a:lnTo>
                    <a:pt x="620" y="905"/>
                  </a:lnTo>
                  <a:cubicBezTo>
                    <a:pt x="465" y="905"/>
                    <a:pt x="346" y="774"/>
                    <a:pt x="346" y="631"/>
                  </a:cubicBezTo>
                  <a:cubicBezTo>
                    <a:pt x="346" y="464"/>
                    <a:pt x="477" y="345"/>
                    <a:pt x="620" y="345"/>
                  </a:cubicBezTo>
                  <a:lnTo>
                    <a:pt x="1441" y="345"/>
                  </a:lnTo>
                  <a:cubicBezTo>
                    <a:pt x="1787" y="345"/>
                    <a:pt x="2084" y="536"/>
                    <a:pt x="2215" y="845"/>
                  </a:cubicBezTo>
                  <a:cubicBezTo>
                    <a:pt x="2418" y="1429"/>
                    <a:pt x="3585" y="4703"/>
                    <a:pt x="3751" y="5191"/>
                  </a:cubicBezTo>
                  <a:cubicBezTo>
                    <a:pt x="3870" y="5548"/>
                    <a:pt x="4287" y="5882"/>
                    <a:pt x="4775" y="5882"/>
                  </a:cubicBezTo>
                  <a:lnTo>
                    <a:pt x="10978" y="5882"/>
                  </a:lnTo>
                  <a:cubicBezTo>
                    <a:pt x="11145" y="5882"/>
                    <a:pt x="11264" y="6013"/>
                    <a:pt x="11264" y="6168"/>
                  </a:cubicBezTo>
                  <a:cubicBezTo>
                    <a:pt x="11264" y="6322"/>
                    <a:pt x="11133" y="6441"/>
                    <a:pt x="10978" y="6441"/>
                  </a:cubicBezTo>
                  <a:lnTo>
                    <a:pt x="4775" y="6441"/>
                  </a:lnTo>
                  <a:cubicBezTo>
                    <a:pt x="4108" y="6441"/>
                    <a:pt x="3489" y="6049"/>
                    <a:pt x="3227" y="5417"/>
                  </a:cubicBezTo>
                  <a:lnTo>
                    <a:pt x="2882" y="4453"/>
                  </a:lnTo>
                  <a:cubicBezTo>
                    <a:pt x="2863" y="4377"/>
                    <a:pt x="2791" y="4339"/>
                    <a:pt x="2720" y="4339"/>
                  </a:cubicBezTo>
                  <a:cubicBezTo>
                    <a:pt x="2702" y="4339"/>
                    <a:pt x="2684" y="4341"/>
                    <a:pt x="2668" y="4346"/>
                  </a:cubicBezTo>
                  <a:cubicBezTo>
                    <a:pt x="2573" y="4382"/>
                    <a:pt x="2525" y="4477"/>
                    <a:pt x="2561" y="4572"/>
                  </a:cubicBezTo>
                  <a:cubicBezTo>
                    <a:pt x="2846" y="5275"/>
                    <a:pt x="2846" y="5596"/>
                    <a:pt x="3180" y="6013"/>
                  </a:cubicBezTo>
                  <a:lnTo>
                    <a:pt x="2799" y="6560"/>
                  </a:lnTo>
                  <a:cubicBezTo>
                    <a:pt x="2215" y="7394"/>
                    <a:pt x="2715" y="8549"/>
                    <a:pt x="3716" y="8680"/>
                  </a:cubicBezTo>
                  <a:cubicBezTo>
                    <a:pt x="2918" y="9418"/>
                    <a:pt x="3442" y="10787"/>
                    <a:pt x="4549" y="10787"/>
                  </a:cubicBezTo>
                  <a:cubicBezTo>
                    <a:pt x="5656" y="10787"/>
                    <a:pt x="6168" y="9454"/>
                    <a:pt x="5394" y="8692"/>
                  </a:cubicBezTo>
                  <a:lnTo>
                    <a:pt x="7871" y="8692"/>
                  </a:lnTo>
                  <a:cubicBezTo>
                    <a:pt x="7085" y="9454"/>
                    <a:pt x="7621" y="10787"/>
                    <a:pt x="8716" y="10787"/>
                  </a:cubicBezTo>
                  <a:cubicBezTo>
                    <a:pt x="9823" y="10787"/>
                    <a:pt x="10335" y="9454"/>
                    <a:pt x="9562" y="8692"/>
                  </a:cubicBezTo>
                  <a:lnTo>
                    <a:pt x="9788" y="8692"/>
                  </a:lnTo>
                  <a:cubicBezTo>
                    <a:pt x="10133" y="8692"/>
                    <a:pt x="10419" y="8406"/>
                    <a:pt x="10419" y="8073"/>
                  </a:cubicBezTo>
                  <a:cubicBezTo>
                    <a:pt x="10419" y="7727"/>
                    <a:pt x="10133" y="7442"/>
                    <a:pt x="9788" y="7442"/>
                  </a:cubicBezTo>
                  <a:lnTo>
                    <a:pt x="8228" y="7442"/>
                  </a:lnTo>
                  <a:cubicBezTo>
                    <a:pt x="8133" y="7442"/>
                    <a:pt x="8061" y="7513"/>
                    <a:pt x="8061" y="7608"/>
                  </a:cubicBezTo>
                  <a:cubicBezTo>
                    <a:pt x="8061" y="7692"/>
                    <a:pt x="8133" y="7775"/>
                    <a:pt x="8228" y="7775"/>
                  </a:cubicBezTo>
                  <a:lnTo>
                    <a:pt x="9788" y="7775"/>
                  </a:lnTo>
                  <a:cubicBezTo>
                    <a:pt x="9954" y="7775"/>
                    <a:pt x="10074" y="7906"/>
                    <a:pt x="10074" y="8049"/>
                  </a:cubicBezTo>
                  <a:cubicBezTo>
                    <a:pt x="10074" y="8215"/>
                    <a:pt x="9943" y="8335"/>
                    <a:pt x="9788" y="8335"/>
                  </a:cubicBezTo>
                  <a:lnTo>
                    <a:pt x="3930" y="8335"/>
                  </a:lnTo>
                  <a:cubicBezTo>
                    <a:pt x="3108" y="8335"/>
                    <a:pt x="2620" y="7418"/>
                    <a:pt x="3096" y="6739"/>
                  </a:cubicBezTo>
                  <a:lnTo>
                    <a:pt x="3442" y="6251"/>
                  </a:lnTo>
                  <a:cubicBezTo>
                    <a:pt x="3573" y="6382"/>
                    <a:pt x="3739" y="6489"/>
                    <a:pt x="3906" y="6560"/>
                  </a:cubicBezTo>
                  <a:lnTo>
                    <a:pt x="3573" y="7072"/>
                  </a:lnTo>
                  <a:cubicBezTo>
                    <a:pt x="3358" y="7370"/>
                    <a:pt x="3573" y="7775"/>
                    <a:pt x="3942" y="7775"/>
                  </a:cubicBezTo>
                  <a:lnTo>
                    <a:pt x="7609" y="7775"/>
                  </a:lnTo>
                  <a:cubicBezTo>
                    <a:pt x="7692" y="7775"/>
                    <a:pt x="7764" y="7692"/>
                    <a:pt x="7764" y="7608"/>
                  </a:cubicBezTo>
                  <a:cubicBezTo>
                    <a:pt x="7764" y="7513"/>
                    <a:pt x="7692" y="7442"/>
                    <a:pt x="7609" y="7442"/>
                  </a:cubicBezTo>
                  <a:lnTo>
                    <a:pt x="3942" y="7442"/>
                  </a:lnTo>
                  <a:cubicBezTo>
                    <a:pt x="3847" y="7442"/>
                    <a:pt x="3811" y="7334"/>
                    <a:pt x="3847" y="7263"/>
                  </a:cubicBezTo>
                  <a:lnTo>
                    <a:pt x="4251" y="6703"/>
                  </a:lnTo>
                  <a:cubicBezTo>
                    <a:pt x="4465" y="6762"/>
                    <a:pt x="4535" y="6775"/>
                    <a:pt x="5134" y="6775"/>
                  </a:cubicBezTo>
                  <a:cubicBezTo>
                    <a:pt x="5630" y="6775"/>
                    <a:pt x="6490" y="6766"/>
                    <a:pt x="8097" y="6766"/>
                  </a:cubicBezTo>
                  <a:cubicBezTo>
                    <a:pt x="8881" y="6766"/>
                    <a:pt x="9842" y="6768"/>
                    <a:pt x="11026" y="6775"/>
                  </a:cubicBezTo>
                  <a:cubicBezTo>
                    <a:pt x="11371" y="6775"/>
                    <a:pt x="11645" y="6489"/>
                    <a:pt x="11645" y="6144"/>
                  </a:cubicBezTo>
                  <a:cubicBezTo>
                    <a:pt x="11598" y="5810"/>
                    <a:pt x="11312" y="5525"/>
                    <a:pt x="10966" y="5525"/>
                  </a:cubicBezTo>
                  <a:lnTo>
                    <a:pt x="10788" y="5525"/>
                  </a:lnTo>
                  <a:lnTo>
                    <a:pt x="11598" y="2048"/>
                  </a:lnTo>
                  <a:cubicBezTo>
                    <a:pt x="11740" y="1393"/>
                    <a:pt x="11252" y="762"/>
                    <a:pt x="10562" y="762"/>
                  </a:cubicBezTo>
                  <a:lnTo>
                    <a:pt x="7252" y="762"/>
                  </a:lnTo>
                  <a:cubicBezTo>
                    <a:pt x="7156" y="762"/>
                    <a:pt x="7085" y="834"/>
                    <a:pt x="7085" y="929"/>
                  </a:cubicBezTo>
                  <a:cubicBezTo>
                    <a:pt x="7085" y="1012"/>
                    <a:pt x="7156" y="1096"/>
                    <a:pt x="7252" y="1096"/>
                  </a:cubicBezTo>
                  <a:lnTo>
                    <a:pt x="10562" y="1096"/>
                  </a:lnTo>
                  <a:cubicBezTo>
                    <a:pt x="11026" y="1096"/>
                    <a:pt x="11359" y="1524"/>
                    <a:pt x="11252" y="1953"/>
                  </a:cubicBezTo>
                  <a:lnTo>
                    <a:pt x="10431" y="5525"/>
                  </a:lnTo>
                  <a:lnTo>
                    <a:pt x="9847" y="5525"/>
                  </a:lnTo>
                  <a:cubicBezTo>
                    <a:pt x="9943" y="5144"/>
                    <a:pt x="10585" y="2369"/>
                    <a:pt x="10705" y="1869"/>
                  </a:cubicBezTo>
                  <a:cubicBezTo>
                    <a:pt x="10728" y="1762"/>
                    <a:pt x="10645" y="1655"/>
                    <a:pt x="10538" y="1655"/>
                  </a:cubicBezTo>
                  <a:lnTo>
                    <a:pt x="2858" y="1655"/>
                  </a:lnTo>
                  <a:lnTo>
                    <a:pt x="2668" y="1096"/>
                  </a:lnTo>
                  <a:lnTo>
                    <a:pt x="6621" y="1096"/>
                  </a:lnTo>
                  <a:cubicBezTo>
                    <a:pt x="6716" y="1096"/>
                    <a:pt x="6787" y="1012"/>
                    <a:pt x="6787" y="929"/>
                  </a:cubicBezTo>
                  <a:cubicBezTo>
                    <a:pt x="6787" y="834"/>
                    <a:pt x="6716" y="762"/>
                    <a:pt x="6621" y="762"/>
                  </a:cubicBezTo>
                  <a:lnTo>
                    <a:pt x="2549" y="762"/>
                  </a:lnTo>
                  <a:cubicBezTo>
                    <a:pt x="2394" y="334"/>
                    <a:pt x="1965" y="0"/>
                    <a:pt x="1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0" name="Google Shape;3840;p70"/>
          <p:cNvGrpSpPr/>
          <p:nvPr/>
        </p:nvGrpSpPr>
        <p:grpSpPr>
          <a:xfrm>
            <a:off x="5803629" y="2006306"/>
            <a:ext cx="239530" cy="333288"/>
            <a:chOff x="910723" y="1508212"/>
            <a:chExt cx="251660" cy="350166"/>
          </a:xfrm>
        </p:grpSpPr>
        <p:sp>
          <p:nvSpPr>
            <p:cNvPr id="3841" name="Google Shape;3841;p70"/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70"/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70"/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70"/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70"/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70"/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70"/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70"/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70"/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70"/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70"/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70"/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70"/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70"/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70"/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70"/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70"/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8" name="Google Shape;3858;p70"/>
          <p:cNvGrpSpPr/>
          <p:nvPr/>
        </p:nvGrpSpPr>
        <p:grpSpPr>
          <a:xfrm>
            <a:off x="5953077" y="3117515"/>
            <a:ext cx="337984" cy="338347"/>
            <a:chOff x="3539102" y="2427549"/>
            <a:chExt cx="355099" cy="355481"/>
          </a:xfrm>
        </p:grpSpPr>
        <p:sp>
          <p:nvSpPr>
            <p:cNvPr id="3859" name="Google Shape;3859;p70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70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1" name="Google Shape;3861;p70"/>
          <p:cNvGrpSpPr/>
          <p:nvPr/>
        </p:nvGrpSpPr>
        <p:grpSpPr>
          <a:xfrm>
            <a:off x="5226282" y="4073241"/>
            <a:ext cx="354139" cy="338120"/>
            <a:chOff x="7390435" y="3680868"/>
            <a:chExt cx="372073" cy="355243"/>
          </a:xfrm>
        </p:grpSpPr>
        <p:sp>
          <p:nvSpPr>
            <p:cNvPr id="3862" name="Google Shape;3862;p70"/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70"/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70"/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70"/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70"/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70"/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8" name="Google Shape;3868;p70"/>
          <p:cNvGrpSpPr/>
          <p:nvPr/>
        </p:nvGrpSpPr>
        <p:grpSpPr>
          <a:xfrm>
            <a:off x="3777443" y="4111163"/>
            <a:ext cx="266573" cy="262240"/>
            <a:chOff x="4210933" y="2926777"/>
            <a:chExt cx="280072" cy="275520"/>
          </a:xfrm>
        </p:grpSpPr>
        <p:sp>
          <p:nvSpPr>
            <p:cNvPr id="3869" name="Google Shape;3869;p70"/>
            <p:cNvSpPr/>
            <p:nvPr/>
          </p:nvSpPr>
          <p:spPr>
            <a:xfrm>
              <a:off x="4490623" y="2970352"/>
              <a:ext cx="32" cy="41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70"/>
            <p:cNvSpPr/>
            <p:nvPr/>
          </p:nvSpPr>
          <p:spPr>
            <a:xfrm>
              <a:off x="4489859" y="29695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70"/>
            <p:cNvSpPr/>
            <p:nvPr/>
          </p:nvSpPr>
          <p:spPr>
            <a:xfrm>
              <a:off x="4210933" y="2944952"/>
              <a:ext cx="280072" cy="257346"/>
            </a:xfrm>
            <a:custGeom>
              <a:avLst/>
              <a:gdLst/>
              <a:ahLst/>
              <a:cxnLst/>
              <a:rect l="l" t="t" r="r" b="b"/>
              <a:pathLst>
                <a:path w="8799" h="8085" extrusionOk="0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70"/>
            <p:cNvSpPr/>
            <p:nvPr/>
          </p:nvSpPr>
          <p:spPr>
            <a:xfrm>
              <a:off x="4212047" y="2926777"/>
              <a:ext cx="144826" cy="234619"/>
            </a:xfrm>
            <a:custGeom>
              <a:avLst/>
              <a:gdLst/>
              <a:ahLst/>
              <a:cxnLst/>
              <a:rect l="l" t="t" r="r" b="b"/>
              <a:pathLst>
                <a:path w="4550" h="7371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70"/>
            <p:cNvSpPr/>
            <p:nvPr/>
          </p:nvSpPr>
          <p:spPr>
            <a:xfrm>
              <a:off x="4246550" y="2996103"/>
              <a:ext cx="28074" cy="28106"/>
            </a:xfrm>
            <a:custGeom>
              <a:avLst/>
              <a:gdLst/>
              <a:ahLst/>
              <a:cxnLst/>
              <a:rect l="l" t="t" r="r" b="b"/>
              <a:pathLst>
                <a:path w="882" h="883" extrusionOk="0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70"/>
            <p:cNvSpPr/>
            <p:nvPr/>
          </p:nvSpPr>
          <p:spPr>
            <a:xfrm>
              <a:off x="4285956" y="3015456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70"/>
            <p:cNvSpPr/>
            <p:nvPr/>
          </p:nvSpPr>
          <p:spPr>
            <a:xfrm>
              <a:off x="4285956" y="3001800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70"/>
            <p:cNvSpPr/>
            <p:nvPr/>
          </p:nvSpPr>
          <p:spPr>
            <a:xfrm>
              <a:off x="4246550" y="3060177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70"/>
            <p:cNvSpPr/>
            <p:nvPr/>
          </p:nvSpPr>
          <p:spPr>
            <a:xfrm>
              <a:off x="4285956" y="3080261"/>
              <a:ext cx="97814" cy="8371"/>
            </a:xfrm>
            <a:custGeom>
              <a:avLst/>
              <a:gdLst/>
              <a:ahLst/>
              <a:cxnLst/>
              <a:rect l="l" t="t" r="r" b="b"/>
              <a:pathLst>
                <a:path w="3073" h="263" extrusionOk="0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70"/>
            <p:cNvSpPr/>
            <p:nvPr/>
          </p:nvSpPr>
          <p:spPr>
            <a:xfrm>
              <a:off x="4285956" y="3066224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70"/>
            <p:cNvSpPr/>
            <p:nvPr/>
          </p:nvSpPr>
          <p:spPr>
            <a:xfrm>
              <a:off x="4246550" y="3124601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70"/>
            <p:cNvSpPr/>
            <p:nvPr/>
          </p:nvSpPr>
          <p:spPr>
            <a:xfrm>
              <a:off x="4285956" y="3143921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70"/>
            <p:cNvSpPr/>
            <p:nvPr/>
          </p:nvSpPr>
          <p:spPr>
            <a:xfrm>
              <a:off x="4285956" y="3130266"/>
              <a:ext cx="30366" cy="8371"/>
            </a:xfrm>
            <a:custGeom>
              <a:avLst/>
              <a:gdLst/>
              <a:ahLst/>
              <a:cxnLst/>
              <a:rect l="l" t="t" r="r" b="b"/>
              <a:pathLst>
                <a:path w="954" h="26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2" name="Google Shape;3882;p70"/>
          <p:cNvSpPr/>
          <p:nvPr/>
        </p:nvSpPr>
        <p:spPr>
          <a:xfrm>
            <a:off x="3178863" y="3096184"/>
            <a:ext cx="315000" cy="3660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3" name="Google Shape;3883;p70"/>
          <p:cNvGrpSpPr/>
          <p:nvPr/>
        </p:nvGrpSpPr>
        <p:grpSpPr>
          <a:xfrm>
            <a:off x="3470193" y="2000791"/>
            <a:ext cx="336123" cy="344431"/>
            <a:chOff x="2810958" y="4273923"/>
            <a:chExt cx="353145" cy="361873"/>
          </a:xfrm>
        </p:grpSpPr>
        <p:sp>
          <p:nvSpPr>
            <p:cNvPr id="3884" name="Google Shape;3884;p70"/>
            <p:cNvSpPr/>
            <p:nvPr/>
          </p:nvSpPr>
          <p:spPr>
            <a:xfrm>
              <a:off x="2886837" y="4273923"/>
              <a:ext cx="53867" cy="169946"/>
            </a:xfrm>
            <a:custGeom>
              <a:avLst/>
              <a:gdLst/>
              <a:ahLst/>
              <a:cxnLst/>
              <a:rect l="l" t="t" r="r" b="b"/>
              <a:pathLst>
                <a:path w="1691" h="5335" extrusionOk="0">
                  <a:moveTo>
                    <a:pt x="1179" y="346"/>
                  </a:moveTo>
                  <a:cubicBezTo>
                    <a:pt x="1203" y="346"/>
                    <a:pt x="1250" y="382"/>
                    <a:pt x="1250" y="417"/>
                  </a:cubicBezTo>
                  <a:lnTo>
                    <a:pt x="1250" y="644"/>
                  </a:lnTo>
                  <a:lnTo>
                    <a:pt x="464" y="644"/>
                  </a:lnTo>
                  <a:lnTo>
                    <a:pt x="464" y="417"/>
                  </a:lnTo>
                  <a:cubicBezTo>
                    <a:pt x="452" y="382"/>
                    <a:pt x="488" y="346"/>
                    <a:pt x="524" y="346"/>
                  </a:cubicBezTo>
                  <a:close/>
                  <a:moveTo>
                    <a:pt x="1131" y="4275"/>
                  </a:moveTo>
                  <a:lnTo>
                    <a:pt x="845" y="4965"/>
                  </a:lnTo>
                  <a:lnTo>
                    <a:pt x="583" y="4275"/>
                  </a:lnTo>
                  <a:close/>
                  <a:moveTo>
                    <a:pt x="512" y="1"/>
                  </a:moveTo>
                  <a:cubicBezTo>
                    <a:pt x="298" y="1"/>
                    <a:pt x="119" y="179"/>
                    <a:pt x="119" y="405"/>
                  </a:cubicBezTo>
                  <a:lnTo>
                    <a:pt x="119" y="751"/>
                  </a:lnTo>
                  <a:cubicBezTo>
                    <a:pt x="36" y="822"/>
                    <a:pt x="0" y="929"/>
                    <a:pt x="0" y="1036"/>
                  </a:cubicBezTo>
                  <a:lnTo>
                    <a:pt x="0" y="3870"/>
                  </a:lnTo>
                  <a:cubicBezTo>
                    <a:pt x="0" y="4025"/>
                    <a:pt x="71" y="4156"/>
                    <a:pt x="191" y="4215"/>
                  </a:cubicBezTo>
                  <a:lnTo>
                    <a:pt x="560" y="5144"/>
                  </a:lnTo>
                  <a:cubicBezTo>
                    <a:pt x="607" y="5263"/>
                    <a:pt x="726" y="5335"/>
                    <a:pt x="845" y="5335"/>
                  </a:cubicBezTo>
                  <a:cubicBezTo>
                    <a:pt x="976" y="5335"/>
                    <a:pt x="1084" y="5263"/>
                    <a:pt x="1131" y="5144"/>
                  </a:cubicBezTo>
                  <a:lnTo>
                    <a:pt x="1500" y="4215"/>
                  </a:lnTo>
                  <a:cubicBezTo>
                    <a:pt x="1619" y="4144"/>
                    <a:pt x="1691" y="4025"/>
                    <a:pt x="1691" y="3870"/>
                  </a:cubicBezTo>
                  <a:lnTo>
                    <a:pt x="1691" y="3084"/>
                  </a:lnTo>
                  <a:cubicBezTo>
                    <a:pt x="1691" y="3001"/>
                    <a:pt x="1619" y="2918"/>
                    <a:pt x="1524" y="2918"/>
                  </a:cubicBezTo>
                  <a:cubicBezTo>
                    <a:pt x="1441" y="2918"/>
                    <a:pt x="1369" y="3001"/>
                    <a:pt x="1369" y="3084"/>
                  </a:cubicBezTo>
                  <a:lnTo>
                    <a:pt x="1369" y="3870"/>
                  </a:lnTo>
                  <a:cubicBezTo>
                    <a:pt x="1369" y="3906"/>
                    <a:pt x="1334" y="3953"/>
                    <a:pt x="1286" y="3953"/>
                  </a:cubicBezTo>
                  <a:lnTo>
                    <a:pt x="393" y="3953"/>
                  </a:lnTo>
                  <a:cubicBezTo>
                    <a:pt x="369" y="3953"/>
                    <a:pt x="322" y="3918"/>
                    <a:pt x="322" y="3870"/>
                  </a:cubicBezTo>
                  <a:lnTo>
                    <a:pt x="322" y="1036"/>
                  </a:lnTo>
                  <a:cubicBezTo>
                    <a:pt x="322" y="1001"/>
                    <a:pt x="357" y="953"/>
                    <a:pt x="393" y="953"/>
                  </a:cubicBezTo>
                  <a:lnTo>
                    <a:pt x="1286" y="953"/>
                  </a:lnTo>
                  <a:cubicBezTo>
                    <a:pt x="1322" y="953"/>
                    <a:pt x="1369" y="989"/>
                    <a:pt x="1369" y="1036"/>
                  </a:cubicBezTo>
                  <a:lnTo>
                    <a:pt x="1369" y="2358"/>
                  </a:lnTo>
                  <a:cubicBezTo>
                    <a:pt x="1369" y="2441"/>
                    <a:pt x="1441" y="2525"/>
                    <a:pt x="1524" y="2525"/>
                  </a:cubicBezTo>
                  <a:cubicBezTo>
                    <a:pt x="1619" y="2525"/>
                    <a:pt x="1691" y="2441"/>
                    <a:pt x="1691" y="2358"/>
                  </a:cubicBezTo>
                  <a:lnTo>
                    <a:pt x="1691" y="1036"/>
                  </a:lnTo>
                  <a:cubicBezTo>
                    <a:pt x="1691" y="929"/>
                    <a:pt x="1643" y="822"/>
                    <a:pt x="1572" y="751"/>
                  </a:cubicBezTo>
                  <a:lnTo>
                    <a:pt x="1572" y="405"/>
                  </a:lnTo>
                  <a:cubicBezTo>
                    <a:pt x="1572" y="179"/>
                    <a:pt x="1393" y="1"/>
                    <a:pt x="1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70"/>
            <p:cNvSpPr/>
            <p:nvPr/>
          </p:nvSpPr>
          <p:spPr>
            <a:xfrm>
              <a:off x="2815131" y="4273923"/>
              <a:ext cx="57307" cy="279942"/>
            </a:xfrm>
            <a:custGeom>
              <a:avLst/>
              <a:gdLst/>
              <a:ahLst/>
              <a:cxnLst/>
              <a:rect l="l" t="t" r="r" b="b"/>
              <a:pathLst>
                <a:path w="1799" h="8788" extrusionOk="0">
                  <a:moveTo>
                    <a:pt x="906" y="382"/>
                  </a:moveTo>
                  <a:lnTo>
                    <a:pt x="1251" y="1239"/>
                  </a:lnTo>
                  <a:lnTo>
                    <a:pt x="572" y="1239"/>
                  </a:lnTo>
                  <a:lnTo>
                    <a:pt x="906" y="382"/>
                  </a:lnTo>
                  <a:close/>
                  <a:moveTo>
                    <a:pt x="751" y="1548"/>
                  </a:moveTo>
                  <a:lnTo>
                    <a:pt x="751" y="7466"/>
                  </a:lnTo>
                  <a:lnTo>
                    <a:pt x="346" y="7466"/>
                  </a:lnTo>
                  <a:lnTo>
                    <a:pt x="346" y="1644"/>
                  </a:lnTo>
                  <a:cubicBezTo>
                    <a:pt x="346" y="1596"/>
                    <a:pt x="394" y="1548"/>
                    <a:pt x="429" y="1548"/>
                  </a:cubicBezTo>
                  <a:close/>
                  <a:moveTo>
                    <a:pt x="1382" y="1572"/>
                  </a:moveTo>
                  <a:cubicBezTo>
                    <a:pt x="1430" y="1572"/>
                    <a:pt x="1477" y="1608"/>
                    <a:pt x="1477" y="1656"/>
                  </a:cubicBezTo>
                  <a:lnTo>
                    <a:pt x="1477" y="7478"/>
                  </a:lnTo>
                  <a:lnTo>
                    <a:pt x="1072" y="7478"/>
                  </a:lnTo>
                  <a:lnTo>
                    <a:pt x="1072" y="1572"/>
                  </a:lnTo>
                  <a:close/>
                  <a:moveTo>
                    <a:pt x="1489" y="7787"/>
                  </a:moveTo>
                  <a:lnTo>
                    <a:pt x="1489" y="8359"/>
                  </a:lnTo>
                  <a:cubicBezTo>
                    <a:pt x="1477" y="8418"/>
                    <a:pt x="1441" y="8442"/>
                    <a:pt x="1382" y="8442"/>
                  </a:cubicBezTo>
                  <a:lnTo>
                    <a:pt x="429" y="8442"/>
                  </a:lnTo>
                  <a:cubicBezTo>
                    <a:pt x="394" y="8442"/>
                    <a:pt x="346" y="8394"/>
                    <a:pt x="346" y="8359"/>
                  </a:cubicBezTo>
                  <a:lnTo>
                    <a:pt x="346" y="7787"/>
                  </a:lnTo>
                  <a:close/>
                  <a:moveTo>
                    <a:pt x="906" y="1"/>
                  </a:moveTo>
                  <a:cubicBezTo>
                    <a:pt x="775" y="1"/>
                    <a:pt x="656" y="84"/>
                    <a:pt x="608" y="215"/>
                  </a:cubicBezTo>
                  <a:lnTo>
                    <a:pt x="179" y="1310"/>
                  </a:lnTo>
                  <a:cubicBezTo>
                    <a:pt x="72" y="1394"/>
                    <a:pt x="13" y="1513"/>
                    <a:pt x="13" y="1656"/>
                  </a:cubicBezTo>
                  <a:lnTo>
                    <a:pt x="13" y="8371"/>
                  </a:lnTo>
                  <a:cubicBezTo>
                    <a:pt x="1" y="8597"/>
                    <a:pt x="191" y="8787"/>
                    <a:pt x="429" y="8787"/>
                  </a:cubicBezTo>
                  <a:lnTo>
                    <a:pt x="1382" y="8787"/>
                  </a:lnTo>
                  <a:cubicBezTo>
                    <a:pt x="1620" y="8787"/>
                    <a:pt x="1799" y="8597"/>
                    <a:pt x="1799" y="8371"/>
                  </a:cubicBezTo>
                  <a:lnTo>
                    <a:pt x="1799" y="1656"/>
                  </a:lnTo>
                  <a:cubicBezTo>
                    <a:pt x="1799" y="1525"/>
                    <a:pt x="1727" y="1394"/>
                    <a:pt x="1632" y="1310"/>
                  </a:cubicBezTo>
                  <a:lnTo>
                    <a:pt x="1203" y="215"/>
                  </a:lnTo>
                  <a:cubicBezTo>
                    <a:pt x="1168" y="96"/>
                    <a:pt x="1037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70"/>
            <p:cNvSpPr/>
            <p:nvPr/>
          </p:nvSpPr>
          <p:spPr>
            <a:xfrm>
              <a:off x="2883396" y="4463173"/>
              <a:ext cx="60333" cy="90691"/>
            </a:xfrm>
            <a:custGeom>
              <a:avLst/>
              <a:gdLst/>
              <a:ahLst/>
              <a:cxnLst/>
              <a:rect l="l" t="t" r="r" b="b"/>
              <a:pathLst>
                <a:path w="1894" h="2847" extrusionOk="0">
                  <a:moveTo>
                    <a:pt x="1322" y="310"/>
                  </a:moveTo>
                  <a:cubicBezTo>
                    <a:pt x="1370" y="310"/>
                    <a:pt x="1418" y="358"/>
                    <a:pt x="1418" y="406"/>
                  </a:cubicBezTo>
                  <a:lnTo>
                    <a:pt x="1418" y="584"/>
                  </a:lnTo>
                  <a:lnTo>
                    <a:pt x="513" y="584"/>
                  </a:lnTo>
                  <a:lnTo>
                    <a:pt x="513" y="406"/>
                  </a:lnTo>
                  <a:cubicBezTo>
                    <a:pt x="513" y="358"/>
                    <a:pt x="537" y="310"/>
                    <a:pt x="596" y="310"/>
                  </a:cubicBezTo>
                  <a:close/>
                  <a:moveTo>
                    <a:pt x="1477" y="929"/>
                  </a:moveTo>
                  <a:cubicBezTo>
                    <a:pt x="1513" y="929"/>
                    <a:pt x="1561" y="965"/>
                    <a:pt x="1561" y="1013"/>
                  </a:cubicBezTo>
                  <a:lnTo>
                    <a:pt x="1561" y="2418"/>
                  </a:lnTo>
                  <a:cubicBezTo>
                    <a:pt x="1561" y="2453"/>
                    <a:pt x="1525" y="2501"/>
                    <a:pt x="1477" y="2501"/>
                  </a:cubicBezTo>
                  <a:lnTo>
                    <a:pt x="430" y="2501"/>
                  </a:lnTo>
                  <a:cubicBezTo>
                    <a:pt x="394" y="2501"/>
                    <a:pt x="346" y="2453"/>
                    <a:pt x="346" y="2418"/>
                  </a:cubicBezTo>
                  <a:lnTo>
                    <a:pt x="346" y="1013"/>
                  </a:lnTo>
                  <a:cubicBezTo>
                    <a:pt x="346" y="965"/>
                    <a:pt x="382" y="929"/>
                    <a:pt x="430" y="929"/>
                  </a:cubicBezTo>
                  <a:close/>
                  <a:moveTo>
                    <a:pt x="596" y="1"/>
                  </a:moveTo>
                  <a:cubicBezTo>
                    <a:pt x="358" y="1"/>
                    <a:pt x="179" y="191"/>
                    <a:pt x="179" y="418"/>
                  </a:cubicBezTo>
                  <a:lnTo>
                    <a:pt x="179" y="691"/>
                  </a:lnTo>
                  <a:cubicBezTo>
                    <a:pt x="72" y="763"/>
                    <a:pt x="13" y="882"/>
                    <a:pt x="13" y="1013"/>
                  </a:cubicBezTo>
                  <a:lnTo>
                    <a:pt x="13" y="2430"/>
                  </a:lnTo>
                  <a:cubicBezTo>
                    <a:pt x="1" y="2656"/>
                    <a:pt x="191" y="2846"/>
                    <a:pt x="430" y="2846"/>
                  </a:cubicBezTo>
                  <a:lnTo>
                    <a:pt x="1477" y="2846"/>
                  </a:lnTo>
                  <a:cubicBezTo>
                    <a:pt x="1715" y="2846"/>
                    <a:pt x="1894" y="2656"/>
                    <a:pt x="1894" y="2430"/>
                  </a:cubicBezTo>
                  <a:lnTo>
                    <a:pt x="1894" y="1013"/>
                  </a:lnTo>
                  <a:cubicBezTo>
                    <a:pt x="1894" y="882"/>
                    <a:pt x="1834" y="763"/>
                    <a:pt x="1727" y="691"/>
                  </a:cubicBezTo>
                  <a:lnTo>
                    <a:pt x="1727" y="418"/>
                  </a:lnTo>
                  <a:cubicBezTo>
                    <a:pt x="1727" y="179"/>
                    <a:pt x="1537" y="1"/>
                    <a:pt x="1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70"/>
            <p:cNvSpPr/>
            <p:nvPr/>
          </p:nvSpPr>
          <p:spPr>
            <a:xfrm>
              <a:off x="2955835" y="4273923"/>
              <a:ext cx="202948" cy="281439"/>
            </a:xfrm>
            <a:custGeom>
              <a:avLst/>
              <a:gdLst/>
              <a:ahLst/>
              <a:cxnLst/>
              <a:rect l="l" t="t" r="r" b="b"/>
              <a:pathLst>
                <a:path w="6371" h="8835" extrusionOk="0">
                  <a:moveTo>
                    <a:pt x="5692" y="524"/>
                  </a:moveTo>
                  <a:cubicBezTo>
                    <a:pt x="5883" y="524"/>
                    <a:pt x="6037" y="679"/>
                    <a:pt x="6037" y="870"/>
                  </a:cubicBezTo>
                  <a:lnTo>
                    <a:pt x="6037" y="7966"/>
                  </a:lnTo>
                  <a:cubicBezTo>
                    <a:pt x="6037" y="8156"/>
                    <a:pt x="5883" y="8311"/>
                    <a:pt x="5692" y="8311"/>
                  </a:cubicBezTo>
                  <a:lnTo>
                    <a:pt x="1811" y="8311"/>
                  </a:lnTo>
                  <a:lnTo>
                    <a:pt x="1811" y="524"/>
                  </a:lnTo>
                  <a:close/>
                  <a:moveTo>
                    <a:pt x="1465" y="346"/>
                  </a:moveTo>
                  <a:lnTo>
                    <a:pt x="1465" y="8490"/>
                  </a:lnTo>
                  <a:lnTo>
                    <a:pt x="1227" y="8490"/>
                  </a:lnTo>
                  <a:lnTo>
                    <a:pt x="1227" y="346"/>
                  </a:lnTo>
                  <a:close/>
                  <a:moveTo>
                    <a:pt x="1215" y="1"/>
                  </a:moveTo>
                  <a:cubicBezTo>
                    <a:pt x="1096" y="1"/>
                    <a:pt x="965" y="72"/>
                    <a:pt x="930" y="179"/>
                  </a:cubicBezTo>
                  <a:lnTo>
                    <a:pt x="418" y="179"/>
                  </a:lnTo>
                  <a:cubicBezTo>
                    <a:pt x="180" y="179"/>
                    <a:pt x="1" y="370"/>
                    <a:pt x="1" y="596"/>
                  </a:cubicBezTo>
                  <a:lnTo>
                    <a:pt x="1" y="2358"/>
                  </a:lnTo>
                  <a:cubicBezTo>
                    <a:pt x="1" y="2441"/>
                    <a:pt x="84" y="2513"/>
                    <a:pt x="168" y="2513"/>
                  </a:cubicBezTo>
                  <a:cubicBezTo>
                    <a:pt x="263" y="2513"/>
                    <a:pt x="334" y="2441"/>
                    <a:pt x="334" y="2358"/>
                  </a:cubicBezTo>
                  <a:lnTo>
                    <a:pt x="334" y="596"/>
                  </a:lnTo>
                  <a:cubicBezTo>
                    <a:pt x="334" y="548"/>
                    <a:pt x="382" y="513"/>
                    <a:pt x="418" y="513"/>
                  </a:cubicBezTo>
                  <a:lnTo>
                    <a:pt x="882" y="513"/>
                  </a:lnTo>
                  <a:lnTo>
                    <a:pt x="882" y="8287"/>
                  </a:lnTo>
                  <a:lnTo>
                    <a:pt x="418" y="8287"/>
                  </a:lnTo>
                  <a:cubicBezTo>
                    <a:pt x="382" y="8287"/>
                    <a:pt x="334" y="8252"/>
                    <a:pt x="334" y="8204"/>
                  </a:cubicBezTo>
                  <a:lnTo>
                    <a:pt x="334" y="3072"/>
                  </a:lnTo>
                  <a:cubicBezTo>
                    <a:pt x="334" y="2977"/>
                    <a:pt x="263" y="2906"/>
                    <a:pt x="168" y="2906"/>
                  </a:cubicBezTo>
                  <a:cubicBezTo>
                    <a:pt x="84" y="2906"/>
                    <a:pt x="1" y="2977"/>
                    <a:pt x="1" y="3072"/>
                  </a:cubicBezTo>
                  <a:lnTo>
                    <a:pt x="1" y="8204"/>
                  </a:lnTo>
                  <a:cubicBezTo>
                    <a:pt x="1" y="8454"/>
                    <a:pt x="203" y="8656"/>
                    <a:pt x="418" y="8656"/>
                  </a:cubicBezTo>
                  <a:lnTo>
                    <a:pt x="930" y="8656"/>
                  </a:lnTo>
                  <a:cubicBezTo>
                    <a:pt x="989" y="8752"/>
                    <a:pt x="1096" y="8835"/>
                    <a:pt x="1215" y="8835"/>
                  </a:cubicBezTo>
                  <a:lnTo>
                    <a:pt x="1477" y="8835"/>
                  </a:lnTo>
                  <a:cubicBezTo>
                    <a:pt x="1596" y="8835"/>
                    <a:pt x="1715" y="8752"/>
                    <a:pt x="1763" y="8656"/>
                  </a:cubicBezTo>
                  <a:lnTo>
                    <a:pt x="5692" y="8656"/>
                  </a:lnTo>
                  <a:cubicBezTo>
                    <a:pt x="6061" y="8656"/>
                    <a:pt x="6371" y="8359"/>
                    <a:pt x="6371" y="7966"/>
                  </a:cubicBezTo>
                  <a:lnTo>
                    <a:pt x="6371" y="870"/>
                  </a:lnTo>
                  <a:cubicBezTo>
                    <a:pt x="6371" y="489"/>
                    <a:pt x="6073" y="179"/>
                    <a:pt x="5692" y="179"/>
                  </a:cubicBezTo>
                  <a:lnTo>
                    <a:pt x="1763" y="179"/>
                  </a:lnTo>
                  <a:cubicBezTo>
                    <a:pt x="1704" y="72"/>
                    <a:pt x="1596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70"/>
            <p:cNvSpPr/>
            <p:nvPr/>
          </p:nvSpPr>
          <p:spPr>
            <a:xfrm>
              <a:off x="3098067" y="4511720"/>
              <a:ext cx="29243" cy="10289"/>
            </a:xfrm>
            <a:custGeom>
              <a:avLst/>
              <a:gdLst/>
              <a:ahLst/>
              <a:cxnLst/>
              <a:rect l="l" t="t" r="r" b="b"/>
              <a:pathLst>
                <a:path w="918" h="323" extrusionOk="0">
                  <a:moveTo>
                    <a:pt x="168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68" y="322"/>
                  </a:cubicBezTo>
                  <a:lnTo>
                    <a:pt x="751" y="322"/>
                  </a:lnTo>
                  <a:cubicBezTo>
                    <a:pt x="834" y="322"/>
                    <a:pt x="918" y="251"/>
                    <a:pt x="918" y="156"/>
                  </a:cubicBezTo>
                  <a:cubicBezTo>
                    <a:pt x="918" y="72"/>
                    <a:pt x="834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70"/>
            <p:cNvSpPr/>
            <p:nvPr/>
          </p:nvSpPr>
          <p:spPr>
            <a:xfrm>
              <a:off x="3115906" y="4497704"/>
              <a:ext cx="10257" cy="10640"/>
            </a:xfrm>
            <a:custGeom>
              <a:avLst/>
              <a:gdLst/>
              <a:ahLst/>
              <a:cxnLst/>
              <a:rect l="l" t="t" r="r" b="b"/>
              <a:pathLst>
                <a:path w="322" h="334" extrusionOk="0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55" y="334"/>
                  </a:cubicBezTo>
                  <a:cubicBezTo>
                    <a:pt x="250" y="334"/>
                    <a:pt x="322" y="262"/>
                    <a:pt x="322" y="167"/>
                  </a:cubicBezTo>
                  <a:cubicBezTo>
                    <a:pt x="322" y="84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70"/>
            <p:cNvSpPr/>
            <p:nvPr/>
          </p:nvSpPr>
          <p:spPr>
            <a:xfrm>
              <a:off x="2810958" y="4563676"/>
              <a:ext cx="353145" cy="72120"/>
            </a:xfrm>
            <a:custGeom>
              <a:avLst/>
              <a:gdLst/>
              <a:ahLst/>
              <a:cxnLst/>
              <a:rect l="l" t="t" r="r" b="b"/>
              <a:pathLst>
                <a:path w="11086" h="2264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lnTo>
                    <a:pt x="1" y="1846"/>
                  </a:lnTo>
                  <a:cubicBezTo>
                    <a:pt x="1" y="2085"/>
                    <a:pt x="191" y="2263"/>
                    <a:pt x="418" y="2263"/>
                  </a:cubicBezTo>
                  <a:lnTo>
                    <a:pt x="8442" y="2263"/>
                  </a:lnTo>
                  <a:cubicBezTo>
                    <a:pt x="8526" y="2263"/>
                    <a:pt x="8597" y="2192"/>
                    <a:pt x="8597" y="2096"/>
                  </a:cubicBezTo>
                  <a:cubicBezTo>
                    <a:pt x="8597" y="2013"/>
                    <a:pt x="8526" y="1930"/>
                    <a:pt x="8442" y="1930"/>
                  </a:cubicBezTo>
                  <a:lnTo>
                    <a:pt x="418" y="1930"/>
                  </a:lnTo>
                  <a:cubicBezTo>
                    <a:pt x="370" y="1930"/>
                    <a:pt x="322" y="1894"/>
                    <a:pt x="322" y="1846"/>
                  </a:cubicBezTo>
                  <a:lnTo>
                    <a:pt x="322" y="418"/>
                  </a:lnTo>
                  <a:cubicBezTo>
                    <a:pt x="322" y="370"/>
                    <a:pt x="370" y="322"/>
                    <a:pt x="418" y="322"/>
                  </a:cubicBezTo>
                  <a:lnTo>
                    <a:pt x="1037" y="322"/>
                  </a:lnTo>
                  <a:lnTo>
                    <a:pt x="1037" y="584"/>
                  </a:lnTo>
                  <a:cubicBezTo>
                    <a:pt x="1037" y="668"/>
                    <a:pt x="1120" y="739"/>
                    <a:pt x="1203" y="739"/>
                  </a:cubicBezTo>
                  <a:cubicBezTo>
                    <a:pt x="1299" y="739"/>
                    <a:pt x="1370" y="668"/>
                    <a:pt x="1370" y="584"/>
                  </a:cubicBezTo>
                  <a:lnTo>
                    <a:pt x="1370" y="322"/>
                  </a:lnTo>
                  <a:lnTo>
                    <a:pt x="1834" y="322"/>
                  </a:lnTo>
                  <a:lnTo>
                    <a:pt x="1834" y="584"/>
                  </a:lnTo>
                  <a:cubicBezTo>
                    <a:pt x="1834" y="668"/>
                    <a:pt x="1906" y="739"/>
                    <a:pt x="1989" y="739"/>
                  </a:cubicBezTo>
                  <a:cubicBezTo>
                    <a:pt x="2084" y="739"/>
                    <a:pt x="2156" y="668"/>
                    <a:pt x="2156" y="584"/>
                  </a:cubicBezTo>
                  <a:lnTo>
                    <a:pt x="2156" y="322"/>
                  </a:lnTo>
                  <a:lnTo>
                    <a:pt x="2620" y="322"/>
                  </a:lnTo>
                  <a:lnTo>
                    <a:pt x="2620" y="584"/>
                  </a:lnTo>
                  <a:cubicBezTo>
                    <a:pt x="2620" y="668"/>
                    <a:pt x="2692" y="739"/>
                    <a:pt x="2787" y="739"/>
                  </a:cubicBezTo>
                  <a:cubicBezTo>
                    <a:pt x="2870" y="739"/>
                    <a:pt x="2942" y="668"/>
                    <a:pt x="2942" y="584"/>
                  </a:cubicBezTo>
                  <a:lnTo>
                    <a:pt x="2942" y="322"/>
                  </a:lnTo>
                  <a:lnTo>
                    <a:pt x="3406" y="322"/>
                  </a:lnTo>
                  <a:lnTo>
                    <a:pt x="3406" y="584"/>
                  </a:lnTo>
                  <a:cubicBezTo>
                    <a:pt x="3406" y="668"/>
                    <a:pt x="3477" y="739"/>
                    <a:pt x="3573" y="739"/>
                  </a:cubicBezTo>
                  <a:cubicBezTo>
                    <a:pt x="3656" y="739"/>
                    <a:pt x="3739" y="668"/>
                    <a:pt x="3739" y="584"/>
                  </a:cubicBezTo>
                  <a:lnTo>
                    <a:pt x="3739" y="322"/>
                  </a:lnTo>
                  <a:lnTo>
                    <a:pt x="4192" y="322"/>
                  </a:lnTo>
                  <a:lnTo>
                    <a:pt x="4192" y="584"/>
                  </a:lnTo>
                  <a:cubicBezTo>
                    <a:pt x="4192" y="668"/>
                    <a:pt x="4275" y="739"/>
                    <a:pt x="4358" y="739"/>
                  </a:cubicBezTo>
                  <a:cubicBezTo>
                    <a:pt x="4454" y="739"/>
                    <a:pt x="4525" y="668"/>
                    <a:pt x="4525" y="584"/>
                  </a:cubicBezTo>
                  <a:lnTo>
                    <a:pt x="4525" y="322"/>
                  </a:lnTo>
                  <a:lnTo>
                    <a:pt x="4990" y="322"/>
                  </a:lnTo>
                  <a:lnTo>
                    <a:pt x="4990" y="584"/>
                  </a:lnTo>
                  <a:cubicBezTo>
                    <a:pt x="4990" y="668"/>
                    <a:pt x="5061" y="739"/>
                    <a:pt x="5144" y="739"/>
                  </a:cubicBezTo>
                  <a:cubicBezTo>
                    <a:pt x="5240" y="739"/>
                    <a:pt x="5311" y="668"/>
                    <a:pt x="5311" y="584"/>
                  </a:cubicBezTo>
                  <a:lnTo>
                    <a:pt x="5311" y="322"/>
                  </a:lnTo>
                  <a:lnTo>
                    <a:pt x="5775" y="322"/>
                  </a:lnTo>
                  <a:lnTo>
                    <a:pt x="5775" y="584"/>
                  </a:lnTo>
                  <a:cubicBezTo>
                    <a:pt x="5775" y="668"/>
                    <a:pt x="5847" y="739"/>
                    <a:pt x="5942" y="739"/>
                  </a:cubicBezTo>
                  <a:cubicBezTo>
                    <a:pt x="6025" y="739"/>
                    <a:pt x="6097" y="668"/>
                    <a:pt x="6097" y="584"/>
                  </a:cubicBezTo>
                  <a:lnTo>
                    <a:pt x="6097" y="322"/>
                  </a:lnTo>
                  <a:lnTo>
                    <a:pt x="6561" y="322"/>
                  </a:lnTo>
                  <a:lnTo>
                    <a:pt x="6561" y="584"/>
                  </a:lnTo>
                  <a:cubicBezTo>
                    <a:pt x="6561" y="668"/>
                    <a:pt x="6633" y="739"/>
                    <a:pt x="6728" y="739"/>
                  </a:cubicBezTo>
                  <a:cubicBezTo>
                    <a:pt x="6811" y="739"/>
                    <a:pt x="6895" y="668"/>
                    <a:pt x="6895" y="584"/>
                  </a:cubicBezTo>
                  <a:lnTo>
                    <a:pt x="6895" y="322"/>
                  </a:lnTo>
                  <a:lnTo>
                    <a:pt x="7347" y="322"/>
                  </a:lnTo>
                  <a:lnTo>
                    <a:pt x="7347" y="584"/>
                  </a:lnTo>
                  <a:cubicBezTo>
                    <a:pt x="7347" y="668"/>
                    <a:pt x="7430" y="739"/>
                    <a:pt x="7514" y="739"/>
                  </a:cubicBezTo>
                  <a:cubicBezTo>
                    <a:pt x="7609" y="739"/>
                    <a:pt x="7680" y="668"/>
                    <a:pt x="7680" y="584"/>
                  </a:cubicBezTo>
                  <a:lnTo>
                    <a:pt x="7680" y="322"/>
                  </a:lnTo>
                  <a:lnTo>
                    <a:pt x="8145" y="322"/>
                  </a:lnTo>
                  <a:lnTo>
                    <a:pt x="8145" y="584"/>
                  </a:lnTo>
                  <a:cubicBezTo>
                    <a:pt x="8145" y="668"/>
                    <a:pt x="8216" y="739"/>
                    <a:pt x="8299" y="739"/>
                  </a:cubicBezTo>
                  <a:cubicBezTo>
                    <a:pt x="8395" y="739"/>
                    <a:pt x="8466" y="668"/>
                    <a:pt x="8466" y="584"/>
                  </a:cubicBezTo>
                  <a:lnTo>
                    <a:pt x="8466" y="322"/>
                  </a:lnTo>
                  <a:lnTo>
                    <a:pt x="8930" y="322"/>
                  </a:lnTo>
                  <a:lnTo>
                    <a:pt x="8930" y="584"/>
                  </a:lnTo>
                  <a:cubicBezTo>
                    <a:pt x="8930" y="668"/>
                    <a:pt x="9002" y="739"/>
                    <a:pt x="9097" y="739"/>
                  </a:cubicBezTo>
                  <a:cubicBezTo>
                    <a:pt x="9181" y="739"/>
                    <a:pt x="9252" y="668"/>
                    <a:pt x="9252" y="584"/>
                  </a:cubicBezTo>
                  <a:lnTo>
                    <a:pt x="9252" y="322"/>
                  </a:lnTo>
                  <a:lnTo>
                    <a:pt x="9716" y="322"/>
                  </a:lnTo>
                  <a:lnTo>
                    <a:pt x="9716" y="584"/>
                  </a:lnTo>
                  <a:cubicBezTo>
                    <a:pt x="9716" y="668"/>
                    <a:pt x="9788" y="739"/>
                    <a:pt x="9883" y="739"/>
                  </a:cubicBezTo>
                  <a:cubicBezTo>
                    <a:pt x="9966" y="739"/>
                    <a:pt x="10050" y="668"/>
                    <a:pt x="10050" y="584"/>
                  </a:cubicBezTo>
                  <a:lnTo>
                    <a:pt x="10050" y="322"/>
                  </a:lnTo>
                  <a:lnTo>
                    <a:pt x="10669" y="322"/>
                  </a:lnTo>
                  <a:cubicBezTo>
                    <a:pt x="10716" y="322"/>
                    <a:pt x="10764" y="370"/>
                    <a:pt x="10764" y="418"/>
                  </a:cubicBezTo>
                  <a:lnTo>
                    <a:pt x="10764" y="1846"/>
                  </a:lnTo>
                  <a:cubicBezTo>
                    <a:pt x="10764" y="1894"/>
                    <a:pt x="10716" y="1930"/>
                    <a:pt x="10669" y="1930"/>
                  </a:cubicBezTo>
                  <a:lnTo>
                    <a:pt x="9192" y="1930"/>
                  </a:lnTo>
                  <a:cubicBezTo>
                    <a:pt x="9109" y="1930"/>
                    <a:pt x="9038" y="2013"/>
                    <a:pt x="9038" y="2096"/>
                  </a:cubicBezTo>
                  <a:cubicBezTo>
                    <a:pt x="9038" y="2192"/>
                    <a:pt x="9109" y="2263"/>
                    <a:pt x="9192" y="2263"/>
                  </a:cubicBezTo>
                  <a:lnTo>
                    <a:pt x="10669" y="2263"/>
                  </a:lnTo>
                  <a:cubicBezTo>
                    <a:pt x="10907" y="2263"/>
                    <a:pt x="11086" y="2073"/>
                    <a:pt x="11086" y="1846"/>
                  </a:cubicBezTo>
                  <a:lnTo>
                    <a:pt x="11086" y="418"/>
                  </a:lnTo>
                  <a:cubicBezTo>
                    <a:pt x="11062" y="191"/>
                    <a:pt x="10883" y="1"/>
                    <a:pt x="106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19807C-1D82-1CBC-552F-E80BB3701E49}"/>
              </a:ext>
            </a:extLst>
          </p:cNvPr>
          <p:cNvSpPr txBox="1"/>
          <p:nvPr/>
        </p:nvSpPr>
        <p:spPr>
          <a:xfrm>
            <a:off x="763929" y="324091"/>
            <a:ext cx="2771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Codes with Output</a:t>
            </a:r>
            <a:r>
              <a:rPr lang="en-IN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C9A69-85DE-2874-173E-71618495E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36" y="1512988"/>
            <a:ext cx="3535735" cy="299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118D5B-707B-D465-9029-DEE3F7EE1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477" y="306729"/>
            <a:ext cx="4405291" cy="45300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C055F8-F3D2-31BC-8241-303EAEF52C40}"/>
              </a:ext>
            </a:extLst>
          </p:cNvPr>
          <p:cNvSpPr txBox="1"/>
          <p:nvPr/>
        </p:nvSpPr>
        <p:spPr>
          <a:xfrm>
            <a:off x="682906" y="879676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Signup page:</a:t>
            </a:r>
          </a:p>
        </p:txBody>
      </p:sp>
    </p:spTree>
    <p:extLst>
      <p:ext uri="{BB962C8B-B14F-4D97-AF65-F5344CB8AC3E}">
        <p14:creationId xmlns:p14="http://schemas.microsoft.com/office/powerpoint/2010/main" val="2798879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CDCCB-ADC5-E41E-D446-1629600C75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D885A0-7F18-EEE1-DA80-044C262E2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5" y="1125779"/>
            <a:ext cx="3663619" cy="35478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5BC46-F683-156A-EC72-71E2316C9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403" y="185195"/>
            <a:ext cx="4132162" cy="4721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0FCAA0-25FC-E10E-FBC2-9BDE2005239C}"/>
              </a:ext>
            </a:extLst>
          </p:cNvPr>
          <p:cNvSpPr txBox="1"/>
          <p:nvPr/>
        </p:nvSpPr>
        <p:spPr>
          <a:xfrm>
            <a:off x="810228" y="636608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Login page:</a:t>
            </a:r>
          </a:p>
        </p:txBody>
      </p:sp>
    </p:spTree>
    <p:extLst>
      <p:ext uri="{BB962C8B-B14F-4D97-AF65-F5344CB8AC3E}">
        <p14:creationId xmlns:p14="http://schemas.microsoft.com/office/powerpoint/2010/main" val="962638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B075C4-D2D1-FFE3-2B88-90BE2A3660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4B028-301C-FD06-E011-68D6E8C49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54" y="1283245"/>
            <a:ext cx="3990072" cy="32656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FAA102-A8F0-8A90-1F42-E1764562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3359"/>
            <a:ext cx="4440855" cy="471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361799-2A20-EECD-72C7-04B466CAA963}"/>
              </a:ext>
            </a:extLst>
          </p:cNvPr>
          <p:cNvSpPr txBox="1"/>
          <p:nvPr/>
        </p:nvSpPr>
        <p:spPr>
          <a:xfrm>
            <a:off x="310154" y="451946"/>
            <a:ext cx="2643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Dashboard page:</a:t>
            </a:r>
          </a:p>
        </p:txBody>
      </p:sp>
    </p:spTree>
    <p:extLst>
      <p:ext uri="{BB962C8B-B14F-4D97-AF65-F5344CB8AC3E}">
        <p14:creationId xmlns:p14="http://schemas.microsoft.com/office/powerpoint/2010/main" val="2266321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E2F97-78C7-AE61-6070-4A90A8F277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A618D-1EA5-A53B-24B6-3AF45852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1" y="190500"/>
            <a:ext cx="4248630" cy="47548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2D35B5-B280-0585-392C-F0E95B0C68AE}"/>
              </a:ext>
            </a:extLst>
          </p:cNvPr>
          <p:cNvSpPr txBox="1"/>
          <p:nvPr/>
        </p:nvSpPr>
        <p:spPr>
          <a:xfrm>
            <a:off x="717630" y="571903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CSS Codes:</a:t>
            </a:r>
          </a:p>
        </p:txBody>
      </p:sp>
    </p:spTree>
    <p:extLst>
      <p:ext uri="{BB962C8B-B14F-4D97-AF65-F5344CB8AC3E}">
        <p14:creationId xmlns:p14="http://schemas.microsoft.com/office/powerpoint/2010/main" val="181516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55FA5-40D9-1183-DBD4-BE215DA133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9EE499-E36C-F272-12B7-329A55AF1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322" y="-150470"/>
            <a:ext cx="9271322" cy="546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17226"/>
      </p:ext>
    </p:extLst>
  </p:cSld>
  <p:clrMapOvr>
    <a:masterClrMapping/>
  </p:clrMapOvr>
</p:sld>
</file>

<file path=ppt/theme/theme1.xml><?xml version="1.0" encoding="utf-8"?>
<a:theme xmlns:a="http://schemas.openxmlformats.org/drawingml/2006/main" name="Inventory Management Process Business Plan by Slidesgo">
  <a:themeElements>
    <a:clrScheme name="Simple Light">
      <a:dk1>
        <a:srgbClr val="1A0959"/>
      </a:dk1>
      <a:lt1>
        <a:srgbClr val="FFF7FA"/>
      </a:lt1>
      <a:dk2>
        <a:srgbClr val="FFFDFD"/>
      </a:dk2>
      <a:lt2>
        <a:srgbClr val="028FBA"/>
      </a:lt2>
      <a:accent1>
        <a:srgbClr val="8386EA"/>
      </a:accent1>
      <a:accent2>
        <a:srgbClr val="6D72FE"/>
      </a:accent2>
      <a:accent3>
        <a:srgbClr val="FDAFB5"/>
      </a:accent3>
      <a:accent4>
        <a:srgbClr val="C12525"/>
      </a:accent4>
      <a:accent5>
        <a:srgbClr val="FEFEF2"/>
      </a:accent5>
      <a:accent6>
        <a:srgbClr val="191919"/>
      </a:accent6>
      <a:hlink>
        <a:srgbClr val="1A0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854</Words>
  <Application>Microsoft Office PowerPoint</Application>
  <PresentationFormat>On-screen Show (16:9)</PresentationFormat>
  <Paragraphs>188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Poppins</vt:lpstr>
      <vt:lpstr>Bebas Neue</vt:lpstr>
      <vt:lpstr>Wingdings</vt:lpstr>
      <vt:lpstr>Arial</vt:lpstr>
      <vt:lpstr>Manrope</vt:lpstr>
      <vt:lpstr>Inventory Management Process Business Plan by Slidesgo</vt:lpstr>
      <vt:lpstr>Inventra Intelligent Inventory Management  System</vt:lpstr>
      <vt:lpstr>PowerPoint Presentation</vt:lpstr>
      <vt:lpstr>01</vt:lpstr>
      <vt:lpstr>PowerPoint Presentation</vt:lpstr>
      <vt:lpstr>Number of Modules</vt:lpstr>
      <vt:lpstr>Working</vt:lpstr>
      <vt:lpstr>System Configuration</vt:lpstr>
      <vt:lpstr>Architecture Configuration</vt:lpstr>
      <vt:lpstr> Authentication &amp; User Management</vt:lpstr>
      <vt:lpstr>Database Schema</vt:lpstr>
      <vt:lpstr>Database Schema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Srishty Shekhar</dc:creator>
  <cp:lastModifiedBy>Srishty Shekhar</cp:lastModifiedBy>
  <cp:revision>8</cp:revision>
  <dcterms:modified xsi:type="dcterms:W3CDTF">2025-12-03T13:18:04Z</dcterms:modified>
</cp:coreProperties>
</file>